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39"/>
  </p:notesMasterIdLst>
  <p:sldIdLst>
    <p:sldId id="256" r:id="rId2"/>
    <p:sldId id="258" r:id="rId3"/>
    <p:sldId id="259" r:id="rId4"/>
    <p:sldId id="261" r:id="rId5"/>
    <p:sldId id="262" r:id="rId6"/>
    <p:sldId id="263" r:id="rId7"/>
    <p:sldId id="311" r:id="rId8"/>
    <p:sldId id="312" r:id="rId9"/>
    <p:sldId id="313" r:id="rId10"/>
    <p:sldId id="266" r:id="rId11"/>
    <p:sldId id="314" r:id="rId12"/>
    <p:sldId id="264" r:id="rId13"/>
    <p:sldId id="269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24" r:id="rId24"/>
    <p:sldId id="325" r:id="rId25"/>
    <p:sldId id="326" r:id="rId26"/>
    <p:sldId id="327" r:id="rId27"/>
    <p:sldId id="328" r:id="rId28"/>
    <p:sldId id="329" r:id="rId29"/>
    <p:sldId id="330" r:id="rId30"/>
    <p:sldId id="335" r:id="rId31"/>
    <p:sldId id="309" r:id="rId32"/>
    <p:sldId id="267" r:id="rId33"/>
    <p:sldId id="331" r:id="rId34"/>
    <p:sldId id="332" r:id="rId35"/>
    <p:sldId id="333" r:id="rId36"/>
    <p:sldId id="334" r:id="rId37"/>
    <p:sldId id="307" r:id="rId38"/>
  </p:sldIdLst>
  <p:sldSz cx="9144000" cy="5143500" type="screen16x9"/>
  <p:notesSz cx="6858000" cy="9144000"/>
  <p:embeddedFontLst>
    <p:embeddedFont>
      <p:font typeface="Anaheim" panose="020B0604020202020204" charset="0"/>
      <p:regular r:id="rId40"/>
      <p:bold r:id="rId41"/>
    </p:embeddedFont>
    <p:embeddedFont>
      <p:font typeface="Baloo 2 ExtraBold" panose="020B0604020202020204" charset="0"/>
      <p:bold r:id="rId42"/>
    </p:embeddedFont>
    <p:embeddedFont>
      <p:font typeface="DM Sans" pitchFamily="2" charset="0"/>
      <p:regular r:id="rId43"/>
      <p:bold r:id="rId44"/>
    </p:embeddedFont>
    <p:embeddedFont>
      <p:font typeface="Nunito Light" pitchFamily="2" charset="0"/>
      <p:regular r:id="rId45"/>
    </p:embeddedFont>
    <p:embeddedFont>
      <p:font typeface="Segoe UI" panose="020B0502040204020203" pitchFamily="34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5128F1C-263D-4756-A434-B3B8AE7D6FB3}">
  <a:tblStyle styleId="{55128F1C-263D-4756-A434-B3B8AE7D6F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8032D0A-44B8-4AA5-9B14-50C8E942E97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71412" autoAdjust="0"/>
  </p:normalViewPr>
  <p:slideViewPr>
    <p:cSldViewPr snapToGrid="0">
      <p:cViewPr varScale="1">
        <p:scale>
          <a:sx n="90" d="100"/>
          <a:sy n="90" d="100"/>
        </p:scale>
        <p:origin x="1258" y="6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E71DAD97-0BF7-090D-03B0-78C440384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38:notes">
            <a:extLst>
              <a:ext uri="{FF2B5EF4-FFF2-40B4-BE49-F238E27FC236}">
                <a16:creationId xmlns:a16="http://schemas.microsoft.com/office/drawing/2014/main" id="{294309F9-AA84-AF79-79D0-811D794106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38:notes">
            <a:extLst>
              <a:ext uri="{FF2B5EF4-FFF2-40B4-BE49-F238E27FC236}">
                <a16:creationId xmlns:a16="http://schemas.microsoft.com/office/drawing/2014/main" id="{5F4FFF16-4565-440E-7288-9C3432CC3F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70320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548E1878-7F70-D57D-5CED-9958131B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38:notes">
            <a:extLst>
              <a:ext uri="{FF2B5EF4-FFF2-40B4-BE49-F238E27FC236}">
                <a16:creationId xmlns:a16="http://schemas.microsoft.com/office/drawing/2014/main" id="{87FEA75F-887A-AB12-F6AE-7CD5FD30A7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38:notes">
            <a:extLst>
              <a:ext uri="{FF2B5EF4-FFF2-40B4-BE49-F238E27FC236}">
                <a16:creationId xmlns:a16="http://schemas.microsoft.com/office/drawing/2014/main" id="{3BB6BCB9-F31D-2104-E67D-E7E3597946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9726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8052FE4A-9912-51D1-7286-F41F02C65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38:notes">
            <a:extLst>
              <a:ext uri="{FF2B5EF4-FFF2-40B4-BE49-F238E27FC236}">
                <a16:creationId xmlns:a16="http://schemas.microsoft.com/office/drawing/2014/main" id="{6CEBB600-5C5E-DAD2-B925-7FB41B1E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38:notes">
            <a:extLst>
              <a:ext uri="{FF2B5EF4-FFF2-40B4-BE49-F238E27FC236}">
                <a16:creationId xmlns:a16="http://schemas.microsoft.com/office/drawing/2014/main" id="{EC34B068-BAC6-5C6B-26AD-08AC0BFE68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6836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1215A39F-C584-D297-8200-EB0328378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38:notes">
            <a:extLst>
              <a:ext uri="{FF2B5EF4-FFF2-40B4-BE49-F238E27FC236}">
                <a16:creationId xmlns:a16="http://schemas.microsoft.com/office/drawing/2014/main" id="{51F7B2AC-1D9F-0901-6413-5EC2BB71DA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38:notes">
            <a:extLst>
              <a:ext uri="{FF2B5EF4-FFF2-40B4-BE49-F238E27FC236}">
                <a16:creationId xmlns:a16="http://schemas.microsoft.com/office/drawing/2014/main" id="{73C3E1C0-12BE-8AC6-BACA-073759285D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63798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>
          <a:extLst>
            <a:ext uri="{FF2B5EF4-FFF2-40B4-BE49-F238E27FC236}">
              <a16:creationId xmlns:a16="http://schemas.microsoft.com/office/drawing/2014/main" id="{01C1F2D1-2F47-9BB8-AF80-31B70663E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54dda1946d_4_2685:notes">
            <a:extLst>
              <a:ext uri="{FF2B5EF4-FFF2-40B4-BE49-F238E27FC236}">
                <a16:creationId xmlns:a16="http://schemas.microsoft.com/office/drawing/2014/main" id="{24CBAF1F-25C5-0DC4-A1AF-3B2446E068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54dda1946d_4_2685:notes">
            <a:extLst>
              <a:ext uri="{FF2B5EF4-FFF2-40B4-BE49-F238E27FC236}">
                <a16:creationId xmlns:a16="http://schemas.microsoft.com/office/drawing/2014/main" id="{73210F1D-7876-2BA4-2F20-A07CE7A6BA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73357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>
          <a:extLst>
            <a:ext uri="{FF2B5EF4-FFF2-40B4-BE49-F238E27FC236}">
              <a16:creationId xmlns:a16="http://schemas.microsoft.com/office/drawing/2014/main" id="{685EC7E0-E4A1-9EF7-B1C9-E3AB3596E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54dda1946d_4_2685:notes">
            <a:extLst>
              <a:ext uri="{FF2B5EF4-FFF2-40B4-BE49-F238E27FC236}">
                <a16:creationId xmlns:a16="http://schemas.microsoft.com/office/drawing/2014/main" id="{30D5DF8B-4A63-54ED-B9F9-EAEF359771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54dda1946d_4_2685:notes">
            <a:extLst>
              <a:ext uri="{FF2B5EF4-FFF2-40B4-BE49-F238E27FC236}">
                <a16:creationId xmlns:a16="http://schemas.microsoft.com/office/drawing/2014/main" id="{ACEC2EA0-16B7-BE71-51FD-F7D7FE4831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249861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>
          <a:extLst>
            <a:ext uri="{FF2B5EF4-FFF2-40B4-BE49-F238E27FC236}">
              <a16:creationId xmlns:a16="http://schemas.microsoft.com/office/drawing/2014/main" id="{A57BD68D-56B8-0908-3EDE-AF1997DB6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54dda1946d_4_2685:notes">
            <a:extLst>
              <a:ext uri="{FF2B5EF4-FFF2-40B4-BE49-F238E27FC236}">
                <a16:creationId xmlns:a16="http://schemas.microsoft.com/office/drawing/2014/main" id="{D9608989-33C0-1108-AFD8-2F2EF5A17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54dda1946d_4_2685:notes">
            <a:extLst>
              <a:ext uri="{FF2B5EF4-FFF2-40B4-BE49-F238E27FC236}">
                <a16:creationId xmlns:a16="http://schemas.microsoft.com/office/drawing/2014/main" id="{4DAC4EA7-6BA7-51E4-DF8F-8113739DC8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32147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>
          <a:extLst>
            <a:ext uri="{FF2B5EF4-FFF2-40B4-BE49-F238E27FC236}">
              <a16:creationId xmlns:a16="http://schemas.microsoft.com/office/drawing/2014/main" id="{11C2D6CB-36A2-47BA-8493-E860C37B6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54dda1946d_4_2685:notes">
            <a:extLst>
              <a:ext uri="{FF2B5EF4-FFF2-40B4-BE49-F238E27FC236}">
                <a16:creationId xmlns:a16="http://schemas.microsoft.com/office/drawing/2014/main" id="{7240D3A8-7A88-9609-B96B-2E82BC7547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54dda1946d_4_2685:notes">
            <a:extLst>
              <a:ext uri="{FF2B5EF4-FFF2-40B4-BE49-F238E27FC236}">
                <a16:creationId xmlns:a16="http://schemas.microsoft.com/office/drawing/2014/main" id="{F656A5EB-0D5A-7392-D353-47D57A1DE3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16437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>
          <a:extLst>
            <a:ext uri="{FF2B5EF4-FFF2-40B4-BE49-F238E27FC236}">
              <a16:creationId xmlns:a16="http://schemas.microsoft.com/office/drawing/2014/main" id="{8228B42E-F224-7098-C194-CE1E35462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54dda1946d_4_2685:notes">
            <a:extLst>
              <a:ext uri="{FF2B5EF4-FFF2-40B4-BE49-F238E27FC236}">
                <a16:creationId xmlns:a16="http://schemas.microsoft.com/office/drawing/2014/main" id="{97BDCBAE-8CA5-87DD-AA62-DC6CBC51EF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54dda1946d_4_2685:notes">
            <a:extLst>
              <a:ext uri="{FF2B5EF4-FFF2-40B4-BE49-F238E27FC236}">
                <a16:creationId xmlns:a16="http://schemas.microsoft.com/office/drawing/2014/main" id="{37B17833-C056-B8BF-33FD-5EAF4FB2E1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93340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>
          <a:extLst>
            <a:ext uri="{FF2B5EF4-FFF2-40B4-BE49-F238E27FC236}">
              <a16:creationId xmlns:a16="http://schemas.microsoft.com/office/drawing/2014/main" id="{296C8BE5-1D62-34AD-1DA9-C1376F75A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54dda1946d_4_2685:notes">
            <a:extLst>
              <a:ext uri="{FF2B5EF4-FFF2-40B4-BE49-F238E27FC236}">
                <a16:creationId xmlns:a16="http://schemas.microsoft.com/office/drawing/2014/main" id="{C5C8EAEB-6020-2370-F2DD-5BB3307471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54dda1946d_4_2685:notes">
            <a:extLst>
              <a:ext uri="{FF2B5EF4-FFF2-40B4-BE49-F238E27FC236}">
                <a16:creationId xmlns:a16="http://schemas.microsoft.com/office/drawing/2014/main" id="{85684AB5-9FA3-E5C6-5168-E2DE20EEF6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092630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>
          <a:extLst>
            <a:ext uri="{FF2B5EF4-FFF2-40B4-BE49-F238E27FC236}">
              <a16:creationId xmlns:a16="http://schemas.microsoft.com/office/drawing/2014/main" id="{27475DD0-9DE9-A97E-A150-CB272AB90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54dda1946d_4_2685:notes">
            <a:extLst>
              <a:ext uri="{FF2B5EF4-FFF2-40B4-BE49-F238E27FC236}">
                <a16:creationId xmlns:a16="http://schemas.microsoft.com/office/drawing/2014/main" id="{3157F1D3-9820-A522-C69B-FA6146A0B4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54dda1946d_4_2685:notes">
            <a:extLst>
              <a:ext uri="{FF2B5EF4-FFF2-40B4-BE49-F238E27FC236}">
                <a16:creationId xmlns:a16="http://schemas.microsoft.com/office/drawing/2014/main" id="{BEB32856-6782-2445-D095-35C247F320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46225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>
          <a:extLst>
            <a:ext uri="{FF2B5EF4-FFF2-40B4-BE49-F238E27FC236}">
              <a16:creationId xmlns:a16="http://schemas.microsoft.com/office/drawing/2014/main" id="{0CF4A819-36D5-729A-474B-FD36235C3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54dda1946d_4_2685:notes">
            <a:extLst>
              <a:ext uri="{FF2B5EF4-FFF2-40B4-BE49-F238E27FC236}">
                <a16:creationId xmlns:a16="http://schemas.microsoft.com/office/drawing/2014/main" id="{10F67B91-33A1-95E4-6994-185A2C412B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54dda1946d_4_2685:notes">
            <a:extLst>
              <a:ext uri="{FF2B5EF4-FFF2-40B4-BE49-F238E27FC236}">
                <a16:creationId xmlns:a16="http://schemas.microsoft.com/office/drawing/2014/main" id="{26F98415-C006-DB4D-1E92-EAD280D974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91170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>
          <a:extLst>
            <a:ext uri="{FF2B5EF4-FFF2-40B4-BE49-F238E27FC236}">
              <a16:creationId xmlns:a16="http://schemas.microsoft.com/office/drawing/2014/main" id="{6356A477-C675-5CD3-5F9C-8DCFACC92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54dda1946d_4_2685:notes">
            <a:extLst>
              <a:ext uri="{FF2B5EF4-FFF2-40B4-BE49-F238E27FC236}">
                <a16:creationId xmlns:a16="http://schemas.microsoft.com/office/drawing/2014/main" id="{BA6B4369-F251-EACD-7BE0-A45D1ACA93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54dda1946d_4_2685:notes">
            <a:extLst>
              <a:ext uri="{FF2B5EF4-FFF2-40B4-BE49-F238E27FC236}">
                <a16:creationId xmlns:a16="http://schemas.microsoft.com/office/drawing/2014/main" id="{9726F5E5-A659-F9F9-38EB-259BF206FF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643643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>
          <a:extLst>
            <a:ext uri="{FF2B5EF4-FFF2-40B4-BE49-F238E27FC236}">
              <a16:creationId xmlns:a16="http://schemas.microsoft.com/office/drawing/2014/main" id="{C9179455-2CE0-8B02-967B-DDEF15A7F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54dda1946d_4_2685:notes">
            <a:extLst>
              <a:ext uri="{FF2B5EF4-FFF2-40B4-BE49-F238E27FC236}">
                <a16:creationId xmlns:a16="http://schemas.microsoft.com/office/drawing/2014/main" id="{3858F3B7-07E1-4686-7036-FB9EEAE6D7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54dda1946d_4_2685:notes">
            <a:extLst>
              <a:ext uri="{FF2B5EF4-FFF2-40B4-BE49-F238E27FC236}">
                <a16:creationId xmlns:a16="http://schemas.microsoft.com/office/drawing/2014/main" id="{154371D1-2404-FD96-A209-F765B939C4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3365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>
          <a:extLst>
            <a:ext uri="{FF2B5EF4-FFF2-40B4-BE49-F238E27FC236}">
              <a16:creationId xmlns:a16="http://schemas.microsoft.com/office/drawing/2014/main" id="{B0645D08-AB90-53FB-052B-6D435FAF1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54dda1946d_4_2685:notes">
            <a:extLst>
              <a:ext uri="{FF2B5EF4-FFF2-40B4-BE49-F238E27FC236}">
                <a16:creationId xmlns:a16="http://schemas.microsoft.com/office/drawing/2014/main" id="{17FE4E26-776A-4769-2FA9-438B46455D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54dda1946d_4_2685:notes">
            <a:extLst>
              <a:ext uri="{FF2B5EF4-FFF2-40B4-BE49-F238E27FC236}">
                <a16:creationId xmlns:a16="http://schemas.microsoft.com/office/drawing/2014/main" id="{E6F4465D-1E59-C2E3-E699-296FBB0C55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37766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>
          <a:extLst>
            <a:ext uri="{FF2B5EF4-FFF2-40B4-BE49-F238E27FC236}">
              <a16:creationId xmlns:a16="http://schemas.microsoft.com/office/drawing/2014/main" id="{670C7C72-C440-DBCC-BD96-144ECAF88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54dda1946d_4_2685:notes">
            <a:extLst>
              <a:ext uri="{FF2B5EF4-FFF2-40B4-BE49-F238E27FC236}">
                <a16:creationId xmlns:a16="http://schemas.microsoft.com/office/drawing/2014/main" id="{261E38DD-269F-2FAB-370F-FC3F7FC528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54dda1946d_4_2685:notes">
            <a:extLst>
              <a:ext uri="{FF2B5EF4-FFF2-40B4-BE49-F238E27FC236}">
                <a16:creationId xmlns:a16="http://schemas.microsoft.com/office/drawing/2014/main" id="{74B9CD59-E41A-22C1-BE4F-C1E0A27F80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11767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>
          <a:extLst>
            <a:ext uri="{FF2B5EF4-FFF2-40B4-BE49-F238E27FC236}">
              <a16:creationId xmlns:a16="http://schemas.microsoft.com/office/drawing/2014/main" id="{860658AD-AB59-0418-AF25-3A2DF8DAA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54dda1946d_4_2685:notes">
            <a:extLst>
              <a:ext uri="{FF2B5EF4-FFF2-40B4-BE49-F238E27FC236}">
                <a16:creationId xmlns:a16="http://schemas.microsoft.com/office/drawing/2014/main" id="{F32461B1-A53B-6C44-887B-91534ED6FD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54dda1946d_4_2685:notes">
            <a:extLst>
              <a:ext uri="{FF2B5EF4-FFF2-40B4-BE49-F238E27FC236}">
                <a16:creationId xmlns:a16="http://schemas.microsoft.com/office/drawing/2014/main" id="{84E75F9B-41B3-E29E-EBB8-8108CE254A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43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61807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>
          <a:extLst>
            <a:ext uri="{FF2B5EF4-FFF2-40B4-BE49-F238E27FC236}">
              <a16:creationId xmlns:a16="http://schemas.microsoft.com/office/drawing/2014/main" id="{EF3330CE-B55B-D9E2-E024-C2580529E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54dda1946d_4_2685:notes">
            <a:extLst>
              <a:ext uri="{FF2B5EF4-FFF2-40B4-BE49-F238E27FC236}">
                <a16:creationId xmlns:a16="http://schemas.microsoft.com/office/drawing/2014/main" id="{A4020255-CEB6-55B5-AAEF-EE219A05BB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54dda1946d_4_2685:notes">
            <a:extLst>
              <a:ext uri="{FF2B5EF4-FFF2-40B4-BE49-F238E27FC236}">
                <a16:creationId xmlns:a16="http://schemas.microsoft.com/office/drawing/2014/main" id="{6C446232-F401-5B19-0587-8DF4B9E1F3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611453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>
          <a:extLst>
            <a:ext uri="{FF2B5EF4-FFF2-40B4-BE49-F238E27FC236}">
              <a16:creationId xmlns:a16="http://schemas.microsoft.com/office/drawing/2014/main" id="{96209000-5F4B-DD7F-0266-D12A1C029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54dda1946d_4_2685:notes">
            <a:extLst>
              <a:ext uri="{FF2B5EF4-FFF2-40B4-BE49-F238E27FC236}">
                <a16:creationId xmlns:a16="http://schemas.microsoft.com/office/drawing/2014/main" id="{695DA1F0-E1B2-D250-C5D1-FE146661D3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54dda1946d_4_2685:notes">
            <a:extLst>
              <a:ext uri="{FF2B5EF4-FFF2-40B4-BE49-F238E27FC236}">
                <a16:creationId xmlns:a16="http://schemas.microsoft.com/office/drawing/2014/main" id="{B4C7BF25-7689-137F-4F90-3D30795209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03236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>
          <a:extLst>
            <a:ext uri="{FF2B5EF4-FFF2-40B4-BE49-F238E27FC236}">
              <a16:creationId xmlns:a16="http://schemas.microsoft.com/office/drawing/2014/main" id="{9CB135CF-42A6-50DE-EE53-E39DA9006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54dda1946d_4_2685:notes">
            <a:extLst>
              <a:ext uri="{FF2B5EF4-FFF2-40B4-BE49-F238E27FC236}">
                <a16:creationId xmlns:a16="http://schemas.microsoft.com/office/drawing/2014/main" id="{15C956C5-0963-6F03-03E1-CAE19C5DF8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54dda1946d_4_2685:notes">
            <a:extLst>
              <a:ext uri="{FF2B5EF4-FFF2-40B4-BE49-F238E27FC236}">
                <a16:creationId xmlns:a16="http://schemas.microsoft.com/office/drawing/2014/main" id="{14DF5207-CF34-1150-1D04-654780329F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45388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>
          <a:extLst>
            <a:ext uri="{FF2B5EF4-FFF2-40B4-BE49-F238E27FC236}">
              <a16:creationId xmlns:a16="http://schemas.microsoft.com/office/drawing/2014/main" id="{4FF31529-9B72-B62A-384D-4DB37A920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54dda1946d_4_2685:notes">
            <a:extLst>
              <a:ext uri="{FF2B5EF4-FFF2-40B4-BE49-F238E27FC236}">
                <a16:creationId xmlns:a16="http://schemas.microsoft.com/office/drawing/2014/main" id="{90A0F4F7-A219-1877-269F-CF68AD8D8D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54dda1946d_4_2685:notes">
            <a:extLst>
              <a:ext uri="{FF2B5EF4-FFF2-40B4-BE49-F238E27FC236}">
                <a16:creationId xmlns:a16="http://schemas.microsoft.com/office/drawing/2014/main" id="{F43274E2-CFD6-196E-6A3A-F092AAD851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06057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6">
          <a:extLst>
            <a:ext uri="{FF2B5EF4-FFF2-40B4-BE49-F238E27FC236}">
              <a16:creationId xmlns:a16="http://schemas.microsoft.com/office/drawing/2014/main" id="{0F821C8D-644F-C742-B588-D8DB6CBB1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54dda1946d_4_2726:notes">
            <a:extLst>
              <a:ext uri="{FF2B5EF4-FFF2-40B4-BE49-F238E27FC236}">
                <a16:creationId xmlns:a16="http://schemas.microsoft.com/office/drawing/2014/main" id="{BE93A349-F9B1-326D-6D9C-FB71FE3BB2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54dda1946d_4_2726:notes">
            <a:extLst>
              <a:ext uri="{FF2B5EF4-FFF2-40B4-BE49-F238E27FC236}">
                <a16:creationId xmlns:a16="http://schemas.microsoft.com/office/drawing/2014/main" id="{B9E090C5-C039-0DF5-4E51-7977F0490F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9372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54dda1946d_4_2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54dda1946d_4_2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6">
          <a:extLst>
            <a:ext uri="{FF2B5EF4-FFF2-40B4-BE49-F238E27FC236}">
              <a16:creationId xmlns:a16="http://schemas.microsoft.com/office/drawing/2014/main" id="{F90653EE-EAF3-98BB-A761-DB6677510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54dda1946d_4_2689:notes">
            <a:extLst>
              <a:ext uri="{FF2B5EF4-FFF2-40B4-BE49-F238E27FC236}">
                <a16:creationId xmlns:a16="http://schemas.microsoft.com/office/drawing/2014/main" id="{63E67355-AA32-0A66-933D-9111DB7A40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54dda1946d_4_2689:notes">
            <a:extLst>
              <a:ext uri="{FF2B5EF4-FFF2-40B4-BE49-F238E27FC236}">
                <a16:creationId xmlns:a16="http://schemas.microsoft.com/office/drawing/2014/main" id="{784079EE-6F51-8B60-A315-69BA514E65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37048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6">
          <a:extLst>
            <a:ext uri="{FF2B5EF4-FFF2-40B4-BE49-F238E27FC236}">
              <a16:creationId xmlns:a16="http://schemas.microsoft.com/office/drawing/2014/main" id="{89391B6F-BD53-C02C-173A-553FB304A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54dda1946d_4_2689:notes">
            <a:extLst>
              <a:ext uri="{FF2B5EF4-FFF2-40B4-BE49-F238E27FC236}">
                <a16:creationId xmlns:a16="http://schemas.microsoft.com/office/drawing/2014/main" id="{C5DA9CF7-384A-8655-5DD1-7C43A3501E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54dda1946d_4_2689:notes">
            <a:extLst>
              <a:ext uri="{FF2B5EF4-FFF2-40B4-BE49-F238E27FC236}">
                <a16:creationId xmlns:a16="http://schemas.microsoft.com/office/drawing/2014/main" id="{BF25990A-F385-C299-754C-F6D77436E3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16326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6">
          <a:extLst>
            <a:ext uri="{FF2B5EF4-FFF2-40B4-BE49-F238E27FC236}">
              <a16:creationId xmlns:a16="http://schemas.microsoft.com/office/drawing/2014/main" id="{69B06288-9999-7050-0465-6F8DBA281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54dda1946d_4_2689:notes">
            <a:extLst>
              <a:ext uri="{FF2B5EF4-FFF2-40B4-BE49-F238E27FC236}">
                <a16:creationId xmlns:a16="http://schemas.microsoft.com/office/drawing/2014/main" id="{FB34F3FC-F318-E805-130A-496F2998F3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54dda1946d_4_2689:notes">
            <a:extLst>
              <a:ext uri="{FF2B5EF4-FFF2-40B4-BE49-F238E27FC236}">
                <a16:creationId xmlns:a16="http://schemas.microsoft.com/office/drawing/2014/main" id="{423A767B-88B7-DA18-E733-FFF05ED91B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535083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6">
          <a:extLst>
            <a:ext uri="{FF2B5EF4-FFF2-40B4-BE49-F238E27FC236}">
              <a16:creationId xmlns:a16="http://schemas.microsoft.com/office/drawing/2014/main" id="{2B67AC9D-20A8-9DC1-6681-0EDE1C35E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54dda1946d_4_2689:notes">
            <a:extLst>
              <a:ext uri="{FF2B5EF4-FFF2-40B4-BE49-F238E27FC236}">
                <a16:creationId xmlns:a16="http://schemas.microsoft.com/office/drawing/2014/main" id="{41A49CF9-976C-3D57-BDC3-FC2EEE1821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54dda1946d_4_2689:notes">
            <a:extLst>
              <a:ext uri="{FF2B5EF4-FFF2-40B4-BE49-F238E27FC236}">
                <a16:creationId xmlns:a16="http://schemas.microsoft.com/office/drawing/2014/main" id="{38CDB1E9-9C18-6B52-67DB-928CC07E45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46181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6">
          <a:extLst>
            <a:ext uri="{FF2B5EF4-FFF2-40B4-BE49-F238E27FC236}">
              <a16:creationId xmlns:a16="http://schemas.microsoft.com/office/drawing/2014/main" id="{78F5AD1B-AE8D-D8A6-1B46-EDBAF0439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54dda1946d_4_2679:notes">
            <a:extLst>
              <a:ext uri="{FF2B5EF4-FFF2-40B4-BE49-F238E27FC236}">
                <a16:creationId xmlns:a16="http://schemas.microsoft.com/office/drawing/2014/main" id="{9AD2AF65-C803-ED33-1057-D9C9D4CDD4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54dda1946d_4_2679:notes">
            <a:extLst>
              <a:ext uri="{FF2B5EF4-FFF2-40B4-BE49-F238E27FC236}">
                <a16:creationId xmlns:a16="http://schemas.microsoft.com/office/drawing/2014/main" id="{ABE85286-220B-BFFD-51E3-9AAD821717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5607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644614" y="-2747525"/>
            <a:ext cx="12278718" cy="10475804"/>
            <a:chOff x="-1644614" y="-2747525"/>
            <a:chExt cx="12278718" cy="10475804"/>
          </a:xfrm>
        </p:grpSpPr>
        <p:sp>
          <p:nvSpPr>
            <p:cNvPr id="10" name="Google Shape;10;p2"/>
            <p:cNvSpPr/>
            <p:nvPr/>
          </p:nvSpPr>
          <p:spPr>
            <a:xfrm rot="-2526399">
              <a:off x="5593085" y="3029310"/>
              <a:ext cx="4356710" cy="3718191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 rot="7128784">
              <a:off x="8363688" y="1001192"/>
              <a:ext cx="1703625" cy="1100471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rot="1490198">
              <a:off x="-1039429" y="-1920903"/>
              <a:ext cx="4803426" cy="3939324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713225" y="2634850"/>
            <a:ext cx="3862500" cy="138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 b="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713225" y="3970798"/>
            <a:ext cx="3862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-1592614" y="-1841602"/>
            <a:ext cx="12385408" cy="9762152"/>
            <a:chOff x="-1592614" y="-1841602"/>
            <a:chExt cx="12385408" cy="9762152"/>
          </a:xfrm>
        </p:grpSpPr>
        <p:sp>
          <p:nvSpPr>
            <p:cNvPr id="50" name="Google Shape;50;p5"/>
            <p:cNvSpPr/>
            <p:nvPr/>
          </p:nvSpPr>
          <p:spPr>
            <a:xfrm rot="-2930233">
              <a:off x="-1132229" y="4127838"/>
              <a:ext cx="3690906" cy="2898776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 rot="1287706" flipH="1">
              <a:off x="7067490" y="-1325546"/>
              <a:ext cx="3339997" cy="2739156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" name="Google Shape;52;p5"/>
          <p:cNvGrpSpPr/>
          <p:nvPr/>
        </p:nvGrpSpPr>
        <p:grpSpPr>
          <a:xfrm>
            <a:off x="200218" y="4192521"/>
            <a:ext cx="1459676" cy="1092353"/>
            <a:chOff x="200218" y="4192521"/>
            <a:chExt cx="1459676" cy="1092353"/>
          </a:xfrm>
        </p:grpSpPr>
        <p:grpSp>
          <p:nvGrpSpPr>
            <p:cNvPr id="53" name="Google Shape;53;p5"/>
            <p:cNvGrpSpPr/>
            <p:nvPr/>
          </p:nvGrpSpPr>
          <p:grpSpPr>
            <a:xfrm>
              <a:off x="200218" y="4192521"/>
              <a:ext cx="885750" cy="572682"/>
              <a:chOff x="6798158" y="1294585"/>
              <a:chExt cx="1158600" cy="749094"/>
            </a:xfrm>
          </p:grpSpPr>
          <p:sp>
            <p:nvSpPr>
              <p:cNvPr id="54" name="Google Shape;54;p5"/>
              <p:cNvSpPr/>
              <p:nvPr/>
            </p:nvSpPr>
            <p:spPr>
              <a:xfrm>
                <a:off x="6798158" y="1365379"/>
                <a:ext cx="1158600" cy="678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6798158" y="1294585"/>
                <a:ext cx="1158534" cy="70794"/>
              </a:xfrm>
              <a:custGeom>
                <a:avLst/>
                <a:gdLst/>
                <a:ahLst/>
                <a:cxnLst/>
                <a:rect l="l" t="t" r="r" b="b"/>
                <a:pathLst>
                  <a:path w="1325" h="81" extrusionOk="0">
                    <a:moveTo>
                      <a:pt x="1286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17" y="0"/>
                      <a:pt x="0" y="18"/>
                      <a:pt x="0" y="39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1325" y="81"/>
                      <a:pt x="1325" y="81"/>
                      <a:pt x="1325" y="81"/>
                    </a:cubicBezTo>
                    <a:cubicBezTo>
                      <a:pt x="1325" y="39"/>
                      <a:pt x="1325" y="39"/>
                      <a:pt x="1325" y="39"/>
                    </a:cubicBezTo>
                    <a:cubicBezTo>
                      <a:pt x="1325" y="18"/>
                      <a:pt x="1307" y="0"/>
                      <a:pt x="12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6828772" y="1314675"/>
                <a:ext cx="324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5"/>
              <p:cNvSpPr/>
              <p:nvPr/>
            </p:nvSpPr>
            <p:spPr>
              <a:xfrm>
                <a:off x="6879476" y="1314675"/>
                <a:ext cx="315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5"/>
              <p:cNvSpPr/>
              <p:nvPr/>
            </p:nvSpPr>
            <p:spPr>
              <a:xfrm>
                <a:off x="6929223" y="1314675"/>
                <a:ext cx="315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6875649" y="1423736"/>
                <a:ext cx="1000682" cy="544349"/>
              </a:xfrm>
              <a:custGeom>
                <a:avLst/>
                <a:gdLst/>
                <a:ahLst/>
                <a:cxnLst/>
                <a:rect l="l" t="t" r="r" b="b"/>
                <a:pathLst>
                  <a:path w="1046" h="569" extrusionOk="0">
                    <a:moveTo>
                      <a:pt x="1046" y="569"/>
                    </a:moveTo>
                    <a:lnTo>
                      <a:pt x="0" y="569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563"/>
                    </a:lnTo>
                    <a:lnTo>
                      <a:pt x="1046" y="563"/>
                    </a:lnTo>
                    <a:lnTo>
                      <a:pt x="1046" y="56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5"/>
              <p:cNvSpPr/>
              <p:nvPr/>
            </p:nvSpPr>
            <p:spPr>
              <a:xfrm>
                <a:off x="6923483" y="1727959"/>
                <a:ext cx="98400" cy="201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5"/>
              <p:cNvSpPr/>
              <p:nvPr/>
            </p:nvSpPr>
            <p:spPr>
              <a:xfrm>
                <a:off x="7082291" y="1443826"/>
                <a:ext cx="97500" cy="485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>
                <a:off x="7241099" y="1562454"/>
                <a:ext cx="97500" cy="3666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>
                <a:off x="7398951" y="1626552"/>
                <a:ext cx="98400" cy="302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5"/>
              <p:cNvSpPr/>
              <p:nvPr/>
            </p:nvSpPr>
            <p:spPr>
              <a:xfrm>
                <a:off x="7558715" y="1704042"/>
                <a:ext cx="97500" cy="225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>
                <a:off x="7716567" y="1443826"/>
                <a:ext cx="97500" cy="485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6923483" y="1992002"/>
                <a:ext cx="984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7082291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7241099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7398951" y="1992002"/>
                <a:ext cx="984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7558715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7716567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" name="Google Shape;72;p5"/>
            <p:cNvGrpSpPr/>
            <p:nvPr/>
          </p:nvGrpSpPr>
          <p:grpSpPr>
            <a:xfrm>
              <a:off x="840230" y="4442788"/>
              <a:ext cx="819663" cy="842085"/>
              <a:chOff x="777043" y="2258113"/>
              <a:chExt cx="819663" cy="842085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1263102" y="2750450"/>
                <a:ext cx="79814" cy="83402"/>
              </a:xfrm>
              <a:custGeom>
                <a:avLst/>
                <a:gdLst/>
                <a:ahLst/>
                <a:cxnLst/>
                <a:rect l="l" t="t" r="r" b="b"/>
                <a:pathLst>
                  <a:path w="89" h="93" extrusionOk="0">
                    <a:moveTo>
                      <a:pt x="0" y="0"/>
                    </a:moveTo>
                    <a:lnTo>
                      <a:pt x="89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4" name="Google Shape;74;p5"/>
              <p:cNvCxnSpPr/>
              <p:nvPr/>
            </p:nvCxnSpPr>
            <p:spPr>
              <a:xfrm>
                <a:off x="1263102" y="2750450"/>
                <a:ext cx="79800" cy="831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75" name="Google Shape;75;p5"/>
              <p:cNvSpPr/>
              <p:nvPr/>
            </p:nvSpPr>
            <p:spPr>
              <a:xfrm>
                <a:off x="1247856" y="2735204"/>
                <a:ext cx="111202" cy="112996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26" extrusionOk="0">
                    <a:moveTo>
                      <a:pt x="89" y="126"/>
                    </a:moveTo>
                    <a:lnTo>
                      <a:pt x="124" y="93"/>
                    </a:lnTo>
                    <a:lnTo>
                      <a:pt x="36" y="0"/>
                    </a:lnTo>
                    <a:lnTo>
                      <a:pt x="0" y="33"/>
                    </a:lnTo>
                    <a:lnTo>
                      <a:pt x="89" y="1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1302560" y="2791702"/>
                <a:ext cx="294146" cy="308496"/>
              </a:xfrm>
              <a:custGeom>
                <a:avLst/>
                <a:gdLst/>
                <a:ahLst/>
                <a:cxnLst/>
                <a:rect l="l" t="t" r="r" b="b"/>
                <a:pathLst>
                  <a:path w="359" h="376" extrusionOk="0">
                    <a:moveTo>
                      <a:pt x="358" y="296"/>
                    </a:moveTo>
                    <a:cubicBezTo>
                      <a:pt x="359" y="306"/>
                      <a:pt x="355" y="316"/>
                      <a:pt x="347" y="323"/>
                    </a:cubicBezTo>
                    <a:cubicBezTo>
                      <a:pt x="321" y="348"/>
                      <a:pt x="321" y="348"/>
                      <a:pt x="321" y="348"/>
                    </a:cubicBezTo>
                    <a:cubicBezTo>
                      <a:pt x="307" y="361"/>
                      <a:pt x="307" y="361"/>
                      <a:pt x="307" y="361"/>
                    </a:cubicBezTo>
                    <a:cubicBezTo>
                      <a:pt x="292" y="376"/>
                      <a:pt x="268" y="375"/>
                      <a:pt x="254" y="359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93" y="3"/>
                      <a:pt x="93" y="3"/>
                      <a:pt x="93" y="3"/>
                    </a:cubicBezTo>
                    <a:cubicBezTo>
                      <a:pt x="347" y="269"/>
                      <a:pt x="347" y="269"/>
                      <a:pt x="347" y="269"/>
                    </a:cubicBezTo>
                    <a:cubicBezTo>
                      <a:pt x="355" y="277"/>
                      <a:pt x="358" y="287"/>
                      <a:pt x="358" y="296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1302560" y="2867033"/>
                <a:ext cx="293250" cy="228681"/>
              </a:xfrm>
              <a:custGeom>
                <a:avLst/>
                <a:gdLst/>
                <a:ahLst/>
                <a:cxnLst/>
                <a:rect l="l" t="t" r="r" b="b"/>
                <a:pathLst>
                  <a:path w="358" h="279" extrusionOk="0">
                    <a:moveTo>
                      <a:pt x="0" y="0"/>
                    </a:moveTo>
                    <a:cubicBezTo>
                      <a:pt x="254" y="267"/>
                      <a:pt x="254" y="267"/>
                      <a:pt x="254" y="267"/>
                    </a:cubicBezTo>
                    <a:cubicBezTo>
                      <a:pt x="261" y="275"/>
                      <a:pt x="272" y="279"/>
                      <a:pt x="282" y="279"/>
                    </a:cubicBezTo>
                    <a:cubicBezTo>
                      <a:pt x="291" y="279"/>
                      <a:pt x="300" y="276"/>
                      <a:pt x="307" y="269"/>
                    </a:cubicBezTo>
                    <a:cubicBezTo>
                      <a:pt x="321" y="256"/>
                      <a:pt x="321" y="256"/>
                      <a:pt x="321" y="256"/>
                    </a:cubicBezTo>
                    <a:cubicBezTo>
                      <a:pt x="347" y="231"/>
                      <a:pt x="347" y="231"/>
                      <a:pt x="347" y="231"/>
                    </a:cubicBezTo>
                    <a:cubicBezTo>
                      <a:pt x="355" y="224"/>
                      <a:pt x="358" y="214"/>
                      <a:pt x="358" y="205"/>
                    </a:cubicBezTo>
                    <a:cubicBezTo>
                      <a:pt x="358" y="205"/>
                      <a:pt x="358" y="204"/>
                      <a:pt x="358" y="204"/>
                    </a:cubicBezTo>
                    <a:cubicBezTo>
                      <a:pt x="358" y="204"/>
                      <a:pt x="358" y="204"/>
                      <a:pt x="358" y="20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845199" y="2327166"/>
                <a:ext cx="483367" cy="481576"/>
              </a:xfrm>
              <a:custGeom>
                <a:avLst/>
                <a:gdLst/>
                <a:ahLst/>
                <a:cxnLst/>
                <a:rect l="l" t="t" r="r" b="b"/>
                <a:pathLst>
                  <a:path w="589" h="588" extrusionOk="0">
                    <a:moveTo>
                      <a:pt x="295" y="0"/>
                    </a:moveTo>
                    <a:cubicBezTo>
                      <a:pt x="293" y="0"/>
                      <a:pt x="291" y="0"/>
                      <a:pt x="290" y="0"/>
                    </a:cubicBezTo>
                    <a:cubicBezTo>
                      <a:pt x="129" y="2"/>
                      <a:pt x="0" y="133"/>
                      <a:pt x="0" y="294"/>
                    </a:cubicBezTo>
                    <a:cubicBezTo>
                      <a:pt x="0" y="334"/>
                      <a:pt x="8" y="373"/>
                      <a:pt x="23" y="408"/>
                    </a:cubicBezTo>
                    <a:cubicBezTo>
                      <a:pt x="37" y="441"/>
                      <a:pt x="56" y="471"/>
                      <a:pt x="81" y="496"/>
                    </a:cubicBezTo>
                    <a:cubicBezTo>
                      <a:pt x="97" y="513"/>
                      <a:pt x="115" y="528"/>
                      <a:pt x="134" y="541"/>
                    </a:cubicBezTo>
                    <a:cubicBezTo>
                      <a:pt x="180" y="571"/>
                      <a:pt x="235" y="588"/>
                      <a:pt x="295" y="588"/>
                    </a:cubicBezTo>
                    <a:cubicBezTo>
                      <a:pt x="309" y="588"/>
                      <a:pt x="323" y="587"/>
                      <a:pt x="337" y="585"/>
                    </a:cubicBezTo>
                    <a:cubicBezTo>
                      <a:pt x="479" y="565"/>
                      <a:pt x="589" y="442"/>
                      <a:pt x="589" y="294"/>
                    </a:cubicBezTo>
                    <a:cubicBezTo>
                      <a:pt x="589" y="267"/>
                      <a:pt x="585" y="241"/>
                      <a:pt x="578" y="216"/>
                    </a:cubicBezTo>
                    <a:cubicBezTo>
                      <a:pt x="559" y="146"/>
                      <a:pt x="515" y="87"/>
                      <a:pt x="457" y="48"/>
                    </a:cubicBezTo>
                    <a:cubicBezTo>
                      <a:pt x="437" y="35"/>
                      <a:pt x="416" y="25"/>
                      <a:pt x="394" y="17"/>
                    </a:cubicBezTo>
                    <a:cubicBezTo>
                      <a:pt x="363" y="6"/>
                      <a:pt x="330" y="0"/>
                      <a:pt x="295" y="0"/>
                    </a:cubicBezTo>
                  </a:path>
                </a:pathLst>
              </a:custGeom>
              <a:solidFill>
                <a:srgbClr val="FDFDFD">
                  <a:alpha val="303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955503" y="2366625"/>
                <a:ext cx="364096" cy="442117"/>
              </a:xfrm>
              <a:custGeom>
                <a:avLst/>
                <a:gdLst/>
                <a:ahLst/>
                <a:cxnLst/>
                <a:rect l="l" t="t" r="r" b="b"/>
                <a:pathLst>
                  <a:path w="444" h="540" extrusionOk="0">
                    <a:moveTo>
                      <a:pt x="444" y="168"/>
                    </a:moveTo>
                    <a:cubicBezTo>
                      <a:pt x="203" y="537"/>
                      <a:pt x="203" y="537"/>
                      <a:pt x="203" y="537"/>
                    </a:cubicBezTo>
                    <a:cubicBezTo>
                      <a:pt x="189" y="539"/>
                      <a:pt x="175" y="540"/>
                      <a:pt x="161" y="540"/>
                    </a:cubicBezTo>
                    <a:cubicBezTo>
                      <a:pt x="101" y="540"/>
                      <a:pt x="46" y="523"/>
                      <a:pt x="0" y="493"/>
                    </a:cubicBezTo>
                    <a:cubicBezTo>
                      <a:pt x="323" y="0"/>
                      <a:pt x="323" y="0"/>
                      <a:pt x="323" y="0"/>
                    </a:cubicBezTo>
                    <a:cubicBezTo>
                      <a:pt x="381" y="39"/>
                      <a:pt x="425" y="98"/>
                      <a:pt x="444" y="1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864031" y="2327166"/>
                <a:ext cx="304011" cy="406246"/>
              </a:xfrm>
              <a:custGeom>
                <a:avLst/>
                <a:gdLst/>
                <a:ahLst/>
                <a:cxnLst/>
                <a:rect l="l" t="t" r="r" b="b"/>
                <a:pathLst>
                  <a:path w="371" h="496" extrusionOk="0">
                    <a:moveTo>
                      <a:pt x="371" y="17"/>
                    </a:moveTo>
                    <a:cubicBezTo>
                      <a:pt x="58" y="496"/>
                      <a:pt x="58" y="496"/>
                      <a:pt x="58" y="496"/>
                    </a:cubicBezTo>
                    <a:cubicBezTo>
                      <a:pt x="33" y="471"/>
                      <a:pt x="14" y="441"/>
                      <a:pt x="0" y="408"/>
                    </a:cubicBezTo>
                    <a:cubicBezTo>
                      <a:pt x="267" y="0"/>
                      <a:pt x="267" y="0"/>
                      <a:pt x="267" y="0"/>
                    </a:cubicBezTo>
                    <a:cubicBezTo>
                      <a:pt x="268" y="0"/>
                      <a:pt x="270" y="0"/>
                      <a:pt x="272" y="0"/>
                    </a:cubicBezTo>
                    <a:cubicBezTo>
                      <a:pt x="307" y="0"/>
                      <a:pt x="340" y="6"/>
                      <a:pt x="371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777043" y="2258113"/>
                <a:ext cx="618783" cy="618783"/>
              </a:xfrm>
              <a:custGeom>
                <a:avLst/>
                <a:gdLst/>
                <a:ahLst/>
                <a:cxnLst/>
                <a:rect l="l" t="t" r="r" b="b"/>
                <a:pathLst>
                  <a:path w="755" h="755" extrusionOk="0">
                    <a:moveTo>
                      <a:pt x="246" y="683"/>
                    </a:moveTo>
                    <a:cubicBezTo>
                      <a:pt x="414" y="755"/>
                      <a:pt x="609" y="678"/>
                      <a:pt x="682" y="510"/>
                    </a:cubicBezTo>
                    <a:cubicBezTo>
                      <a:pt x="755" y="342"/>
                      <a:pt x="678" y="146"/>
                      <a:pt x="509" y="73"/>
                    </a:cubicBezTo>
                    <a:cubicBezTo>
                      <a:pt x="341" y="0"/>
                      <a:pt x="146" y="78"/>
                      <a:pt x="73" y="246"/>
                    </a:cubicBezTo>
                    <a:cubicBezTo>
                      <a:pt x="0" y="414"/>
                      <a:pt x="77" y="610"/>
                      <a:pt x="246" y="683"/>
                    </a:cubicBezTo>
                    <a:close/>
                    <a:moveTo>
                      <a:pt x="626" y="485"/>
                    </a:moveTo>
                    <a:cubicBezTo>
                      <a:pt x="566" y="622"/>
                      <a:pt x="407" y="685"/>
                      <a:pt x="270" y="626"/>
                    </a:cubicBezTo>
                    <a:cubicBezTo>
                      <a:pt x="133" y="567"/>
                      <a:pt x="70" y="407"/>
                      <a:pt x="129" y="271"/>
                    </a:cubicBezTo>
                    <a:cubicBezTo>
                      <a:pt x="189" y="134"/>
                      <a:pt x="348" y="71"/>
                      <a:pt x="485" y="130"/>
                    </a:cubicBezTo>
                    <a:cubicBezTo>
                      <a:pt x="622" y="189"/>
                      <a:pt x="685" y="349"/>
                      <a:pt x="626" y="48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" name="Google Shape;8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1"/>
          </p:nvPr>
        </p:nvSpPr>
        <p:spPr>
          <a:xfrm>
            <a:off x="4989827" y="2704527"/>
            <a:ext cx="31419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2"/>
          </p:nvPr>
        </p:nvSpPr>
        <p:spPr>
          <a:xfrm>
            <a:off x="1012325" y="2704527"/>
            <a:ext cx="31419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"/>
          <p:cNvSpPr txBox="1">
            <a:spLocks noGrp="1"/>
          </p:cNvSpPr>
          <p:nvPr>
            <p:ph type="subTitle" idx="3"/>
          </p:nvPr>
        </p:nvSpPr>
        <p:spPr>
          <a:xfrm>
            <a:off x="1012325" y="1962450"/>
            <a:ext cx="3141900" cy="8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subTitle" idx="4"/>
          </p:nvPr>
        </p:nvSpPr>
        <p:spPr>
          <a:xfrm>
            <a:off x="4989832" y="1962450"/>
            <a:ext cx="3141900" cy="8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87" name="Google Shape;87;p5"/>
          <p:cNvGrpSpPr/>
          <p:nvPr/>
        </p:nvGrpSpPr>
        <p:grpSpPr>
          <a:xfrm>
            <a:off x="1564677" y="-72908"/>
            <a:ext cx="7097557" cy="4838103"/>
            <a:chOff x="1564677" y="-72908"/>
            <a:chExt cx="7097557" cy="4838103"/>
          </a:xfrm>
        </p:grpSpPr>
        <p:sp>
          <p:nvSpPr>
            <p:cNvPr id="88" name="Google Shape;88;p5"/>
            <p:cNvSpPr/>
            <p:nvPr/>
          </p:nvSpPr>
          <p:spPr>
            <a:xfrm>
              <a:off x="1564677" y="44427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" name="Google Shape;89;p5"/>
            <p:cNvGrpSpPr/>
            <p:nvPr/>
          </p:nvGrpSpPr>
          <p:grpSpPr>
            <a:xfrm rot="4095745">
              <a:off x="7986209" y="-111497"/>
              <a:ext cx="451777" cy="789064"/>
              <a:chOff x="8579627" y="228750"/>
              <a:chExt cx="451723" cy="788970"/>
            </a:xfrm>
          </p:grpSpPr>
          <p:sp>
            <p:nvSpPr>
              <p:cNvPr id="90" name="Google Shape;90;p5"/>
              <p:cNvSpPr/>
              <p:nvPr/>
            </p:nvSpPr>
            <p:spPr>
              <a:xfrm>
                <a:off x="8579627" y="695320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8846775" y="228750"/>
                <a:ext cx="184575" cy="18215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4" name="Google Shape;94;p6"/>
          <p:cNvGrpSpPr/>
          <p:nvPr/>
        </p:nvGrpSpPr>
        <p:grpSpPr>
          <a:xfrm>
            <a:off x="-1067442" y="-2235586"/>
            <a:ext cx="11334362" cy="8364590"/>
            <a:chOff x="-1067442" y="-2235586"/>
            <a:chExt cx="11334362" cy="8364590"/>
          </a:xfrm>
        </p:grpSpPr>
        <p:sp>
          <p:nvSpPr>
            <p:cNvPr id="95" name="Google Shape;95;p6"/>
            <p:cNvSpPr/>
            <p:nvPr/>
          </p:nvSpPr>
          <p:spPr>
            <a:xfrm rot="-9487761">
              <a:off x="6826194" y="-1745977"/>
              <a:ext cx="3098926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6"/>
            <p:cNvSpPr/>
            <p:nvPr/>
          </p:nvSpPr>
          <p:spPr>
            <a:xfrm rot="-9880295" flipH="1">
              <a:off x="-863626" y="4019806"/>
              <a:ext cx="2249342" cy="1844701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6"/>
          <p:cNvGrpSpPr/>
          <p:nvPr/>
        </p:nvGrpSpPr>
        <p:grpSpPr>
          <a:xfrm>
            <a:off x="464702" y="228750"/>
            <a:ext cx="8566648" cy="4346120"/>
            <a:chOff x="464702" y="228750"/>
            <a:chExt cx="8566648" cy="4346120"/>
          </a:xfrm>
        </p:grpSpPr>
        <p:sp>
          <p:nvSpPr>
            <p:cNvPr id="98" name="Google Shape;98;p6"/>
            <p:cNvSpPr/>
            <p:nvPr/>
          </p:nvSpPr>
          <p:spPr>
            <a:xfrm>
              <a:off x="464702" y="42524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8579627" y="69532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8846775" y="2287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6"/>
          <p:cNvGrpSpPr/>
          <p:nvPr/>
        </p:nvGrpSpPr>
        <p:grpSpPr>
          <a:xfrm>
            <a:off x="-367865" y="3675387"/>
            <a:ext cx="1793863" cy="1346198"/>
            <a:chOff x="-367865" y="3675387"/>
            <a:chExt cx="1793863" cy="1346198"/>
          </a:xfrm>
        </p:grpSpPr>
        <p:grpSp>
          <p:nvGrpSpPr>
            <p:cNvPr id="102" name="Google Shape;102;p6"/>
            <p:cNvGrpSpPr/>
            <p:nvPr/>
          </p:nvGrpSpPr>
          <p:grpSpPr>
            <a:xfrm>
              <a:off x="791375" y="4574865"/>
              <a:ext cx="634624" cy="446720"/>
              <a:chOff x="3622711" y="1331469"/>
              <a:chExt cx="959226" cy="675313"/>
            </a:xfrm>
          </p:grpSpPr>
          <p:sp>
            <p:nvSpPr>
              <p:cNvPr id="103" name="Google Shape;103;p6"/>
              <p:cNvSpPr/>
              <p:nvPr/>
            </p:nvSpPr>
            <p:spPr>
              <a:xfrm>
                <a:off x="3622711" y="1331469"/>
                <a:ext cx="959226" cy="67531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65" extrusionOk="0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6"/>
              <p:cNvSpPr/>
              <p:nvPr/>
            </p:nvSpPr>
            <p:spPr>
              <a:xfrm>
                <a:off x="3728165" y="1367972"/>
                <a:ext cx="750345" cy="332586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64" extrusionOk="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6"/>
              <p:cNvSpPr/>
              <p:nvPr/>
            </p:nvSpPr>
            <p:spPr>
              <a:xfrm>
                <a:off x="3963408" y="1513985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6"/>
              <p:cNvSpPr/>
              <p:nvPr/>
            </p:nvSpPr>
            <p:spPr>
              <a:xfrm>
                <a:off x="4083059" y="1597131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6"/>
              <p:cNvSpPr/>
              <p:nvPr/>
            </p:nvSpPr>
            <p:spPr>
              <a:xfrm>
                <a:off x="4208792" y="144503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6"/>
              <p:cNvSpPr/>
              <p:nvPr/>
            </p:nvSpPr>
            <p:spPr>
              <a:xfrm>
                <a:off x="4332497" y="1516013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6"/>
              <p:cNvSpPr/>
              <p:nvPr/>
            </p:nvSpPr>
            <p:spPr>
              <a:xfrm>
                <a:off x="4458231" y="1351748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6"/>
              <p:cNvSpPr/>
              <p:nvPr/>
            </p:nvSpPr>
            <p:spPr>
              <a:xfrm>
                <a:off x="3709914" y="167825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6"/>
              <p:cNvSpPr/>
              <p:nvPr/>
            </p:nvSpPr>
            <p:spPr>
              <a:xfrm>
                <a:off x="3701802" y="1765453"/>
                <a:ext cx="66923" cy="152098"/>
              </a:xfrm>
              <a:custGeom>
                <a:avLst/>
                <a:gdLst/>
                <a:ahLst/>
                <a:cxnLst/>
                <a:rect l="l" t="t" r="r" b="b"/>
                <a:pathLst>
                  <a:path w="36" h="83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6"/>
              <p:cNvSpPr/>
              <p:nvPr/>
            </p:nvSpPr>
            <p:spPr>
              <a:xfrm>
                <a:off x="3825507" y="1694474"/>
                <a:ext cx="66923" cy="223076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1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6"/>
              <p:cNvSpPr/>
              <p:nvPr/>
            </p:nvSpPr>
            <p:spPr>
              <a:xfrm>
                <a:off x="3947185" y="1621467"/>
                <a:ext cx="66923" cy="296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0" extrusionOk="0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6"/>
              <p:cNvSpPr/>
              <p:nvPr/>
            </p:nvSpPr>
            <p:spPr>
              <a:xfrm>
                <a:off x="4072918" y="1678250"/>
                <a:ext cx="64895" cy="23930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9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6"/>
              <p:cNvSpPr/>
              <p:nvPr/>
            </p:nvSpPr>
            <p:spPr>
              <a:xfrm>
                <a:off x="4196624" y="1548460"/>
                <a:ext cx="66923" cy="369089"/>
              </a:xfrm>
              <a:custGeom>
                <a:avLst/>
                <a:gdLst/>
                <a:ahLst/>
                <a:cxnLst/>
                <a:rect l="l" t="t" r="r" b="b"/>
                <a:pathLst>
                  <a:path w="36" h="199" extrusionOk="0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6"/>
              <p:cNvSpPr/>
              <p:nvPr/>
            </p:nvSpPr>
            <p:spPr>
              <a:xfrm>
                <a:off x="4318302" y="1609299"/>
                <a:ext cx="66923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7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6"/>
              <p:cNvSpPr/>
              <p:nvPr/>
            </p:nvSpPr>
            <p:spPr>
              <a:xfrm>
                <a:off x="4442007" y="1459230"/>
                <a:ext cx="66923" cy="458319"/>
              </a:xfrm>
              <a:custGeom>
                <a:avLst/>
                <a:gdLst/>
                <a:ahLst/>
                <a:cxnLst/>
                <a:rect l="l" t="t" r="r" b="b"/>
                <a:pathLst>
                  <a:path w="36" h="248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" name="Google Shape;118;p6"/>
            <p:cNvGrpSpPr/>
            <p:nvPr/>
          </p:nvGrpSpPr>
          <p:grpSpPr>
            <a:xfrm>
              <a:off x="-367865" y="3675387"/>
              <a:ext cx="676370" cy="1142272"/>
              <a:chOff x="2757910" y="1240337"/>
              <a:chExt cx="676370" cy="1142272"/>
            </a:xfrm>
          </p:grpSpPr>
          <p:sp>
            <p:nvSpPr>
              <p:cNvPr id="119" name="Google Shape;119;p6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6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6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6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6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6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6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6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360200" cy="10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7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4360200" cy="29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7"/>
          <p:cNvSpPr>
            <a:spLocks noGrp="1"/>
          </p:cNvSpPr>
          <p:nvPr>
            <p:ph type="pic" idx="2"/>
          </p:nvPr>
        </p:nvSpPr>
        <p:spPr>
          <a:xfrm>
            <a:off x="5287787" y="1164750"/>
            <a:ext cx="2702100" cy="3145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es-MX"/>
          </a:p>
        </p:txBody>
      </p:sp>
      <p:grpSp>
        <p:nvGrpSpPr>
          <p:cNvPr id="131" name="Google Shape;131;p7"/>
          <p:cNvGrpSpPr/>
          <p:nvPr/>
        </p:nvGrpSpPr>
        <p:grpSpPr>
          <a:xfrm>
            <a:off x="-1074892" y="-1954336"/>
            <a:ext cx="11396924" cy="8184515"/>
            <a:chOff x="-1074892" y="-1954336"/>
            <a:chExt cx="11396924" cy="8184515"/>
          </a:xfrm>
        </p:grpSpPr>
        <p:sp>
          <p:nvSpPr>
            <p:cNvPr id="132" name="Google Shape;132;p7"/>
            <p:cNvSpPr/>
            <p:nvPr/>
          </p:nvSpPr>
          <p:spPr>
            <a:xfrm rot="-9487761">
              <a:off x="6881307" y="-1464727"/>
              <a:ext cx="3098926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7"/>
            <p:cNvSpPr/>
            <p:nvPr/>
          </p:nvSpPr>
          <p:spPr>
            <a:xfrm rot="-9880295" flipH="1">
              <a:off x="-871076" y="4120981"/>
              <a:ext cx="2249342" cy="1844701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7"/>
          <p:cNvGrpSpPr/>
          <p:nvPr/>
        </p:nvGrpSpPr>
        <p:grpSpPr>
          <a:xfrm>
            <a:off x="7702991" y="236579"/>
            <a:ext cx="1713523" cy="1256858"/>
            <a:chOff x="7702991" y="236579"/>
            <a:chExt cx="1713523" cy="1256858"/>
          </a:xfrm>
        </p:grpSpPr>
        <p:grpSp>
          <p:nvGrpSpPr>
            <p:cNvPr id="135" name="Google Shape;135;p7"/>
            <p:cNvGrpSpPr/>
            <p:nvPr/>
          </p:nvGrpSpPr>
          <p:grpSpPr>
            <a:xfrm>
              <a:off x="7702991" y="236579"/>
              <a:ext cx="428274" cy="605851"/>
              <a:chOff x="6000261" y="1225220"/>
              <a:chExt cx="627600" cy="887824"/>
            </a:xfrm>
          </p:grpSpPr>
          <p:sp>
            <p:nvSpPr>
              <p:cNvPr id="136" name="Google Shape;136;p7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7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7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7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7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7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7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7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7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7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9" name="Google Shape;149;p7"/>
            <p:cNvGrpSpPr/>
            <p:nvPr/>
          </p:nvGrpSpPr>
          <p:grpSpPr>
            <a:xfrm rot="-2376894">
              <a:off x="8771628" y="712393"/>
              <a:ext cx="471966" cy="712375"/>
              <a:chOff x="2047101" y="2145599"/>
              <a:chExt cx="407553" cy="615151"/>
            </a:xfrm>
          </p:grpSpPr>
          <p:sp>
            <p:nvSpPr>
              <p:cNvPr id="150" name="Google Shape;150;p7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7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7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7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7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7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7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7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7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7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7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7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7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7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7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7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7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7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7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7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7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7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7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7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7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7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7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0" name="Google Shape;180;p7"/>
          <p:cNvGrpSpPr/>
          <p:nvPr/>
        </p:nvGrpSpPr>
        <p:grpSpPr>
          <a:xfrm>
            <a:off x="90252" y="352520"/>
            <a:ext cx="8548512" cy="4482580"/>
            <a:chOff x="90252" y="352520"/>
            <a:chExt cx="8548512" cy="4482580"/>
          </a:xfrm>
        </p:grpSpPr>
        <p:sp>
          <p:nvSpPr>
            <p:cNvPr id="181" name="Google Shape;181;p7"/>
            <p:cNvSpPr/>
            <p:nvPr/>
          </p:nvSpPr>
          <p:spPr>
            <a:xfrm>
              <a:off x="8312089" y="35252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90252" y="40430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416925" y="46529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8"/>
          <p:cNvGrpSpPr/>
          <p:nvPr/>
        </p:nvGrpSpPr>
        <p:grpSpPr>
          <a:xfrm>
            <a:off x="-2012189" y="-3008195"/>
            <a:ext cx="13291278" cy="10373236"/>
            <a:chOff x="-2012189" y="-3008195"/>
            <a:chExt cx="13291278" cy="10373236"/>
          </a:xfrm>
        </p:grpSpPr>
        <p:sp>
          <p:nvSpPr>
            <p:cNvPr id="186" name="Google Shape;186;p8"/>
            <p:cNvSpPr/>
            <p:nvPr/>
          </p:nvSpPr>
          <p:spPr>
            <a:xfrm rot="-7883097">
              <a:off x="5052852" y="1477342"/>
              <a:ext cx="5631856" cy="4125620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8"/>
            <p:cNvSpPr/>
            <p:nvPr/>
          </p:nvSpPr>
          <p:spPr>
            <a:xfrm rot="-8306489">
              <a:off x="808757" y="-2235647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8"/>
            <p:cNvSpPr/>
            <p:nvPr/>
          </p:nvSpPr>
          <p:spPr>
            <a:xfrm rot="-2526298">
              <a:off x="-1507395" y="3898776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8"/>
          <p:cNvSpPr txBox="1">
            <a:spLocks noGrp="1"/>
          </p:cNvSpPr>
          <p:nvPr>
            <p:ph type="title"/>
          </p:nvPr>
        </p:nvSpPr>
        <p:spPr>
          <a:xfrm>
            <a:off x="713225" y="1655325"/>
            <a:ext cx="4919700" cy="19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9"/>
          <p:cNvSpPr txBox="1">
            <a:spLocks noGrp="1"/>
          </p:cNvSpPr>
          <p:nvPr>
            <p:ph type="subTitle" idx="1"/>
          </p:nvPr>
        </p:nvSpPr>
        <p:spPr>
          <a:xfrm>
            <a:off x="4731475" y="1538600"/>
            <a:ext cx="36993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9"/>
          <p:cNvSpPr txBox="1">
            <a:spLocks noGrp="1"/>
          </p:cNvSpPr>
          <p:nvPr>
            <p:ph type="subTitle" idx="2"/>
          </p:nvPr>
        </p:nvSpPr>
        <p:spPr>
          <a:xfrm>
            <a:off x="872400" y="1538600"/>
            <a:ext cx="36993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9"/>
          <p:cNvGrpSpPr/>
          <p:nvPr/>
        </p:nvGrpSpPr>
        <p:grpSpPr>
          <a:xfrm>
            <a:off x="-1003990" y="-1494873"/>
            <a:ext cx="12202257" cy="9246220"/>
            <a:chOff x="-1003990" y="-1494873"/>
            <a:chExt cx="12202257" cy="9246220"/>
          </a:xfrm>
        </p:grpSpPr>
        <p:sp>
          <p:nvSpPr>
            <p:cNvPr id="195" name="Google Shape;195;p9"/>
            <p:cNvSpPr/>
            <p:nvPr/>
          </p:nvSpPr>
          <p:spPr>
            <a:xfrm rot="-1862678">
              <a:off x="6571680" y="3713484"/>
              <a:ext cx="4091079" cy="3213076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9"/>
            <p:cNvSpPr/>
            <p:nvPr/>
          </p:nvSpPr>
          <p:spPr>
            <a:xfrm rot="-3988337" flipH="1">
              <a:off x="-833999" y="-1017772"/>
              <a:ext cx="2249730" cy="1845020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p9"/>
          <p:cNvGrpSpPr/>
          <p:nvPr/>
        </p:nvGrpSpPr>
        <p:grpSpPr>
          <a:xfrm>
            <a:off x="7726686" y="3223087"/>
            <a:ext cx="1740094" cy="1817570"/>
            <a:chOff x="7726686" y="3223087"/>
            <a:chExt cx="1740094" cy="1817570"/>
          </a:xfrm>
        </p:grpSpPr>
        <p:grpSp>
          <p:nvGrpSpPr>
            <p:cNvPr id="198" name="Google Shape;198;p9"/>
            <p:cNvGrpSpPr/>
            <p:nvPr/>
          </p:nvGrpSpPr>
          <p:grpSpPr>
            <a:xfrm>
              <a:off x="8790410" y="3223087"/>
              <a:ext cx="676370" cy="1142272"/>
              <a:chOff x="2757910" y="1240337"/>
              <a:chExt cx="676370" cy="1142272"/>
            </a:xfrm>
          </p:grpSpPr>
          <p:sp>
            <p:nvSpPr>
              <p:cNvPr id="199" name="Google Shape;199;p9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9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9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9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9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9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9"/>
            <p:cNvGrpSpPr/>
            <p:nvPr/>
          </p:nvGrpSpPr>
          <p:grpSpPr>
            <a:xfrm>
              <a:off x="7726686" y="4365344"/>
              <a:ext cx="959226" cy="675313"/>
              <a:chOff x="3622711" y="1331469"/>
              <a:chExt cx="959226" cy="675313"/>
            </a:xfrm>
          </p:grpSpPr>
          <p:sp>
            <p:nvSpPr>
              <p:cNvPr id="208" name="Google Shape;208;p9"/>
              <p:cNvSpPr/>
              <p:nvPr/>
            </p:nvSpPr>
            <p:spPr>
              <a:xfrm>
                <a:off x="3622711" y="1331469"/>
                <a:ext cx="959226" cy="67531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65" extrusionOk="0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9"/>
              <p:cNvSpPr/>
              <p:nvPr/>
            </p:nvSpPr>
            <p:spPr>
              <a:xfrm>
                <a:off x="3728165" y="1367972"/>
                <a:ext cx="750345" cy="332586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64" extrusionOk="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9"/>
              <p:cNvSpPr/>
              <p:nvPr/>
            </p:nvSpPr>
            <p:spPr>
              <a:xfrm>
                <a:off x="3963408" y="1513985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9"/>
              <p:cNvSpPr/>
              <p:nvPr/>
            </p:nvSpPr>
            <p:spPr>
              <a:xfrm>
                <a:off x="4083059" y="1597131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9"/>
              <p:cNvSpPr/>
              <p:nvPr/>
            </p:nvSpPr>
            <p:spPr>
              <a:xfrm>
                <a:off x="4208792" y="144503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9"/>
              <p:cNvSpPr/>
              <p:nvPr/>
            </p:nvSpPr>
            <p:spPr>
              <a:xfrm>
                <a:off x="4332497" y="1516013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9"/>
              <p:cNvSpPr/>
              <p:nvPr/>
            </p:nvSpPr>
            <p:spPr>
              <a:xfrm>
                <a:off x="4458231" y="1351748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9"/>
              <p:cNvSpPr/>
              <p:nvPr/>
            </p:nvSpPr>
            <p:spPr>
              <a:xfrm>
                <a:off x="3709914" y="167825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9"/>
              <p:cNvSpPr/>
              <p:nvPr/>
            </p:nvSpPr>
            <p:spPr>
              <a:xfrm>
                <a:off x="3701802" y="1765453"/>
                <a:ext cx="66923" cy="152098"/>
              </a:xfrm>
              <a:custGeom>
                <a:avLst/>
                <a:gdLst/>
                <a:ahLst/>
                <a:cxnLst/>
                <a:rect l="l" t="t" r="r" b="b"/>
                <a:pathLst>
                  <a:path w="36" h="83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9"/>
              <p:cNvSpPr/>
              <p:nvPr/>
            </p:nvSpPr>
            <p:spPr>
              <a:xfrm>
                <a:off x="3825507" y="1694474"/>
                <a:ext cx="66923" cy="223076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1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9"/>
              <p:cNvSpPr/>
              <p:nvPr/>
            </p:nvSpPr>
            <p:spPr>
              <a:xfrm>
                <a:off x="3947185" y="1621467"/>
                <a:ext cx="66923" cy="296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0" extrusionOk="0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9"/>
              <p:cNvSpPr/>
              <p:nvPr/>
            </p:nvSpPr>
            <p:spPr>
              <a:xfrm>
                <a:off x="4072918" y="1678250"/>
                <a:ext cx="64895" cy="23930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9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9"/>
              <p:cNvSpPr/>
              <p:nvPr/>
            </p:nvSpPr>
            <p:spPr>
              <a:xfrm>
                <a:off x="4196624" y="1548460"/>
                <a:ext cx="66923" cy="369089"/>
              </a:xfrm>
              <a:custGeom>
                <a:avLst/>
                <a:gdLst/>
                <a:ahLst/>
                <a:cxnLst/>
                <a:rect l="l" t="t" r="r" b="b"/>
                <a:pathLst>
                  <a:path w="36" h="199" extrusionOk="0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9"/>
              <p:cNvSpPr/>
              <p:nvPr/>
            </p:nvSpPr>
            <p:spPr>
              <a:xfrm>
                <a:off x="4318302" y="1609299"/>
                <a:ext cx="66923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7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9"/>
              <p:cNvSpPr/>
              <p:nvPr/>
            </p:nvSpPr>
            <p:spPr>
              <a:xfrm>
                <a:off x="4442007" y="1459230"/>
                <a:ext cx="66923" cy="458319"/>
              </a:xfrm>
              <a:custGeom>
                <a:avLst/>
                <a:gdLst/>
                <a:ahLst/>
                <a:cxnLst/>
                <a:rect l="l" t="t" r="r" b="b"/>
                <a:pathLst>
                  <a:path w="36" h="248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3" name="Google Shape;223;p9"/>
          <p:cNvGrpSpPr/>
          <p:nvPr/>
        </p:nvGrpSpPr>
        <p:grpSpPr>
          <a:xfrm>
            <a:off x="184075" y="23395"/>
            <a:ext cx="8461726" cy="4179175"/>
            <a:chOff x="184075" y="23395"/>
            <a:chExt cx="8461726" cy="4179175"/>
          </a:xfrm>
        </p:grpSpPr>
        <p:sp>
          <p:nvSpPr>
            <p:cNvPr id="224" name="Google Shape;224;p9"/>
            <p:cNvSpPr/>
            <p:nvPr/>
          </p:nvSpPr>
          <p:spPr>
            <a:xfrm>
              <a:off x="8319127" y="38801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>
              <a:off x="614752" y="233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>
              <a:off x="184075" y="4921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1"/>
          <p:cNvGrpSpPr/>
          <p:nvPr/>
        </p:nvGrpSpPr>
        <p:grpSpPr>
          <a:xfrm>
            <a:off x="-2029214" y="-2389503"/>
            <a:ext cx="12217127" cy="9357900"/>
            <a:chOff x="-2029214" y="-2389503"/>
            <a:chExt cx="12217127" cy="9357900"/>
          </a:xfrm>
        </p:grpSpPr>
        <p:sp>
          <p:nvSpPr>
            <p:cNvPr id="232" name="Google Shape;232;p11"/>
            <p:cNvSpPr/>
            <p:nvPr/>
          </p:nvSpPr>
          <p:spPr>
            <a:xfrm rot="7128936">
              <a:off x="-1270089" y="14427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1"/>
            <p:cNvSpPr/>
            <p:nvPr/>
          </p:nvSpPr>
          <p:spPr>
            <a:xfrm rot="-8306489">
              <a:off x="6312332" y="-1616947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1"/>
            <p:cNvSpPr/>
            <p:nvPr/>
          </p:nvSpPr>
          <p:spPr>
            <a:xfrm rot="-2526298">
              <a:off x="-1524420" y="-1666024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11"/>
          <p:cNvSpPr txBox="1">
            <a:spLocks noGrp="1"/>
          </p:cNvSpPr>
          <p:nvPr>
            <p:ph type="title" hasCustomPrompt="1"/>
          </p:nvPr>
        </p:nvSpPr>
        <p:spPr>
          <a:xfrm>
            <a:off x="5302675" y="2703800"/>
            <a:ext cx="3128100" cy="107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36" name="Google Shape;236;p11"/>
          <p:cNvSpPr txBox="1">
            <a:spLocks noGrp="1"/>
          </p:cNvSpPr>
          <p:nvPr>
            <p:ph type="subTitle" idx="1"/>
          </p:nvPr>
        </p:nvSpPr>
        <p:spPr>
          <a:xfrm>
            <a:off x="5302675" y="3673475"/>
            <a:ext cx="31281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14"/>
          <p:cNvSpPr txBox="1">
            <a:spLocks noGrp="1"/>
          </p:cNvSpPr>
          <p:nvPr>
            <p:ph type="subTitle" idx="1"/>
          </p:nvPr>
        </p:nvSpPr>
        <p:spPr>
          <a:xfrm>
            <a:off x="1524375" y="2060193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14"/>
          <p:cNvSpPr txBox="1">
            <a:spLocks noGrp="1"/>
          </p:cNvSpPr>
          <p:nvPr>
            <p:ph type="subTitle" idx="2"/>
          </p:nvPr>
        </p:nvSpPr>
        <p:spPr>
          <a:xfrm>
            <a:off x="5419075" y="2060193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14"/>
          <p:cNvSpPr txBox="1">
            <a:spLocks noGrp="1"/>
          </p:cNvSpPr>
          <p:nvPr>
            <p:ph type="subTitle" idx="3"/>
          </p:nvPr>
        </p:nvSpPr>
        <p:spPr>
          <a:xfrm>
            <a:off x="1524375" y="3717175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14"/>
          <p:cNvSpPr txBox="1">
            <a:spLocks noGrp="1"/>
          </p:cNvSpPr>
          <p:nvPr>
            <p:ph type="subTitle" idx="4"/>
          </p:nvPr>
        </p:nvSpPr>
        <p:spPr>
          <a:xfrm>
            <a:off x="5419075" y="3717175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14"/>
          <p:cNvSpPr txBox="1">
            <a:spLocks noGrp="1"/>
          </p:cNvSpPr>
          <p:nvPr>
            <p:ph type="title" idx="5" hasCustomPrompt="1"/>
          </p:nvPr>
        </p:nvSpPr>
        <p:spPr>
          <a:xfrm>
            <a:off x="859275" y="1424275"/>
            <a:ext cx="667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6" name="Google Shape;306;p14"/>
          <p:cNvSpPr txBox="1">
            <a:spLocks noGrp="1"/>
          </p:cNvSpPr>
          <p:nvPr>
            <p:ph type="title" idx="6" hasCustomPrompt="1"/>
          </p:nvPr>
        </p:nvSpPr>
        <p:spPr>
          <a:xfrm>
            <a:off x="859275" y="3080674"/>
            <a:ext cx="667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7" name="Google Shape;307;p14"/>
          <p:cNvSpPr txBox="1">
            <a:spLocks noGrp="1"/>
          </p:cNvSpPr>
          <p:nvPr>
            <p:ph type="title" idx="7" hasCustomPrompt="1"/>
          </p:nvPr>
        </p:nvSpPr>
        <p:spPr>
          <a:xfrm>
            <a:off x="4753977" y="1424275"/>
            <a:ext cx="665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8" name="Google Shape;308;p14"/>
          <p:cNvSpPr txBox="1">
            <a:spLocks noGrp="1"/>
          </p:cNvSpPr>
          <p:nvPr>
            <p:ph type="title" idx="8" hasCustomPrompt="1"/>
          </p:nvPr>
        </p:nvSpPr>
        <p:spPr>
          <a:xfrm>
            <a:off x="4753977" y="3080674"/>
            <a:ext cx="665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9" name="Google Shape;309;p14"/>
          <p:cNvSpPr txBox="1">
            <a:spLocks noGrp="1"/>
          </p:cNvSpPr>
          <p:nvPr>
            <p:ph type="subTitle" idx="9"/>
          </p:nvPr>
        </p:nvSpPr>
        <p:spPr>
          <a:xfrm>
            <a:off x="1524375" y="1426525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0" name="Google Shape;310;p14"/>
          <p:cNvSpPr txBox="1">
            <a:spLocks noGrp="1"/>
          </p:cNvSpPr>
          <p:nvPr>
            <p:ph type="subTitle" idx="13"/>
          </p:nvPr>
        </p:nvSpPr>
        <p:spPr>
          <a:xfrm>
            <a:off x="5419075" y="1426525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1" name="Google Shape;311;p14"/>
          <p:cNvSpPr txBox="1">
            <a:spLocks noGrp="1"/>
          </p:cNvSpPr>
          <p:nvPr>
            <p:ph type="subTitle" idx="14"/>
          </p:nvPr>
        </p:nvSpPr>
        <p:spPr>
          <a:xfrm>
            <a:off x="1524375" y="3082997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2" name="Google Shape;312;p14"/>
          <p:cNvSpPr txBox="1">
            <a:spLocks noGrp="1"/>
          </p:cNvSpPr>
          <p:nvPr>
            <p:ph type="subTitle" idx="15"/>
          </p:nvPr>
        </p:nvSpPr>
        <p:spPr>
          <a:xfrm>
            <a:off x="5419075" y="3082997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313" name="Google Shape;313;p14"/>
          <p:cNvGrpSpPr/>
          <p:nvPr/>
        </p:nvGrpSpPr>
        <p:grpSpPr>
          <a:xfrm>
            <a:off x="-1037742" y="-2235586"/>
            <a:ext cx="11304662" cy="8284665"/>
            <a:chOff x="-1037742" y="-2235586"/>
            <a:chExt cx="11304662" cy="8284665"/>
          </a:xfrm>
        </p:grpSpPr>
        <p:sp>
          <p:nvSpPr>
            <p:cNvPr id="314" name="Google Shape;314;p14"/>
            <p:cNvSpPr/>
            <p:nvPr/>
          </p:nvSpPr>
          <p:spPr>
            <a:xfrm rot="-9487761">
              <a:off x="6826194" y="-1745977"/>
              <a:ext cx="3098926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4"/>
            <p:cNvSpPr/>
            <p:nvPr/>
          </p:nvSpPr>
          <p:spPr>
            <a:xfrm rot="-9880295" flipH="1">
              <a:off x="-833926" y="3939881"/>
              <a:ext cx="2249342" cy="1844701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14"/>
          <p:cNvGrpSpPr/>
          <p:nvPr/>
        </p:nvGrpSpPr>
        <p:grpSpPr>
          <a:xfrm>
            <a:off x="-49429" y="3983121"/>
            <a:ext cx="1527509" cy="1332112"/>
            <a:chOff x="-49429" y="3983121"/>
            <a:chExt cx="1527509" cy="1332112"/>
          </a:xfrm>
        </p:grpSpPr>
        <p:grpSp>
          <p:nvGrpSpPr>
            <p:cNvPr id="317" name="Google Shape;317;p14"/>
            <p:cNvGrpSpPr/>
            <p:nvPr/>
          </p:nvGrpSpPr>
          <p:grpSpPr>
            <a:xfrm>
              <a:off x="840880" y="4718150"/>
              <a:ext cx="637200" cy="597084"/>
              <a:chOff x="1932280" y="1331475"/>
              <a:chExt cx="637200" cy="597084"/>
            </a:xfrm>
          </p:grpSpPr>
          <p:sp>
            <p:nvSpPr>
              <p:cNvPr id="318" name="Google Shape;318;p14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14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14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4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4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14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14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4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14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14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4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4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0" name="Google Shape;330;p14"/>
            <p:cNvGrpSpPr/>
            <p:nvPr/>
          </p:nvGrpSpPr>
          <p:grpSpPr>
            <a:xfrm>
              <a:off x="-49429" y="3983121"/>
              <a:ext cx="588491" cy="951052"/>
              <a:chOff x="1062996" y="1340396"/>
              <a:chExt cx="588491" cy="951052"/>
            </a:xfrm>
          </p:grpSpPr>
          <p:sp>
            <p:nvSpPr>
              <p:cNvPr id="331" name="Google Shape;331;p14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4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14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14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14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4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7" name="Google Shape;337;p14"/>
          <p:cNvGrpSpPr/>
          <p:nvPr/>
        </p:nvGrpSpPr>
        <p:grpSpPr>
          <a:xfrm>
            <a:off x="393327" y="100000"/>
            <a:ext cx="8498675" cy="4378045"/>
            <a:chOff x="393327" y="100000"/>
            <a:chExt cx="8498675" cy="4378045"/>
          </a:xfrm>
        </p:grpSpPr>
        <p:sp>
          <p:nvSpPr>
            <p:cNvPr id="338" name="Google Shape;338;p14"/>
            <p:cNvSpPr/>
            <p:nvPr/>
          </p:nvSpPr>
          <p:spPr>
            <a:xfrm>
              <a:off x="393327" y="415564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8565327" y="3782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8246200" y="1000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15"/>
          <p:cNvSpPr txBox="1">
            <a:spLocks noGrp="1"/>
          </p:cNvSpPr>
          <p:nvPr>
            <p:ph type="subTitle" idx="1"/>
          </p:nvPr>
        </p:nvSpPr>
        <p:spPr>
          <a:xfrm>
            <a:off x="772413" y="1931324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15"/>
          <p:cNvSpPr txBox="1">
            <a:spLocks noGrp="1"/>
          </p:cNvSpPr>
          <p:nvPr>
            <p:ph type="subTitle" idx="2"/>
          </p:nvPr>
        </p:nvSpPr>
        <p:spPr>
          <a:xfrm>
            <a:off x="3304713" y="1931324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5"/>
          <p:cNvSpPr txBox="1">
            <a:spLocks noGrp="1"/>
          </p:cNvSpPr>
          <p:nvPr>
            <p:ph type="subTitle" idx="3"/>
          </p:nvPr>
        </p:nvSpPr>
        <p:spPr>
          <a:xfrm>
            <a:off x="772413" y="3641600"/>
            <a:ext cx="25323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15"/>
          <p:cNvSpPr txBox="1">
            <a:spLocks noGrp="1"/>
          </p:cNvSpPr>
          <p:nvPr>
            <p:ph type="subTitle" idx="4"/>
          </p:nvPr>
        </p:nvSpPr>
        <p:spPr>
          <a:xfrm>
            <a:off x="3304713" y="36416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15"/>
          <p:cNvSpPr txBox="1">
            <a:spLocks noGrp="1"/>
          </p:cNvSpPr>
          <p:nvPr>
            <p:ph type="subTitle" idx="5"/>
          </p:nvPr>
        </p:nvSpPr>
        <p:spPr>
          <a:xfrm>
            <a:off x="5837613" y="1931325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15"/>
          <p:cNvSpPr txBox="1">
            <a:spLocks noGrp="1"/>
          </p:cNvSpPr>
          <p:nvPr>
            <p:ph type="subTitle" idx="6"/>
          </p:nvPr>
        </p:nvSpPr>
        <p:spPr>
          <a:xfrm>
            <a:off x="5837613" y="36416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15"/>
          <p:cNvSpPr txBox="1">
            <a:spLocks noGrp="1"/>
          </p:cNvSpPr>
          <p:nvPr>
            <p:ph type="subTitle" idx="7"/>
          </p:nvPr>
        </p:nvSpPr>
        <p:spPr>
          <a:xfrm>
            <a:off x="773528" y="12481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0" name="Google Shape;350;p15"/>
          <p:cNvSpPr txBox="1">
            <a:spLocks noGrp="1"/>
          </p:cNvSpPr>
          <p:nvPr>
            <p:ph type="subTitle" idx="8"/>
          </p:nvPr>
        </p:nvSpPr>
        <p:spPr>
          <a:xfrm>
            <a:off x="3305788" y="12481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1" name="Google Shape;351;p15"/>
          <p:cNvSpPr txBox="1">
            <a:spLocks noGrp="1"/>
          </p:cNvSpPr>
          <p:nvPr>
            <p:ph type="subTitle" idx="9"/>
          </p:nvPr>
        </p:nvSpPr>
        <p:spPr>
          <a:xfrm>
            <a:off x="5838688" y="12481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2" name="Google Shape;352;p15"/>
          <p:cNvSpPr txBox="1">
            <a:spLocks noGrp="1"/>
          </p:cNvSpPr>
          <p:nvPr>
            <p:ph type="subTitle" idx="13"/>
          </p:nvPr>
        </p:nvSpPr>
        <p:spPr>
          <a:xfrm>
            <a:off x="773528" y="3021152"/>
            <a:ext cx="2532900" cy="7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3" name="Google Shape;353;p15"/>
          <p:cNvSpPr txBox="1">
            <a:spLocks noGrp="1"/>
          </p:cNvSpPr>
          <p:nvPr>
            <p:ph type="subTitle" idx="14"/>
          </p:nvPr>
        </p:nvSpPr>
        <p:spPr>
          <a:xfrm>
            <a:off x="3305788" y="3021152"/>
            <a:ext cx="2532900" cy="7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4" name="Google Shape;354;p15"/>
          <p:cNvSpPr txBox="1">
            <a:spLocks noGrp="1"/>
          </p:cNvSpPr>
          <p:nvPr>
            <p:ph type="subTitle" idx="15"/>
          </p:nvPr>
        </p:nvSpPr>
        <p:spPr>
          <a:xfrm>
            <a:off x="5838688" y="3021152"/>
            <a:ext cx="2532900" cy="7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355" name="Google Shape;355;p15"/>
          <p:cNvGrpSpPr/>
          <p:nvPr/>
        </p:nvGrpSpPr>
        <p:grpSpPr>
          <a:xfrm>
            <a:off x="-3041836" y="-2868272"/>
            <a:ext cx="13627869" cy="9901131"/>
            <a:chOff x="-3041836" y="-2868272"/>
            <a:chExt cx="13627869" cy="9901131"/>
          </a:xfrm>
        </p:grpSpPr>
        <p:sp>
          <p:nvSpPr>
            <p:cNvPr id="356" name="Google Shape;356;p15"/>
            <p:cNvSpPr/>
            <p:nvPr/>
          </p:nvSpPr>
          <p:spPr>
            <a:xfrm rot="-7886775">
              <a:off x="-2572901" y="-1962564"/>
              <a:ext cx="3742179" cy="2939049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5"/>
            <p:cNvSpPr/>
            <p:nvPr/>
          </p:nvSpPr>
          <p:spPr>
            <a:xfrm rot="7161465" flipH="1">
              <a:off x="7349081" y="3959289"/>
              <a:ext cx="2935948" cy="2407792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5"/>
          <p:cNvGrpSpPr/>
          <p:nvPr/>
        </p:nvGrpSpPr>
        <p:grpSpPr>
          <a:xfrm>
            <a:off x="7855330" y="4035052"/>
            <a:ext cx="1716236" cy="991057"/>
            <a:chOff x="7855330" y="4035052"/>
            <a:chExt cx="1716236" cy="991057"/>
          </a:xfrm>
        </p:grpSpPr>
        <p:grpSp>
          <p:nvGrpSpPr>
            <p:cNvPr id="359" name="Google Shape;359;p15"/>
            <p:cNvGrpSpPr/>
            <p:nvPr/>
          </p:nvGrpSpPr>
          <p:grpSpPr>
            <a:xfrm>
              <a:off x="7855330" y="4429025"/>
              <a:ext cx="637200" cy="597084"/>
              <a:chOff x="1932280" y="1331475"/>
              <a:chExt cx="637200" cy="597084"/>
            </a:xfrm>
          </p:grpSpPr>
          <p:sp>
            <p:nvSpPr>
              <p:cNvPr id="360" name="Google Shape;360;p15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15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5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5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5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15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15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15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15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15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5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2" name="Google Shape;372;p15"/>
            <p:cNvGrpSpPr/>
            <p:nvPr/>
          </p:nvGrpSpPr>
          <p:grpSpPr>
            <a:xfrm rot="4185065">
              <a:off x="8729342" y="4000165"/>
              <a:ext cx="588492" cy="951054"/>
              <a:chOff x="1062996" y="1340396"/>
              <a:chExt cx="588491" cy="951052"/>
            </a:xfrm>
          </p:grpSpPr>
          <p:sp>
            <p:nvSpPr>
              <p:cNvPr id="373" name="Google Shape;373;p15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15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15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15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15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15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9" name="Google Shape;379;p15"/>
          <p:cNvGrpSpPr/>
          <p:nvPr/>
        </p:nvGrpSpPr>
        <p:grpSpPr>
          <a:xfrm>
            <a:off x="180827" y="137600"/>
            <a:ext cx="8684725" cy="4152370"/>
            <a:chOff x="180827" y="137600"/>
            <a:chExt cx="8684725" cy="4152370"/>
          </a:xfrm>
        </p:grpSpPr>
        <p:sp>
          <p:nvSpPr>
            <p:cNvPr id="380" name="Google Shape;380;p15"/>
            <p:cNvSpPr/>
            <p:nvPr/>
          </p:nvSpPr>
          <p:spPr>
            <a:xfrm>
              <a:off x="8538877" y="39675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180827" y="5394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713225" y="1376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31" name="Google Shape;431;p19"/>
          <p:cNvGrpSpPr/>
          <p:nvPr/>
        </p:nvGrpSpPr>
        <p:grpSpPr>
          <a:xfrm>
            <a:off x="-2180385" y="-2351677"/>
            <a:ext cx="12725618" cy="9332031"/>
            <a:chOff x="-2180385" y="-2351677"/>
            <a:chExt cx="12725618" cy="9332031"/>
          </a:xfrm>
        </p:grpSpPr>
        <p:sp>
          <p:nvSpPr>
            <p:cNvPr id="432" name="Google Shape;432;p19"/>
            <p:cNvSpPr/>
            <p:nvPr/>
          </p:nvSpPr>
          <p:spPr>
            <a:xfrm rot="3702647">
              <a:off x="-1898200" y="-1554774"/>
              <a:ext cx="3409976" cy="2678147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9"/>
            <p:cNvSpPr/>
            <p:nvPr/>
          </p:nvSpPr>
          <p:spPr>
            <a:xfrm rot="6417430" flipH="1">
              <a:off x="7465596" y="3990147"/>
              <a:ext cx="2966740" cy="2433045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4" name="Google Shape;434;p19"/>
          <p:cNvGrpSpPr/>
          <p:nvPr/>
        </p:nvGrpSpPr>
        <p:grpSpPr>
          <a:xfrm>
            <a:off x="202002" y="232075"/>
            <a:ext cx="8988910" cy="4783030"/>
            <a:chOff x="202002" y="232075"/>
            <a:chExt cx="8988910" cy="4783030"/>
          </a:xfrm>
        </p:grpSpPr>
        <p:grpSp>
          <p:nvGrpSpPr>
            <p:cNvPr id="435" name="Google Shape;435;p19"/>
            <p:cNvGrpSpPr/>
            <p:nvPr/>
          </p:nvGrpSpPr>
          <p:grpSpPr>
            <a:xfrm flipH="1">
              <a:off x="8602421" y="3830071"/>
              <a:ext cx="588491" cy="951052"/>
              <a:chOff x="1062996" y="1340396"/>
              <a:chExt cx="588491" cy="951052"/>
            </a:xfrm>
          </p:grpSpPr>
          <p:sp>
            <p:nvSpPr>
              <p:cNvPr id="436" name="Google Shape;436;p19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2" name="Google Shape;442;p19"/>
            <p:cNvGrpSpPr/>
            <p:nvPr/>
          </p:nvGrpSpPr>
          <p:grpSpPr>
            <a:xfrm>
              <a:off x="202002" y="232075"/>
              <a:ext cx="8555437" cy="4783030"/>
              <a:chOff x="202002" y="232075"/>
              <a:chExt cx="8555437" cy="4783030"/>
            </a:xfrm>
          </p:grpSpPr>
          <p:sp>
            <p:nvSpPr>
              <p:cNvPr id="443" name="Google Shape;443;p19"/>
              <p:cNvSpPr/>
              <p:nvPr/>
            </p:nvSpPr>
            <p:spPr>
              <a:xfrm>
                <a:off x="8430764" y="3951070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202002" y="805845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528663" y="232075"/>
                <a:ext cx="184575" cy="18215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6" name="Google Shape;446;p19"/>
              <p:cNvGrpSpPr/>
              <p:nvPr/>
            </p:nvGrpSpPr>
            <p:grpSpPr>
              <a:xfrm>
                <a:off x="7775189" y="4529478"/>
                <a:ext cx="751918" cy="485627"/>
                <a:chOff x="2436192" y="2730596"/>
                <a:chExt cx="924300" cy="596960"/>
              </a:xfrm>
            </p:grpSpPr>
            <p:sp>
              <p:nvSpPr>
                <p:cNvPr id="447" name="Google Shape;447;p19"/>
                <p:cNvSpPr/>
                <p:nvPr/>
              </p:nvSpPr>
              <p:spPr>
                <a:xfrm>
                  <a:off x="2436192" y="2786955"/>
                  <a:ext cx="924300" cy="54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19"/>
                <p:cNvSpPr/>
                <p:nvPr/>
              </p:nvSpPr>
              <p:spPr>
                <a:xfrm>
                  <a:off x="2436192" y="2730596"/>
                  <a:ext cx="924297" cy="56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2" h="153" extrusionOk="0">
                      <a:moveTo>
                        <a:pt x="2512" y="73"/>
                      </a:moveTo>
                      <a:cubicBezTo>
                        <a:pt x="2512" y="153"/>
                        <a:pt x="2512" y="153"/>
                        <a:pt x="2512" y="153"/>
                      </a:cubicBezTo>
                      <a:cubicBezTo>
                        <a:pt x="0" y="153"/>
                        <a:pt x="0" y="153"/>
                        <a:pt x="0" y="153"/>
                      </a:cubicBezTo>
                      <a:cubicBezTo>
                        <a:pt x="0" y="73"/>
                        <a:pt x="0" y="73"/>
                        <a:pt x="0" y="73"/>
                      </a:cubicBezTo>
                      <a:cubicBezTo>
                        <a:pt x="0" y="33"/>
                        <a:pt x="32" y="0"/>
                        <a:pt x="72" y="0"/>
                      </a:cubicBezTo>
                      <a:cubicBezTo>
                        <a:pt x="2440" y="0"/>
                        <a:pt x="2440" y="0"/>
                        <a:pt x="2440" y="0"/>
                      </a:cubicBezTo>
                      <a:cubicBezTo>
                        <a:pt x="2480" y="0"/>
                        <a:pt x="2512" y="33"/>
                        <a:pt x="2512" y="7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9" name="Google Shape;449;p19"/>
                <p:cNvSpPr/>
                <p:nvPr/>
              </p:nvSpPr>
              <p:spPr>
                <a:xfrm>
                  <a:off x="2461152" y="2745893"/>
                  <a:ext cx="258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0" name="Google Shape;450;p19"/>
                <p:cNvSpPr/>
                <p:nvPr/>
              </p:nvSpPr>
              <p:spPr>
                <a:xfrm>
                  <a:off x="2500603" y="2745893"/>
                  <a:ext cx="261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19"/>
                <p:cNvSpPr/>
                <p:nvPr/>
              </p:nvSpPr>
              <p:spPr>
                <a:xfrm>
                  <a:off x="2540860" y="2745893"/>
                  <a:ext cx="258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19"/>
                <p:cNvSpPr/>
                <p:nvPr/>
              </p:nvSpPr>
              <p:spPr>
                <a:xfrm>
                  <a:off x="2481682" y="2858210"/>
                  <a:ext cx="833700" cy="3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19"/>
                <p:cNvSpPr/>
                <p:nvPr/>
              </p:nvSpPr>
              <p:spPr>
                <a:xfrm>
                  <a:off x="2481682" y="2943152"/>
                  <a:ext cx="833700" cy="3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" name="Google Shape;454;p19"/>
                <p:cNvSpPr/>
                <p:nvPr/>
              </p:nvSpPr>
              <p:spPr>
                <a:xfrm>
                  <a:off x="2481682" y="3028497"/>
                  <a:ext cx="833700" cy="27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" name="Google Shape;455;p19"/>
                <p:cNvSpPr/>
                <p:nvPr/>
              </p:nvSpPr>
              <p:spPr>
                <a:xfrm>
                  <a:off x="2481682" y="3113439"/>
                  <a:ext cx="833700" cy="27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" name="Google Shape;456;p19"/>
                <p:cNvSpPr/>
                <p:nvPr/>
              </p:nvSpPr>
              <p:spPr>
                <a:xfrm>
                  <a:off x="2481682" y="2898467"/>
                  <a:ext cx="833718" cy="392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1067" extrusionOk="0">
                      <a:moveTo>
                        <a:pt x="0" y="232"/>
                      </a:moveTo>
                      <a:cubicBezTo>
                        <a:pt x="137" y="97"/>
                        <a:pt x="137" y="97"/>
                        <a:pt x="137" y="97"/>
                      </a:cubicBezTo>
                      <a:cubicBezTo>
                        <a:pt x="226" y="9"/>
                        <a:pt x="367" y="0"/>
                        <a:pt x="466" y="76"/>
                      </a:cubicBezTo>
                      <a:cubicBezTo>
                        <a:pt x="852" y="371"/>
                        <a:pt x="852" y="371"/>
                        <a:pt x="852" y="371"/>
                      </a:cubicBezTo>
                      <a:cubicBezTo>
                        <a:pt x="949" y="446"/>
                        <a:pt x="1085" y="440"/>
                        <a:pt x="1174" y="357"/>
                      </a:cubicBezTo>
                      <a:cubicBezTo>
                        <a:pt x="1235" y="302"/>
                        <a:pt x="1235" y="302"/>
                        <a:pt x="1235" y="302"/>
                      </a:cubicBezTo>
                      <a:cubicBezTo>
                        <a:pt x="1308" y="235"/>
                        <a:pt x="1413" y="217"/>
                        <a:pt x="1504" y="256"/>
                      </a:cubicBezTo>
                      <a:cubicBezTo>
                        <a:pt x="2266" y="584"/>
                        <a:pt x="2266" y="584"/>
                        <a:pt x="2266" y="584"/>
                      </a:cubicBezTo>
                      <a:cubicBezTo>
                        <a:pt x="2266" y="1067"/>
                        <a:pt x="2266" y="1067"/>
                        <a:pt x="2266" y="1067"/>
                      </a:cubicBezTo>
                      <a:cubicBezTo>
                        <a:pt x="0" y="1067"/>
                        <a:pt x="0" y="1067"/>
                        <a:pt x="0" y="1067"/>
                      </a:cubicBezTo>
                      <a:lnTo>
                        <a:pt x="0" y="23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7" name="Google Shape;457;p19"/>
                <p:cNvSpPr/>
                <p:nvPr/>
              </p:nvSpPr>
              <p:spPr>
                <a:xfrm>
                  <a:off x="2481682" y="2914972"/>
                  <a:ext cx="833718" cy="376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1022" extrusionOk="0">
                      <a:moveTo>
                        <a:pt x="0" y="1022"/>
                      </a:moveTo>
                      <a:cubicBezTo>
                        <a:pt x="371" y="590"/>
                        <a:pt x="371" y="590"/>
                        <a:pt x="371" y="590"/>
                      </a:cubicBezTo>
                      <a:cubicBezTo>
                        <a:pt x="468" y="477"/>
                        <a:pt x="643" y="473"/>
                        <a:pt x="745" y="582"/>
                      </a:cubicBezTo>
                      <a:cubicBezTo>
                        <a:pt x="840" y="683"/>
                        <a:pt x="998" y="688"/>
                        <a:pt x="1100" y="594"/>
                      </a:cubicBezTo>
                      <a:cubicBezTo>
                        <a:pt x="1634" y="99"/>
                        <a:pt x="1634" y="99"/>
                        <a:pt x="1634" y="99"/>
                      </a:cubicBezTo>
                      <a:cubicBezTo>
                        <a:pt x="1741" y="0"/>
                        <a:pt x="1909" y="12"/>
                        <a:pt x="2001" y="125"/>
                      </a:cubicBezTo>
                      <a:cubicBezTo>
                        <a:pt x="2266" y="453"/>
                        <a:pt x="2266" y="453"/>
                        <a:pt x="2266" y="453"/>
                      </a:cubicBezTo>
                      <a:cubicBezTo>
                        <a:pt x="2266" y="1022"/>
                        <a:pt x="2266" y="1022"/>
                        <a:pt x="2266" y="1022"/>
                      </a:cubicBezTo>
                      <a:lnTo>
                        <a:pt x="0" y="1022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60" name="Google Shape;460;p20"/>
          <p:cNvGrpSpPr/>
          <p:nvPr/>
        </p:nvGrpSpPr>
        <p:grpSpPr>
          <a:xfrm>
            <a:off x="-2517947" y="-1893567"/>
            <a:ext cx="12903983" cy="8553763"/>
            <a:chOff x="-2517947" y="-1893567"/>
            <a:chExt cx="12903983" cy="8553763"/>
          </a:xfrm>
        </p:grpSpPr>
        <p:sp>
          <p:nvSpPr>
            <p:cNvPr id="461" name="Google Shape;461;p20"/>
            <p:cNvSpPr/>
            <p:nvPr/>
          </p:nvSpPr>
          <p:spPr>
            <a:xfrm rot="-8720805">
              <a:off x="-2100858" y="-1228400"/>
              <a:ext cx="3098928" cy="2433846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20"/>
            <p:cNvSpPr/>
            <p:nvPr/>
          </p:nvSpPr>
          <p:spPr>
            <a:xfrm rot="6952720" flipH="1">
              <a:off x="7556640" y="3956446"/>
              <a:ext cx="2602540" cy="2134362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3" name="Google Shape;463;p20"/>
          <p:cNvGrpSpPr/>
          <p:nvPr/>
        </p:nvGrpSpPr>
        <p:grpSpPr>
          <a:xfrm>
            <a:off x="118988" y="131820"/>
            <a:ext cx="8902251" cy="3784750"/>
            <a:chOff x="118988" y="131820"/>
            <a:chExt cx="8902251" cy="3784750"/>
          </a:xfrm>
        </p:grpSpPr>
        <p:sp>
          <p:nvSpPr>
            <p:cNvPr id="464" name="Google Shape;464;p20"/>
            <p:cNvSpPr/>
            <p:nvPr/>
          </p:nvSpPr>
          <p:spPr>
            <a:xfrm>
              <a:off x="8694564" y="35941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20"/>
            <p:cNvSpPr/>
            <p:nvPr/>
          </p:nvSpPr>
          <p:spPr>
            <a:xfrm>
              <a:off x="549877" y="13182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20"/>
            <p:cNvSpPr/>
            <p:nvPr/>
          </p:nvSpPr>
          <p:spPr>
            <a:xfrm>
              <a:off x="118988" y="6668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7" name="Google Shape;467;p20"/>
          <p:cNvGrpSpPr/>
          <p:nvPr/>
        </p:nvGrpSpPr>
        <p:grpSpPr>
          <a:xfrm>
            <a:off x="7778168" y="3892387"/>
            <a:ext cx="1513295" cy="1423687"/>
            <a:chOff x="7778168" y="3892387"/>
            <a:chExt cx="1513295" cy="1423687"/>
          </a:xfrm>
        </p:grpSpPr>
        <p:sp>
          <p:nvSpPr>
            <p:cNvPr id="468" name="Google Shape;468;p20"/>
            <p:cNvSpPr/>
            <p:nvPr/>
          </p:nvSpPr>
          <p:spPr>
            <a:xfrm>
              <a:off x="7778168" y="4557704"/>
              <a:ext cx="259260" cy="42763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9" name="Google Shape;469;p20"/>
            <p:cNvGrpSpPr/>
            <p:nvPr/>
          </p:nvGrpSpPr>
          <p:grpSpPr>
            <a:xfrm rot="-1568729">
              <a:off x="8162195" y="4038923"/>
              <a:ext cx="927622" cy="1130616"/>
              <a:chOff x="3622704" y="2258128"/>
              <a:chExt cx="751947" cy="916497"/>
            </a:xfrm>
          </p:grpSpPr>
          <p:sp>
            <p:nvSpPr>
              <p:cNvPr id="470" name="Google Shape;470;p20"/>
              <p:cNvSpPr/>
              <p:nvPr/>
            </p:nvSpPr>
            <p:spPr>
              <a:xfrm>
                <a:off x="3622704" y="2258128"/>
                <a:ext cx="751947" cy="91649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958" extrusionOk="0">
                    <a:moveTo>
                      <a:pt x="637" y="958"/>
                    </a:moveTo>
                    <a:lnTo>
                      <a:pt x="0" y="847"/>
                    </a:lnTo>
                    <a:lnTo>
                      <a:pt x="149" y="0"/>
                    </a:lnTo>
                    <a:lnTo>
                      <a:pt x="786" y="112"/>
                    </a:lnTo>
                    <a:lnTo>
                      <a:pt x="637" y="95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20"/>
              <p:cNvSpPr/>
              <p:nvPr/>
            </p:nvSpPr>
            <p:spPr>
              <a:xfrm>
                <a:off x="3689671" y="2305962"/>
                <a:ext cx="617100" cy="822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20"/>
              <p:cNvSpPr/>
              <p:nvPr/>
            </p:nvSpPr>
            <p:spPr>
              <a:xfrm>
                <a:off x="3739418" y="2649409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20"/>
              <p:cNvSpPr/>
              <p:nvPr/>
            </p:nvSpPr>
            <p:spPr>
              <a:xfrm>
                <a:off x="3739418" y="2693416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20"/>
              <p:cNvSpPr/>
              <p:nvPr/>
            </p:nvSpPr>
            <p:spPr>
              <a:xfrm>
                <a:off x="3739418" y="2736466"/>
                <a:ext cx="5349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20"/>
              <p:cNvSpPr/>
              <p:nvPr/>
            </p:nvSpPr>
            <p:spPr>
              <a:xfrm>
                <a:off x="3739418" y="2780473"/>
                <a:ext cx="3090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20"/>
              <p:cNvSpPr/>
              <p:nvPr/>
            </p:nvSpPr>
            <p:spPr>
              <a:xfrm>
                <a:off x="3739418" y="2824481"/>
                <a:ext cx="3090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20"/>
              <p:cNvSpPr/>
              <p:nvPr/>
            </p:nvSpPr>
            <p:spPr>
              <a:xfrm>
                <a:off x="3737505" y="2387280"/>
                <a:ext cx="204600" cy="204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20"/>
              <p:cNvSpPr/>
              <p:nvPr/>
            </p:nvSpPr>
            <p:spPr>
              <a:xfrm>
                <a:off x="3726981" y="2377713"/>
                <a:ext cx="224819" cy="223862"/>
              </a:xfrm>
              <a:custGeom>
                <a:avLst/>
                <a:gdLst/>
                <a:ahLst/>
                <a:cxnLst/>
                <a:rect l="l" t="t" r="r" b="b"/>
                <a:pathLst>
                  <a:path w="257" h="257" extrusionOk="0">
                    <a:moveTo>
                      <a:pt x="129" y="257"/>
                    </a:moveTo>
                    <a:cubicBezTo>
                      <a:pt x="58" y="257"/>
                      <a:pt x="0" y="199"/>
                      <a:pt x="0" y="128"/>
                    </a:cubicBezTo>
                    <a:cubicBezTo>
                      <a:pt x="0" y="58"/>
                      <a:pt x="58" y="0"/>
                      <a:pt x="129" y="0"/>
                    </a:cubicBezTo>
                    <a:cubicBezTo>
                      <a:pt x="200" y="0"/>
                      <a:pt x="257" y="58"/>
                      <a:pt x="257" y="128"/>
                    </a:cubicBezTo>
                    <a:cubicBezTo>
                      <a:pt x="257" y="135"/>
                      <a:pt x="252" y="140"/>
                      <a:pt x="246" y="140"/>
                    </a:cubicBezTo>
                    <a:cubicBezTo>
                      <a:pt x="240" y="140"/>
                      <a:pt x="234" y="135"/>
                      <a:pt x="234" y="128"/>
                    </a:cubicBezTo>
                    <a:cubicBezTo>
                      <a:pt x="234" y="70"/>
                      <a:pt x="187" y="23"/>
                      <a:pt x="129" y="23"/>
                    </a:cubicBezTo>
                    <a:cubicBezTo>
                      <a:pt x="71" y="23"/>
                      <a:pt x="23" y="70"/>
                      <a:pt x="23" y="128"/>
                    </a:cubicBezTo>
                    <a:cubicBezTo>
                      <a:pt x="23" y="187"/>
                      <a:pt x="71" y="234"/>
                      <a:pt x="129" y="234"/>
                    </a:cubicBezTo>
                    <a:cubicBezTo>
                      <a:pt x="135" y="234"/>
                      <a:pt x="140" y="239"/>
                      <a:pt x="140" y="245"/>
                    </a:cubicBezTo>
                    <a:cubicBezTo>
                      <a:pt x="140" y="252"/>
                      <a:pt x="135" y="257"/>
                      <a:pt x="129" y="25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20"/>
              <p:cNvSpPr/>
              <p:nvPr/>
            </p:nvSpPr>
            <p:spPr>
              <a:xfrm>
                <a:off x="3774815" y="2425547"/>
                <a:ext cx="130200" cy="12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20"/>
              <p:cNvSpPr/>
              <p:nvPr/>
            </p:nvSpPr>
            <p:spPr>
              <a:xfrm>
                <a:off x="3977630" y="2377713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20"/>
              <p:cNvSpPr/>
              <p:nvPr/>
            </p:nvSpPr>
            <p:spPr>
              <a:xfrm>
                <a:off x="3977630" y="2421720"/>
                <a:ext cx="2964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20"/>
              <p:cNvSpPr/>
              <p:nvPr/>
            </p:nvSpPr>
            <p:spPr>
              <a:xfrm>
                <a:off x="3977630" y="2465727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20"/>
              <p:cNvSpPr/>
              <p:nvPr/>
            </p:nvSpPr>
            <p:spPr>
              <a:xfrm>
                <a:off x="3977630" y="2509734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20"/>
              <p:cNvSpPr/>
              <p:nvPr/>
            </p:nvSpPr>
            <p:spPr>
              <a:xfrm>
                <a:off x="3977630" y="2554698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20"/>
              <p:cNvSpPr/>
              <p:nvPr/>
            </p:nvSpPr>
            <p:spPr>
              <a:xfrm>
                <a:off x="3850392" y="2884751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20"/>
              <p:cNvSpPr/>
              <p:nvPr/>
            </p:nvSpPr>
            <p:spPr>
              <a:xfrm>
                <a:off x="3850392" y="2908668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20"/>
              <p:cNvSpPr/>
              <p:nvPr/>
            </p:nvSpPr>
            <p:spPr>
              <a:xfrm>
                <a:off x="3850392" y="29325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20"/>
              <p:cNvSpPr/>
              <p:nvPr/>
            </p:nvSpPr>
            <p:spPr>
              <a:xfrm>
                <a:off x="3739418" y="2884751"/>
                <a:ext cx="79500" cy="7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20"/>
              <p:cNvSpPr/>
              <p:nvPr/>
            </p:nvSpPr>
            <p:spPr>
              <a:xfrm>
                <a:off x="4159398" y="2884751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20"/>
              <p:cNvSpPr/>
              <p:nvPr/>
            </p:nvSpPr>
            <p:spPr>
              <a:xfrm>
                <a:off x="4159398" y="2908668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20"/>
              <p:cNvSpPr/>
              <p:nvPr/>
            </p:nvSpPr>
            <p:spPr>
              <a:xfrm>
                <a:off x="4159398" y="29325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20"/>
              <p:cNvSpPr/>
              <p:nvPr/>
            </p:nvSpPr>
            <p:spPr>
              <a:xfrm>
                <a:off x="4048424" y="2884751"/>
                <a:ext cx="79500" cy="79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20"/>
              <p:cNvSpPr/>
              <p:nvPr/>
            </p:nvSpPr>
            <p:spPr>
              <a:xfrm>
                <a:off x="3850392" y="2996682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20"/>
              <p:cNvSpPr/>
              <p:nvPr/>
            </p:nvSpPr>
            <p:spPr>
              <a:xfrm>
                <a:off x="3850392" y="3020599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20"/>
              <p:cNvSpPr/>
              <p:nvPr/>
            </p:nvSpPr>
            <p:spPr>
              <a:xfrm>
                <a:off x="3850392" y="30454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20"/>
              <p:cNvSpPr/>
              <p:nvPr/>
            </p:nvSpPr>
            <p:spPr>
              <a:xfrm>
                <a:off x="3739418" y="2996682"/>
                <a:ext cx="79500" cy="79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20"/>
              <p:cNvSpPr/>
              <p:nvPr/>
            </p:nvSpPr>
            <p:spPr>
              <a:xfrm>
                <a:off x="4159398" y="2996682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20"/>
              <p:cNvSpPr/>
              <p:nvPr/>
            </p:nvSpPr>
            <p:spPr>
              <a:xfrm>
                <a:off x="4159398" y="3020599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20"/>
              <p:cNvSpPr/>
              <p:nvPr/>
            </p:nvSpPr>
            <p:spPr>
              <a:xfrm>
                <a:off x="4159398" y="30454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20"/>
              <p:cNvSpPr/>
              <p:nvPr/>
            </p:nvSpPr>
            <p:spPr>
              <a:xfrm>
                <a:off x="4048424" y="2996682"/>
                <a:ext cx="79500" cy="79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22"/>
          <p:cNvGrpSpPr/>
          <p:nvPr/>
        </p:nvGrpSpPr>
        <p:grpSpPr>
          <a:xfrm>
            <a:off x="-2106233" y="-952769"/>
            <a:ext cx="12545486" cy="8509944"/>
            <a:chOff x="-2106233" y="-952769"/>
            <a:chExt cx="12545486" cy="8509944"/>
          </a:xfrm>
        </p:grpSpPr>
        <p:sp>
          <p:nvSpPr>
            <p:cNvPr id="511" name="Google Shape;511;p22"/>
            <p:cNvSpPr/>
            <p:nvPr/>
          </p:nvSpPr>
          <p:spPr>
            <a:xfrm rot="7341459" flipH="1">
              <a:off x="-1767562" y="4061175"/>
              <a:ext cx="3409980" cy="2678150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22"/>
            <p:cNvSpPr/>
            <p:nvPr/>
          </p:nvSpPr>
          <p:spPr>
            <a:xfrm rot="10245665">
              <a:off x="8058163" y="-784291"/>
              <a:ext cx="2247692" cy="1843349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3" name="Google Shape;513;p22"/>
          <p:cNvGrpSpPr/>
          <p:nvPr/>
        </p:nvGrpSpPr>
        <p:grpSpPr>
          <a:xfrm>
            <a:off x="1087005" y="172450"/>
            <a:ext cx="7905012" cy="4753945"/>
            <a:chOff x="1087005" y="172450"/>
            <a:chExt cx="7905012" cy="4753945"/>
          </a:xfrm>
        </p:grpSpPr>
        <p:sp>
          <p:nvSpPr>
            <p:cNvPr id="514" name="Google Shape;514;p22"/>
            <p:cNvSpPr/>
            <p:nvPr/>
          </p:nvSpPr>
          <p:spPr>
            <a:xfrm flipH="1">
              <a:off x="1087005" y="46039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22"/>
            <p:cNvSpPr/>
            <p:nvPr/>
          </p:nvSpPr>
          <p:spPr>
            <a:xfrm flipH="1">
              <a:off x="8665343" y="7704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22"/>
            <p:cNvSpPr/>
            <p:nvPr/>
          </p:nvSpPr>
          <p:spPr>
            <a:xfrm flipH="1">
              <a:off x="8430782" y="1724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22"/>
          <p:cNvGrpSpPr/>
          <p:nvPr/>
        </p:nvGrpSpPr>
        <p:grpSpPr>
          <a:xfrm>
            <a:off x="-335165" y="3759862"/>
            <a:ext cx="1253120" cy="1142272"/>
            <a:chOff x="-335165" y="3759862"/>
            <a:chExt cx="1253120" cy="1142272"/>
          </a:xfrm>
        </p:grpSpPr>
        <p:grpSp>
          <p:nvGrpSpPr>
            <p:cNvPr id="518" name="Google Shape;518;p22"/>
            <p:cNvGrpSpPr/>
            <p:nvPr/>
          </p:nvGrpSpPr>
          <p:grpSpPr>
            <a:xfrm flipH="1">
              <a:off x="510249" y="4497559"/>
              <a:ext cx="407706" cy="388498"/>
              <a:chOff x="2884583" y="645291"/>
              <a:chExt cx="285089" cy="271696"/>
            </a:xfrm>
          </p:grpSpPr>
          <p:sp>
            <p:nvSpPr>
              <p:cNvPr id="519" name="Google Shape;519;p22"/>
              <p:cNvSpPr/>
              <p:nvPr/>
            </p:nvSpPr>
            <p:spPr>
              <a:xfrm>
                <a:off x="2905629" y="652944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22"/>
              <p:cNvSpPr/>
              <p:nvPr/>
            </p:nvSpPr>
            <p:spPr>
              <a:xfrm>
                <a:off x="2884583" y="645291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1" name="Google Shape;521;p22"/>
            <p:cNvGrpSpPr/>
            <p:nvPr/>
          </p:nvGrpSpPr>
          <p:grpSpPr>
            <a:xfrm>
              <a:off x="-335165" y="3759862"/>
              <a:ext cx="676370" cy="1142272"/>
              <a:chOff x="2757910" y="1240337"/>
              <a:chExt cx="676370" cy="1142272"/>
            </a:xfrm>
          </p:grpSpPr>
          <p:sp>
            <p:nvSpPr>
              <p:cNvPr id="522" name="Google Shape;522;p22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22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22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22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22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22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22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22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oogle Shape;531;p23"/>
          <p:cNvGrpSpPr/>
          <p:nvPr/>
        </p:nvGrpSpPr>
        <p:grpSpPr>
          <a:xfrm>
            <a:off x="-2000071" y="-3048428"/>
            <a:ext cx="12973783" cy="11115125"/>
            <a:chOff x="-2000071" y="-3048428"/>
            <a:chExt cx="12973783" cy="11115125"/>
          </a:xfrm>
        </p:grpSpPr>
        <p:sp>
          <p:nvSpPr>
            <p:cNvPr id="532" name="Google Shape;532;p23"/>
            <p:cNvSpPr/>
            <p:nvPr/>
          </p:nvSpPr>
          <p:spPr>
            <a:xfrm rot="-8306489">
              <a:off x="-1505843" y="3814578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/>
            <p:cNvSpPr/>
            <p:nvPr/>
          </p:nvSpPr>
          <p:spPr>
            <a:xfrm rot="-2526298">
              <a:off x="3963480" y="-2324949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23"/>
            <p:cNvSpPr/>
            <p:nvPr/>
          </p:nvSpPr>
          <p:spPr>
            <a:xfrm rot="7128936">
              <a:off x="4994086" y="25410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5" name="Google Shape;535;p23"/>
          <p:cNvGrpSpPr/>
          <p:nvPr/>
        </p:nvGrpSpPr>
        <p:grpSpPr>
          <a:xfrm>
            <a:off x="4039126" y="812484"/>
            <a:ext cx="4161347" cy="3655602"/>
            <a:chOff x="3840701" y="713259"/>
            <a:chExt cx="4161347" cy="3655602"/>
          </a:xfrm>
        </p:grpSpPr>
        <p:grpSp>
          <p:nvGrpSpPr>
            <p:cNvPr id="536" name="Google Shape;536;p23"/>
            <p:cNvGrpSpPr/>
            <p:nvPr/>
          </p:nvGrpSpPr>
          <p:grpSpPr>
            <a:xfrm>
              <a:off x="4501506" y="1401751"/>
              <a:ext cx="2461134" cy="1589525"/>
              <a:chOff x="2436192" y="2730596"/>
              <a:chExt cx="924300" cy="596960"/>
            </a:xfrm>
          </p:grpSpPr>
          <p:sp>
            <p:nvSpPr>
              <p:cNvPr id="537" name="Google Shape;537;p23"/>
              <p:cNvSpPr/>
              <p:nvPr/>
            </p:nvSpPr>
            <p:spPr>
              <a:xfrm>
                <a:off x="2436192" y="2786955"/>
                <a:ext cx="924300" cy="540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23"/>
              <p:cNvSpPr/>
              <p:nvPr/>
            </p:nvSpPr>
            <p:spPr>
              <a:xfrm>
                <a:off x="2436192" y="2730596"/>
                <a:ext cx="924297" cy="56360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23"/>
              <p:cNvSpPr/>
              <p:nvPr/>
            </p:nvSpPr>
            <p:spPr>
              <a:xfrm>
                <a:off x="2461152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23"/>
              <p:cNvSpPr/>
              <p:nvPr/>
            </p:nvSpPr>
            <p:spPr>
              <a:xfrm>
                <a:off x="2500603" y="2745893"/>
                <a:ext cx="261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23"/>
              <p:cNvSpPr/>
              <p:nvPr/>
            </p:nvSpPr>
            <p:spPr>
              <a:xfrm>
                <a:off x="2540860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23"/>
              <p:cNvSpPr/>
              <p:nvPr/>
            </p:nvSpPr>
            <p:spPr>
              <a:xfrm>
                <a:off x="2481682" y="2858210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23"/>
              <p:cNvSpPr/>
              <p:nvPr/>
            </p:nvSpPr>
            <p:spPr>
              <a:xfrm>
                <a:off x="2481682" y="2943152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23"/>
              <p:cNvSpPr/>
              <p:nvPr/>
            </p:nvSpPr>
            <p:spPr>
              <a:xfrm>
                <a:off x="2481682" y="3028497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23"/>
              <p:cNvSpPr/>
              <p:nvPr/>
            </p:nvSpPr>
            <p:spPr>
              <a:xfrm>
                <a:off x="2481682" y="3113439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23"/>
              <p:cNvSpPr/>
              <p:nvPr/>
            </p:nvSpPr>
            <p:spPr>
              <a:xfrm>
                <a:off x="2481682" y="2898467"/>
                <a:ext cx="833718" cy="392507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23"/>
              <p:cNvSpPr/>
              <p:nvPr/>
            </p:nvSpPr>
            <p:spPr>
              <a:xfrm>
                <a:off x="2481682" y="2914972"/>
                <a:ext cx="833718" cy="376001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" name="Google Shape;548;p23"/>
            <p:cNvGrpSpPr/>
            <p:nvPr/>
          </p:nvGrpSpPr>
          <p:grpSpPr>
            <a:xfrm>
              <a:off x="6621346" y="1957399"/>
              <a:ext cx="1380702" cy="2411461"/>
              <a:chOff x="6502296" y="1615124"/>
              <a:chExt cx="1380702" cy="2411461"/>
            </a:xfrm>
          </p:grpSpPr>
          <p:sp>
            <p:nvSpPr>
              <p:cNvPr id="549" name="Google Shape;549;p23"/>
              <p:cNvSpPr/>
              <p:nvPr/>
            </p:nvSpPr>
            <p:spPr>
              <a:xfrm>
                <a:off x="6990675" y="1711100"/>
                <a:ext cx="396300" cy="486450"/>
              </a:xfrm>
              <a:custGeom>
                <a:avLst/>
                <a:gdLst/>
                <a:ahLst/>
                <a:cxnLst/>
                <a:rect l="l" t="t" r="r" b="b"/>
                <a:pathLst>
                  <a:path w="15852" h="19458" extrusionOk="0">
                    <a:moveTo>
                      <a:pt x="0" y="5579"/>
                    </a:moveTo>
                    <a:lnTo>
                      <a:pt x="1701" y="19458"/>
                    </a:lnTo>
                    <a:lnTo>
                      <a:pt x="15852" y="16941"/>
                    </a:lnTo>
                    <a:lnTo>
                      <a:pt x="12314" y="2177"/>
                    </a:lnTo>
                    <a:lnTo>
                      <a:pt x="57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550" name="Google Shape;550;p23"/>
              <p:cNvSpPr/>
              <p:nvPr/>
            </p:nvSpPr>
            <p:spPr>
              <a:xfrm>
                <a:off x="6934616" y="1685929"/>
                <a:ext cx="451384" cy="297518"/>
              </a:xfrm>
              <a:custGeom>
                <a:avLst/>
                <a:gdLst/>
                <a:ahLst/>
                <a:cxnLst/>
                <a:rect l="l" t="t" r="r" b="b"/>
                <a:pathLst>
                  <a:path w="506" h="334" extrusionOk="0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3"/>
              <p:cNvSpPr/>
              <p:nvPr/>
            </p:nvSpPr>
            <p:spPr>
              <a:xfrm>
                <a:off x="6888321" y="2511763"/>
                <a:ext cx="815622" cy="1284027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439" extrusionOk="0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23"/>
              <p:cNvSpPr/>
              <p:nvPr/>
            </p:nvSpPr>
            <p:spPr>
              <a:xfrm>
                <a:off x="6942105" y="1981405"/>
                <a:ext cx="425511" cy="571206"/>
              </a:xfrm>
              <a:custGeom>
                <a:avLst/>
                <a:gdLst/>
                <a:ahLst/>
                <a:cxnLst/>
                <a:rect l="l" t="t" r="r" b="b"/>
                <a:pathLst>
                  <a:path w="477" h="641" extrusionOk="0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3"/>
              <p:cNvSpPr/>
              <p:nvPr/>
            </p:nvSpPr>
            <p:spPr>
              <a:xfrm>
                <a:off x="7548715" y="3707962"/>
                <a:ext cx="309092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5" extrusionOk="0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3"/>
              <p:cNvSpPr/>
              <p:nvPr/>
            </p:nvSpPr>
            <p:spPr>
              <a:xfrm>
                <a:off x="7550077" y="3796469"/>
                <a:ext cx="332921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23"/>
              <p:cNvSpPr/>
              <p:nvPr/>
            </p:nvSpPr>
            <p:spPr>
              <a:xfrm>
                <a:off x="6908745" y="3707962"/>
                <a:ext cx="312496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50" h="305" extrusionOk="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23"/>
              <p:cNvSpPr/>
              <p:nvPr/>
            </p:nvSpPr>
            <p:spPr>
              <a:xfrm>
                <a:off x="6886959" y="3796469"/>
                <a:ext cx="332239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23"/>
              <p:cNvSpPr/>
              <p:nvPr/>
            </p:nvSpPr>
            <p:spPr>
              <a:xfrm>
                <a:off x="7212391" y="2059699"/>
                <a:ext cx="548060" cy="518785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82" extrusionOk="0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23"/>
              <p:cNvSpPr/>
              <p:nvPr/>
            </p:nvSpPr>
            <p:spPr>
              <a:xfrm>
                <a:off x="7370341" y="2319091"/>
                <a:ext cx="184502" cy="54466"/>
              </a:xfrm>
              <a:custGeom>
                <a:avLst/>
                <a:gdLst/>
                <a:ahLst/>
                <a:cxnLst/>
                <a:rect l="l" t="t" r="r" b="b"/>
                <a:pathLst>
                  <a:path w="271" h="80" extrusionOk="0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23"/>
              <p:cNvSpPr/>
              <p:nvPr/>
            </p:nvSpPr>
            <p:spPr>
              <a:xfrm>
                <a:off x="6615312" y="2037232"/>
                <a:ext cx="395556" cy="444575"/>
              </a:xfrm>
              <a:custGeom>
                <a:avLst/>
                <a:gdLst/>
                <a:ahLst/>
                <a:cxnLst/>
                <a:rect l="l" t="t" r="r" b="b"/>
                <a:pathLst>
                  <a:path w="443" h="498" extrusionOk="0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23"/>
              <p:cNvSpPr/>
              <p:nvPr/>
            </p:nvSpPr>
            <p:spPr>
              <a:xfrm>
                <a:off x="6534295" y="2008637"/>
                <a:ext cx="111654" cy="141611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59" extrusionOk="0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23"/>
              <p:cNvSpPr/>
              <p:nvPr/>
            </p:nvSpPr>
            <p:spPr>
              <a:xfrm>
                <a:off x="6565612" y="2143440"/>
                <a:ext cx="33360" cy="2723"/>
              </a:xfrm>
              <a:custGeom>
                <a:avLst/>
                <a:gdLst/>
                <a:ahLst/>
                <a:cxnLst/>
                <a:rect l="l" t="t" r="r" b="b"/>
                <a:pathLst>
                  <a:path w="37" h="3" extrusionOk="0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23"/>
              <p:cNvSpPr/>
              <p:nvPr/>
            </p:nvSpPr>
            <p:spPr>
              <a:xfrm>
                <a:off x="6539060" y="2073996"/>
                <a:ext cx="99400" cy="7216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81" extrusionOk="0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23"/>
              <p:cNvSpPr/>
              <p:nvPr/>
            </p:nvSpPr>
            <p:spPr>
              <a:xfrm>
                <a:off x="6586037" y="1939875"/>
                <a:ext cx="5447" cy="49019"/>
              </a:xfrm>
              <a:custGeom>
                <a:avLst/>
                <a:gdLst/>
                <a:ahLst/>
                <a:cxnLst/>
                <a:rect l="l" t="t" r="r" b="b"/>
                <a:pathLst>
                  <a:path w="8" h="72" extrusionOk="0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64" name="Google Shape;564;p23"/>
              <p:cNvCxnSpPr/>
              <p:nvPr/>
            </p:nvCxnSpPr>
            <p:spPr>
              <a:xfrm flipH="1">
                <a:off x="6586084" y="193987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565" name="Google Shape;565;p23"/>
              <p:cNvSpPr/>
              <p:nvPr/>
            </p:nvSpPr>
            <p:spPr>
              <a:xfrm>
                <a:off x="6576506" y="1939194"/>
                <a:ext cx="24510" cy="51742"/>
              </a:xfrm>
              <a:custGeom>
                <a:avLst/>
                <a:gdLst/>
                <a:ahLst/>
                <a:cxnLst/>
                <a:rect l="l" t="t" r="r" b="b"/>
                <a:pathLst>
                  <a:path w="36" h="76" extrusionOk="0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23"/>
              <p:cNvSpPr/>
              <p:nvPr/>
            </p:nvSpPr>
            <p:spPr>
              <a:xfrm>
                <a:off x="6547911" y="1973235"/>
                <a:ext cx="61274" cy="160673"/>
              </a:xfrm>
              <a:custGeom>
                <a:avLst/>
                <a:gdLst/>
                <a:ahLst/>
                <a:cxnLst/>
                <a:rect l="l" t="t" r="r" b="b"/>
                <a:pathLst>
                  <a:path w="69" h="180" extrusionOk="0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23"/>
              <p:cNvSpPr/>
              <p:nvPr/>
            </p:nvSpPr>
            <p:spPr>
              <a:xfrm>
                <a:off x="6521359" y="1732225"/>
                <a:ext cx="161354" cy="202203"/>
              </a:xfrm>
              <a:custGeom>
                <a:avLst/>
                <a:gdLst/>
                <a:ahLst/>
                <a:cxnLst/>
                <a:rect l="l" t="t" r="r" b="b"/>
                <a:pathLst>
                  <a:path w="181" h="227" extrusionOk="0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23"/>
              <p:cNvSpPr/>
              <p:nvPr/>
            </p:nvSpPr>
            <p:spPr>
              <a:xfrm>
                <a:off x="6502296" y="1708396"/>
                <a:ext cx="197438" cy="255987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87" extrusionOk="0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3"/>
              <p:cNvSpPr/>
              <p:nvPr/>
            </p:nvSpPr>
            <p:spPr>
              <a:xfrm>
                <a:off x="6505019" y="2005233"/>
                <a:ext cx="101442" cy="123228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23"/>
              <p:cNvSpPr/>
              <p:nvPr/>
            </p:nvSpPr>
            <p:spPr>
              <a:xfrm>
                <a:off x="6539741" y="1976639"/>
                <a:ext cx="118462" cy="117101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23"/>
              <p:cNvSpPr/>
              <p:nvPr/>
            </p:nvSpPr>
            <p:spPr>
              <a:xfrm>
                <a:off x="6539741" y="2022935"/>
                <a:ext cx="60593" cy="51061"/>
              </a:xfrm>
              <a:custGeom>
                <a:avLst/>
                <a:gdLst/>
                <a:ahLst/>
                <a:cxnLst/>
                <a:rect l="l" t="t" r="r" b="b"/>
                <a:pathLst>
                  <a:path w="68" h="57" extrusionOk="0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23"/>
              <p:cNvSpPr/>
              <p:nvPr/>
            </p:nvSpPr>
            <p:spPr>
              <a:xfrm>
                <a:off x="6533614" y="2097825"/>
                <a:ext cx="53785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60" h="12" extrusionOk="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23"/>
              <p:cNvSpPr/>
              <p:nvPr/>
            </p:nvSpPr>
            <p:spPr>
              <a:xfrm>
                <a:off x="6534295" y="2068549"/>
                <a:ext cx="63316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" extrusionOk="0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23"/>
              <p:cNvSpPr/>
              <p:nvPr/>
            </p:nvSpPr>
            <p:spPr>
              <a:xfrm>
                <a:off x="6539741" y="2042678"/>
                <a:ext cx="51742" cy="14297"/>
              </a:xfrm>
              <a:custGeom>
                <a:avLst/>
                <a:gdLst/>
                <a:ahLst/>
                <a:cxnLst/>
                <a:rect l="l" t="t" r="r" b="b"/>
                <a:pathLst>
                  <a:path w="58" h="16" extrusionOk="0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23"/>
              <p:cNvSpPr/>
              <p:nvPr/>
            </p:nvSpPr>
            <p:spPr>
              <a:xfrm>
                <a:off x="6590803" y="2051529"/>
                <a:ext cx="681" cy="5447"/>
              </a:xfrm>
              <a:custGeom>
                <a:avLst/>
                <a:gdLst/>
                <a:ahLst/>
                <a:cxnLst/>
                <a:rect l="l" t="t" r="r" b="b"/>
                <a:pathLst>
                  <a:path w="1" h="6" extrusionOk="0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23"/>
              <p:cNvSpPr/>
              <p:nvPr/>
            </p:nvSpPr>
            <p:spPr>
              <a:xfrm>
                <a:off x="6601015" y="2027700"/>
                <a:ext cx="411214" cy="510615"/>
              </a:xfrm>
              <a:custGeom>
                <a:avLst/>
                <a:gdLst/>
                <a:ahLst/>
                <a:cxnLst/>
                <a:rect l="l" t="t" r="r" b="b"/>
                <a:pathLst>
                  <a:path w="461" h="573" extrusionOk="0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23"/>
              <p:cNvSpPr/>
              <p:nvPr/>
            </p:nvSpPr>
            <p:spPr>
              <a:xfrm>
                <a:off x="6904660" y="2201309"/>
                <a:ext cx="66040" cy="29002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25" extrusionOk="0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3"/>
              <p:cNvSpPr/>
              <p:nvPr/>
            </p:nvSpPr>
            <p:spPr>
              <a:xfrm>
                <a:off x="6925085" y="1981405"/>
                <a:ext cx="442532" cy="590271"/>
              </a:xfrm>
              <a:custGeom>
                <a:avLst/>
                <a:gdLst/>
                <a:ahLst/>
                <a:cxnLst/>
                <a:rect l="l" t="t" r="r" b="b"/>
                <a:pathLst>
                  <a:path w="496" h="662" extrusionOk="0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23"/>
              <p:cNvSpPr/>
              <p:nvPr/>
            </p:nvSpPr>
            <p:spPr>
              <a:xfrm>
                <a:off x="6888321" y="2511763"/>
                <a:ext cx="822429" cy="1230922"/>
              </a:xfrm>
              <a:custGeom>
                <a:avLst/>
                <a:gdLst/>
                <a:ahLst/>
                <a:cxnLst/>
                <a:rect l="l" t="t" r="r" b="b"/>
                <a:pathLst>
                  <a:path w="922" h="1380" extrusionOk="0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3"/>
              <p:cNvSpPr/>
              <p:nvPr/>
            </p:nvSpPr>
            <p:spPr>
              <a:xfrm>
                <a:off x="7078269" y="1878601"/>
                <a:ext cx="125271" cy="239648"/>
              </a:xfrm>
              <a:custGeom>
                <a:avLst/>
                <a:gdLst/>
                <a:ahLst/>
                <a:cxnLst/>
                <a:rect l="l" t="t" r="r" b="b"/>
                <a:pathLst>
                  <a:path w="140" h="269" extrusionOk="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23"/>
              <p:cNvSpPr/>
              <p:nvPr/>
            </p:nvSpPr>
            <p:spPr>
              <a:xfrm>
                <a:off x="7203540" y="1907876"/>
                <a:ext cx="0" cy="2246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25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23"/>
              <p:cNvSpPr/>
              <p:nvPr/>
            </p:nvSpPr>
            <p:spPr>
              <a:xfrm>
                <a:off x="7086439" y="1907876"/>
                <a:ext cx="117101" cy="61274"/>
              </a:xfrm>
              <a:custGeom>
                <a:avLst/>
                <a:gdLst/>
                <a:ahLst/>
                <a:cxnLst/>
                <a:rect l="l" t="t" r="r" b="b"/>
                <a:pathLst>
                  <a:path w="131" h="69" extrusionOk="0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23"/>
              <p:cNvSpPr/>
              <p:nvPr/>
            </p:nvSpPr>
            <p:spPr>
              <a:xfrm>
                <a:off x="7004741" y="1678440"/>
                <a:ext cx="240330" cy="294795"/>
              </a:xfrm>
              <a:custGeom>
                <a:avLst/>
                <a:gdLst/>
                <a:ahLst/>
                <a:cxnLst/>
                <a:rect l="l" t="t" r="r" b="b"/>
                <a:pathLst>
                  <a:path w="270" h="330" extrusionOk="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7145670" y="1845241"/>
                <a:ext cx="43572" cy="21786"/>
              </a:xfrm>
              <a:custGeom>
                <a:avLst/>
                <a:gdLst/>
                <a:ahLst/>
                <a:cxnLst/>
                <a:rect l="l" t="t" r="r" b="b"/>
                <a:pathLst>
                  <a:path w="49" h="24" extrusionOk="0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23"/>
              <p:cNvSpPr/>
              <p:nvPr/>
            </p:nvSpPr>
            <p:spPr>
              <a:xfrm>
                <a:off x="7004741" y="1828220"/>
                <a:ext cx="15659" cy="170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9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23"/>
              <p:cNvSpPr/>
              <p:nvPr/>
            </p:nvSpPr>
            <p:spPr>
              <a:xfrm>
                <a:off x="7028569" y="1805073"/>
                <a:ext cx="25191" cy="44934"/>
              </a:xfrm>
              <a:custGeom>
                <a:avLst/>
                <a:gdLst/>
                <a:ahLst/>
                <a:cxnLst/>
                <a:rect l="l" t="t" r="r" b="b"/>
                <a:pathLst>
                  <a:path w="28" h="50" extrusionOk="0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23"/>
              <p:cNvSpPr/>
              <p:nvPr/>
            </p:nvSpPr>
            <p:spPr>
              <a:xfrm>
                <a:off x="7097332" y="1749245"/>
                <a:ext cx="61274" cy="64678"/>
              </a:xfrm>
              <a:custGeom>
                <a:avLst/>
                <a:gdLst/>
                <a:ahLst/>
                <a:cxnLst/>
                <a:rect l="l" t="t" r="r" b="b"/>
                <a:pathLst>
                  <a:path w="69" h="73" extrusionOk="0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23"/>
              <p:cNvSpPr/>
              <p:nvPr/>
            </p:nvSpPr>
            <p:spPr>
              <a:xfrm>
                <a:off x="7010868" y="1752649"/>
                <a:ext cx="49019" cy="48338"/>
              </a:xfrm>
              <a:custGeom>
                <a:avLst/>
                <a:gdLst/>
                <a:ahLst/>
                <a:cxnLst/>
                <a:rect l="l" t="t" r="r" b="b"/>
                <a:pathLst>
                  <a:path w="55" h="54" extrusionOk="0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23"/>
              <p:cNvSpPr/>
              <p:nvPr/>
            </p:nvSpPr>
            <p:spPr>
              <a:xfrm>
                <a:off x="7228049" y="1789414"/>
                <a:ext cx="66040" cy="129356"/>
              </a:xfrm>
              <a:custGeom>
                <a:avLst/>
                <a:gdLst/>
                <a:ahLst/>
                <a:cxnLst/>
                <a:rect l="l" t="t" r="r" b="b"/>
                <a:pathLst>
                  <a:path w="74" h="145" extrusionOk="0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23"/>
              <p:cNvSpPr/>
              <p:nvPr/>
            </p:nvSpPr>
            <p:spPr>
              <a:xfrm>
                <a:off x="7234857" y="1819370"/>
                <a:ext cx="33360" cy="27233"/>
              </a:xfrm>
              <a:custGeom>
                <a:avLst/>
                <a:gdLst/>
                <a:ahLst/>
                <a:cxnLst/>
                <a:rect l="l" t="t" r="r" b="b"/>
                <a:pathLst>
                  <a:path w="38" h="30" extrusionOk="0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23"/>
              <p:cNvSpPr/>
              <p:nvPr/>
            </p:nvSpPr>
            <p:spPr>
              <a:xfrm>
                <a:off x="6982954" y="1615124"/>
                <a:ext cx="307050" cy="19471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18" extrusionOk="0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23"/>
              <p:cNvSpPr/>
              <p:nvPr/>
            </p:nvSpPr>
            <p:spPr>
              <a:xfrm>
                <a:off x="7394850" y="2367429"/>
                <a:ext cx="39487" cy="211054"/>
              </a:xfrm>
              <a:custGeom>
                <a:avLst/>
                <a:gdLst/>
                <a:ahLst/>
                <a:cxnLst/>
                <a:rect l="l" t="t" r="r" b="b"/>
                <a:pathLst>
                  <a:path w="44" h="237" extrusionOk="0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rgbClr val="27314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23"/>
              <p:cNvSpPr/>
              <p:nvPr/>
            </p:nvSpPr>
            <p:spPr>
              <a:xfrm>
                <a:off x="7071461" y="2201990"/>
                <a:ext cx="322709" cy="447298"/>
              </a:xfrm>
              <a:custGeom>
                <a:avLst/>
                <a:gdLst/>
                <a:ahLst/>
                <a:cxnLst/>
                <a:rect l="l" t="t" r="r" b="b"/>
                <a:pathLst>
                  <a:path w="362" h="501" extrusionOk="0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23"/>
              <p:cNvSpPr/>
              <p:nvPr/>
            </p:nvSpPr>
            <p:spPr>
              <a:xfrm>
                <a:off x="7197413" y="231909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23"/>
              <p:cNvSpPr/>
              <p:nvPr/>
            </p:nvSpPr>
            <p:spPr>
              <a:xfrm>
                <a:off x="7270941" y="2312283"/>
                <a:ext cx="171567" cy="204927"/>
              </a:xfrm>
              <a:custGeom>
                <a:avLst/>
                <a:gdLst/>
                <a:ahLst/>
                <a:cxnLst/>
                <a:rect l="l" t="t" r="r" b="b"/>
                <a:pathLst>
                  <a:path w="192" h="230" extrusionOk="0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23"/>
              <p:cNvSpPr/>
              <p:nvPr/>
            </p:nvSpPr>
            <p:spPr>
              <a:xfrm>
                <a:off x="7104140" y="1805073"/>
                <a:ext cx="27233" cy="47657"/>
              </a:xfrm>
              <a:custGeom>
                <a:avLst/>
                <a:gdLst/>
                <a:ahLst/>
                <a:cxnLst/>
                <a:rect l="l" t="t" r="r" b="b"/>
                <a:pathLst>
                  <a:path w="30" h="53" extrusionOk="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7" name="Google Shape;597;p23"/>
            <p:cNvGrpSpPr/>
            <p:nvPr/>
          </p:nvGrpSpPr>
          <p:grpSpPr>
            <a:xfrm>
              <a:off x="5350825" y="945922"/>
              <a:ext cx="669524" cy="947131"/>
              <a:chOff x="6000261" y="1225220"/>
              <a:chExt cx="627600" cy="887824"/>
            </a:xfrm>
          </p:grpSpPr>
          <p:sp>
            <p:nvSpPr>
              <p:cNvPr id="598" name="Google Shape;598;p23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23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23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23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23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23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23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23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23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23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23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23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1" name="Google Shape;611;p23"/>
            <p:cNvGrpSpPr/>
            <p:nvPr/>
          </p:nvGrpSpPr>
          <p:grpSpPr>
            <a:xfrm flipH="1">
              <a:off x="6374171" y="713259"/>
              <a:ext cx="588491" cy="951052"/>
              <a:chOff x="1062996" y="1340396"/>
              <a:chExt cx="588491" cy="951052"/>
            </a:xfrm>
          </p:grpSpPr>
          <p:sp>
            <p:nvSpPr>
              <p:cNvPr id="612" name="Google Shape;612;p23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23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23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23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23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8" name="Google Shape;618;p23"/>
            <p:cNvGrpSpPr/>
            <p:nvPr/>
          </p:nvGrpSpPr>
          <p:grpSpPr>
            <a:xfrm>
              <a:off x="4997878" y="2657014"/>
              <a:ext cx="471946" cy="712345"/>
              <a:chOff x="2047101" y="2145599"/>
              <a:chExt cx="407553" cy="615151"/>
            </a:xfrm>
          </p:grpSpPr>
          <p:sp>
            <p:nvSpPr>
              <p:cNvPr id="619" name="Google Shape;619;p23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23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23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23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23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23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23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23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23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23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23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23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23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23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23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23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23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23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23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23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23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23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23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23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23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23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23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23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3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3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" name="Google Shape;649;p23"/>
            <p:cNvGrpSpPr/>
            <p:nvPr/>
          </p:nvGrpSpPr>
          <p:grpSpPr>
            <a:xfrm>
              <a:off x="7164619" y="1316177"/>
              <a:ext cx="415198" cy="415198"/>
              <a:chOff x="1404969" y="1106377"/>
              <a:chExt cx="415198" cy="415198"/>
            </a:xfrm>
          </p:grpSpPr>
          <p:sp>
            <p:nvSpPr>
              <p:cNvPr id="650" name="Google Shape;650;p23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23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2" name="Google Shape;652;p23"/>
            <p:cNvSpPr/>
            <p:nvPr/>
          </p:nvSpPr>
          <p:spPr>
            <a:xfrm>
              <a:off x="3840701" y="867524"/>
              <a:ext cx="531600" cy="876850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23"/>
            <p:cNvSpPr/>
            <p:nvPr/>
          </p:nvSpPr>
          <p:spPr>
            <a:xfrm>
              <a:off x="6535672" y="3138738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5627753" y="3138762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loo 2 ExtraBold"/>
              <a:buNone/>
              <a:defRPr sz="32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7" r:id="rId7"/>
    <p:sldLayoutId id="2147483658" r:id="rId8"/>
    <p:sldLayoutId id="2147483660" r:id="rId9"/>
    <p:sldLayoutId id="2147483661" r:id="rId10"/>
    <p:sldLayoutId id="2147483665" r:id="rId11"/>
    <p:sldLayoutId id="2147483666" r:id="rId12"/>
    <p:sldLayoutId id="2147483668" r:id="rId13"/>
    <p:sldLayoutId id="2147483669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7"/>
          <p:cNvSpPr/>
          <p:nvPr/>
        </p:nvSpPr>
        <p:spPr>
          <a:xfrm>
            <a:off x="7330025" y="459500"/>
            <a:ext cx="1262100" cy="3504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66" name="Google Shape;666;p27"/>
          <p:cNvSpPr txBox="1">
            <a:spLocks noGrp="1"/>
          </p:cNvSpPr>
          <p:nvPr>
            <p:ph type="ctrTitle"/>
          </p:nvPr>
        </p:nvSpPr>
        <p:spPr>
          <a:xfrm>
            <a:off x="688292" y="1819985"/>
            <a:ext cx="3862500" cy="138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Base de datos para Ciencia de Datos</a:t>
            </a:r>
            <a:endParaRPr sz="4400" dirty="0"/>
          </a:p>
        </p:txBody>
      </p:sp>
      <p:sp>
        <p:nvSpPr>
          <p:cNvPr id="667" name="Google Shape;667;p27"/>
          <p:cNvSpPr txBox="1">
            <a:spLocks noGrp="1"/>
          </p:cNvSpPr>
          <p:nvPr>
            <p:ph type="subTitle" idx="1"/>
          </p:nvPr>
        </p:nvSpPr>
        <p:spPr>
          <a:xfrm>
            <a:off x="697345" y="3073373"/>
            <a:ext cx="3862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Sesión 3. Base de Datos Semiestructurada (XML) y Cómputo en la nube</a:t>
            </a:r>
            <a:endParaRPr sz="2400" dirty="0"/>
          </a:p>
        </p:txBody>
      </p:sp>
      <p:sp>
        <p:nvSpPr>
          <p:cNvPr id="668" name="Google Shape;668;p27"/>
          <p:cNvSpPr txBox="1">
            <a:spLocks noGrp="1"/>
          </p:cNvSpPr>
          <p:nvPr>
            <p:ph type="subTitle" idx="1"/>
          </p:nvPr>
        </p:nvSpPr>
        <p:spPr>
          <a:xfrm>
            <a:off x="7417325" y="432175"/>
            <a:ext cx="1087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6th Grade</a:t>
            </a:r>
            <a:endParaRPr>
              <a:solidFill>
                <a:schemeClr val="dk2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grpSp>
        <p:nvGrpSpPr>
          <p:cNvPr id="669" name="Google Shape;669;p27"/>
          <p:cNvGrpSpPr/>
          <p:nvPr/>
        </p:nvGrpSpPr>
        <p:grpSpPr>
          <a:xfrm>
            <a:off x="4765672" y="760436"/>
            <a:ext cx="3246799" cy="3446635"/>
            <a:chOff x="4765672" y="760436"/>
            <a:chExt cx="3246799" cy="3446635"/>
          </a:xfrm>
        </p:grpSpPr>
        <p:sp>
          <p:nvSpPr>
            <p:cNvPr id="670" name="Google Shape;670;p27"/>
            <p:cNvSpPr/>
            <p:nvPr/>
          </p:nvSpPr>
          <p:spPr>
            <a:xfrm>
              <a:off x="4980353" y="1104437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1" name="Google Shape;671;p27"/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672" name="Google Shape;672;p27"/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7"/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7"/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7"/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7"/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7"/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7"/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7"/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7"/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7"/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7"/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3" name="Google Shape;683;p27"/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84" name="Google Shape;684;p27"/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7"/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7"/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7"/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7"/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7"/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27"/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27"/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27"/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7"/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7"/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7"/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6" name="Google Shape;696;p27"/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697" name="Google Shape;697;p27"/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7"/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7"/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7"/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27"/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27"/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27"/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27"/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27"/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27"/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27"/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7"/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7"/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0" name="Google Shape;710;p27"/>
            <p:cNvSpPr/>
            <p:nvPr/>
          </p:nvSpPr>
          <p:spPr>
            <a:xfrm>
              <a:off x="5914065" y="760436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7"/>
            <p:cNvSpPr/>
            <p:nvPr/>
          </p:nvSpPr>
          <p:spPr>
            <a:xfrm>
              <a:off x="7710871" y="1262143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2" name="Google Shape;712;p27"/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713" name="Google Shape;713;p27"/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7"/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7"/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232" extrusionOk="0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7"/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743" extrusionOk="0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7"/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7"/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48" extrusionOk="0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7"/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87" extrusionOk="0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7"/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70" extrusionOk="0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7"/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7"/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7"/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7"/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76" extrusionOk="0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7"/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avLst/>
                <a:gdLst/>
                <a:ahLst/>
                <a:cxnLst/>
                <a:rect l="l" t="t" r="r" b="b"/>
                <a:pathLst>
                  <a:path w="63" h="78" extrusionOk="0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7"/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45" h="61" extrusionOk="0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7"/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87" extrusionOk="0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7"/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7"/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7"/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05" h="37" extrusionOk="0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7"/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7"/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7"/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8" extrusionOk="0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7"/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7"/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7"/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7"/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27"/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7"/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27"/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27"/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27"/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3" h="34" extrusionOk="0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27"/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4" name="Google Shape;744;p27"/>
            <p:cNvSpPr/>
            <p:nvPr/>
          </p:nvSpPr>
          <p:spPr>
            <a:xfrm>
              <a:off x="6208623" y="3034516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7"/>
            <p:cNvSpPr/>
            <p:nvPr/>
          </p:nvSpPr>
          <p:spPr>
            <a:xfrm>
              <a:off x="4765672" y="18636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B1EE6767-ADB9-E50D-04DD-BE23F81B2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1430"/>
            <a:ext cx="1394691" cy="7150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29"/>
          <p:cNvSpPr txBox="1">
            <a:spLocks noGrp="1"/>
          </p:cNvSpPr>
          <p:nvPr>
            <p:ph type="subTitle" idx="13"/>
          </p:nvPr>
        </p:nvSpPr>
        <p:spPr>
          <a:xfrm>
            <a:off x="5283241" y="2000132"/>
            <a:ext cx="360237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Características</a:t>
            </a:r>
            <a:endParaRPr sz="2800" dirty="0"/>
          </a:p>
        </p:txBody>
      </p:sp>
      <p:sp>
        <p:nvSpPr>
          <p:cNvPr id="760" name="Google Shape;760;p29"/>
          <p:cNvSpPr txBox="1">
            <a:spLocks noGrp="1"/>
          </p:cNvSpPr>
          <p:nvPr>
            <p:ph type="title" idx="5"/>
          </p:nvPr>
        </p:nvSpPr>
        <p:spPr>
          <a:xfrm>
            <a:off x="469869" y="2451409"/>
            <a:ext cx="667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sp>
        <p:nvSpPr>
          <p:cNvPr id="761" name="Google Shape;761;p29"/>
          <p:cNvSpPr txBox="1">
            <a:spLocks noGrp="1"/>
          </p:cNvSpPr>
          <p:nvPr>
            <p:ph type="subTitle" idx="9"/>
          </p:nvPr>
        </p:nvSpPr>
        <p:spPr>
          <a:xfrm>
            <a:off x="803619" y="2291904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s-MX" sz="2400" dirty="0"/>
              <a:t>Motores de consulta XML</a:t>
            </a:r>
            <a:endParaRPr dirty="0"/>
          </a:p>
        </p:txBody>
      </p:sp>
      <p:sp>
        <p:nvSpPr>
          <p:cNvPr id="762" name="Google Shape;762;p29"/>
          <p:cNvSpPr txBox="1">
            <a:spLocks noGrp="1"/>
          </p:cNvSpPr>
          <p:nvPr>
            <p:ph type="subTitle" idx="15"/>
          </p:nvPr>
        </p:nvSpPr>
        <p:spPr>
          <a:xfrm>
            <a:off x="5283241" y="2427293"/>
            <a:ext cx="3860759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s-MX" sz="2400" dirty="0"/>
              <a:t>Riesgos y beneficios</a:t>
            </a:r>
            <a:endParaRPr sz="2400" dirty="0"/>
          </a:p>
        </p:txBody>
      </p:sp>
      <p:sp>
        <p:nvSpPr>
          <p:cNvPr id="763" name="Google Shape;763;p29"/>
          <p:cNvSpPr txBox="1">
            <a:spLocks noGrp="1"/>
          </p:cNvSpPr>
          <p:nvPr>
            <p:ph type="title"/>
          </p:nvPr>
        </p:nvSpPr>
        <p:spPr>
          <a:xfrm>
            <a:off x="107642" y="689798"/>
            <a:ext cx="355566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sz="2800" dirty="0"/>
              <a:t>1. Bases de Datos Semiestructuradas (XML)</a:t>
            </a:r>
            <a:endParaRPr sz="2800" dirty="0"/>
          </a:p>
        </p:txBody>
      </p:sp>
      <p:sp>
        <p:nvSpPr>
          <p:cNvPr id="768" name="Google Shape;768;p29"/>
          <p:cNvSpPr txBox="1">
            <a:spLocks noGrp="1"/>
          </p:cNvSpPr>
          <p:nvPr>
            <p:ph type="title" idx="6"/>
          </p:nvPr>
        </p:nvSpPr>
        <p:spPr>
          <a:xfrm>
            <a:off x="4495952" y="1441887"/>
            <a:ext cx="667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2.1</a:t>
            </a:r>
            <a:endParaRPr dirty="0"/>
          </a:p>
        </p:txBody>
      </p:sp>
      <p:sp>
        <p:nvSpPr>
          <p:cNvPr id="769" name="Google Shape;769;p29"/>
          <p:cNvSpPr txBox="1">
            <a:spLocks noGrp="1"/>
          </p:cNvSpPr>
          <p:nvPr>
            <p:ph type="title" idx="7"/>
          </p:nvPr>
        </p:nvSpPr>
        <p:spPr>
          <a:xfrm>
            <a:off x="4495952" y="2139833"/>
            <a:ext cx="1179993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2.1.1</a:t>
            </a:r>
            <a:endParaRPr dirty="0"/>
          </a:p>
        </p:txBody>
      </p:sp>
      <p:sp>
        <p:nvSpPr>
          <p:cNvPr id="770" name="Google Shape;770;p29"/>
          <p:cNvSpPr txBox="1">
            <a:spLocks noGrp="1"/>
          </p:cNvSpPr>
          <p:nvPr>
            <p:ph type="title" idx="8"/>
          </p:nvPr>
        </p:nvSpPr>
        <p:spPr>
          <a:xfrm>
            <a:off x="4495952" y="2837779"/>
            <a:ext cx="1317807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2.1.2</a:t>
            </a:r>
            <a:endParaRPr dirty="0"/>
          </a:p>
        </p:txBody>
      </p:sp>
      <p:sp>
        <p:nvSpPr>
          <p:cNvPr id="771" name="Google Shape;771;p29"/>
          <p:cNvSpPr txBox="1">
            <a:spLocks noGrp="1"/>
          </p:cNvSpPr>
          <p:nvPr>
            <p:ph type="subTitle" idx="14"/>
          </p:nvPr>
        </p:nvSpPr>
        <p:spPr>
          <a:xfrm>
            <a:off x="5283241" y="1293843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s-MX" sz="2400" dirty="0"/>
              <a:t>Introducción al cómputo en la nube</a:t>
            </a:r>
            <a:endParaRPr dirty="0"/>
          </a:p>
        </p:txBody>
      </p:sp>
      <p:sp>
        <p:nvSpPr>
          <p:cNvPr id="2" name="Google Shape;763;p29">
            <a:extLst>
              <a:ext uri="{FF2B5EF4-FFF2-40B4-BE49-F238E27FC236}">
                <a16:creationId xmlns:a16="http://schemas.microsoft.com/office/drawing/2014/main" id="{9051FF61-446A-76C3-0E75-93C248EAA181}"/>
              </a:ext>
            </a:extLst>
          </p:cNvPr>
          <p:cNvSpPr txBox="1">
            <a:spLocks/>
          </p:cNvSpPr>
          <p:nvPr/>
        </p:nvSpPr>
        <p:spPr>
          <a:xfrm>
            <a:off x="4101364" y="756241"/>
            <a:ext cx="43110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loo 2 ExtraBold"/>
              <a:buNone/>
              <a:defRPr sz="32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s-MX" sz="2800" dirty="0"/>
              <a:t>2. Cómputo en la nube</a:t>
            </a:r>
          </a:p>
        </p:txBody>
      </p:sp>
      <p:sp>
        <p:nvSpPr>
          <p:cNvPr id="3" name="Google Shape;762;p29">
            <a:extLst>
              <a:ext uri="{FF2B5EF4-FFF2-40B4-BE49-F238E27FC236}">
                <a16:creationId xmlns:a16="http://schemas.microsoft.com/office/drawing/2014/main" id="{8C3B1232-F9A4-3FF9-B8A6-6B8E8A97366A}"/>
              </a:ext>
            </a:extLst>
          </p:cNvPr>
          <p:cNvSpPr txBox="1">
            <a:spLocks/>
          </p:cNvSpPr>
          <p:nvPr/>
        </p:nvSpPr>
        <p:spPr>
          <a:xfrm>
            <a:off x="5283241" y="3421597"/>
            <a:ext cx="3860759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1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pPr marL="0" indent="0"/>
            <a:r>
              <a:rPr lang="es-MX" sz="2400" dirty="0"/>
              <a:t>Cómputo en la nube en México y el mundo</a:t>
            </a:r>
          </a:p>
        </p:txBody>
      </p:sp>
      <p:sp>
        <p:nvSpPr>
          <p:cNvPr id="4" name="Google Shape;770;p29">
            <a:extLst>
              <a:ext uri="{FF2B5EF4-FFF2-40B4-BE49-F238E27FC236}">
                <a16:creationId xmlns:a16="http://schemas.microsoft.com/office/drawing/2014/main" id="{291FA003-1B82-F056-1BAD-57001A7559B8}"/>
              </a:ext>
            </a:extLst>
          </p:cNvPr>
          <p:cNvSpPr txBox="1">
            <a:spLocks/>
          </p:cNvSpPr>
          <p:nvPr/>
        </p:nvSpPr>
        <p:spPr>
          <a:xfrm>
            <a:off x="4495952" y="3576247"/>
            <a:ext cx="1317807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" dirty="0"/>
              <a:t>2.1.3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Ejercicio bibliotecas.xml</a:t>
            </a:r>
            <a:endParaRPr dirty="0"/>
          </a:p>
        </p:txBody>
      </p:sp>
      <p:sp>
        <p:nvSpPr>
          <p:cNvPr id="778" name="Google Shape;778;p30"/>
          <p:cNvSpPr txBox="1">
            <a:spLocks noGrp="1"/>
          </p:cNvSpPr>
          <p:nvPr>
            <p:ph type="subTitle" idx="2"/>
          </p:nvPr>
        </p:nvSpPr>
        <p:spPr>
          <a:xfrm>
            <a:off x="796200" y="1149134"/>
            <a:ext cx="75516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sz="2800" dirty="0"/>
              <a:t>- Obtener todos los títulos</a:t>
            </a:r>
          </a:p>
          <a:p>
            <a:r>
              <a:rPr lang="es-MX" sz="2800" dirty="0"/>
              <a:t>- Obtener todos los identificadores</a:t>
            </a:r>
          </a:p>
          <a:p>
            <a:r>
              <a:rPr lang="es-MX" sz="2800" dirty="0"/>
              <a:t>- Obtener libros con precio mayor a 1000</a:t>
            </a:r>
          </a:p>
          <a:p>
            <a:r>
              <a:rPr lang="es-MX" sz="2800" dirty="0"/>
              <a:t>- Obtener el último libro</a:t>
            </a:r>
          </a:p>
          <a:p>
            <a:r>
              <a:rPr lang="es-MX" sz="2800" dirty="0"/>
              <a:t>- Contar libros</a:t>
            </a:r>
          </a:p>
          <a:p>
            <a:pPr algn="ctr" fontAlgn="t"/>
            <a:endParaRPr lang="es-MX" sz="2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2"/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6925139" cy="10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sz="2800" b="1" dirty="0"/>
              <a:t>Motores de Consulta XML</a:t>
            </a:r>
          </a:p>
        </p:txBody>
      </p:sp>
      <p:sp>
        <p:nvSpPr>
          <p:cNvPr id="885" name="Google Shape;885;p32"/>
          <p:cNvSpPr txBox="1">
            <a:spLocks noGrp="1"/>
          </p:cNvSpPr>
          <p:nvPr>
            <p:ph type="subTitle" idx="1"/>
          </p:nvPr>
        </p:nvSpPr>
        <p:spPr>
          <a:xfrm>
            <a:off x="821774" y="1599887"/>
            <a:ext cx="7619161" cy="1943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 fontAlgn="t">
              <a:buNone/>
            </a:pPr>
            <a:r>
              <a:rPr lang="es-MX" sz="1800" dirty="0"/>
              <a:t>Los </a:t>
            </a:r>
            <a:r>
              <a:rPr lang="es-MX" sz="1800" b="1" dirty="0"/>
              <a:t>motores de consulta XML</a:t>
            </a:r>
            <a:r>
              <a:rPr lang="es-MX" sz="1800" dirty="0"/>
              <a:t> son herramientas que permiten buscar, filtrar y recuperar información almacenada en documentos XML. Utilizan lenguajes de consulta como </a:t>
            </a:r>
            <a:r>
              <a:rPr lang="es-MX" sz="1800" b="1" dirty="0" err="1"/>
              <a:t>XPath</a:t>
            </a:r>
            <a:r>
              <a:rPr lang="es-MX" sz="1800" dirty="0"/>
              <a:t>, </a:t>
            </a:r>
            <a:r>
              <a:rPr lang="es-MX" sz="1800" b="1" dirty="0" err="1"/>
              <a:t>XQuery</a:t>
            </a:r>
            <a:r>
              <a:rPr lang="es-MX" sz="1800" dirty="0"/>
              <a:t> y </a:t>
            </a:r>
            <a:r>
              <a:rPr lang="es-MX" sz="1800" dirty="0" err="1"/>
              <a:t>APIs</a:t>
            </a:r>
            <a:r>
              <a:rPr lang="es-MX" sz="1800" dirty="0"/>
              <a:t> de programación para acceder de manera eficiente a los datos.</a:t>
            </a:r>
          </a:p>
          <a:p>
            <a:pPr marL="0" lvl="0" indent="0" fontAlgn="t">
              <a:buNone/>
            </a:pPr>
            <a:endParaRPr lang="es-MX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/>
          <p:cNvSpPr txBox="1">
            <a:spLocks noGrp="1"/>
          </p:cNvSpPr>
          <p:nvPr>
            <p:ph type="title"/>
          </p:nvPr>
        </p:nvSpPr>
        <p:spPr>
          <a:xfrm>
            <a:off x="429161" y="3113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¿Qué es </a:t>
            </a:r>
            <a:r>
              <a:rPr lang="es-MX" dirty="0" err="1"/>
              <a:t>XQuery</a:t>
            </a:r>
            <a:r>
              <a:rPr lang="es-MX" dirty="0"/>
              <a:t>?</a:t>
            </a:r>
          </a:p>
        </p:txBody>
      </p:sp>
      <p:sp>
        <p:nvSpPr>
          <p:cNvPr id="894" name="Google Shape;894;p33"/>
          <p:cNvSpPr txBox="1">
            <a:spLocks noGrp="1"/>
          </p:cNvSpPr>
          <p:nvPr>
            <p:ph type="subTitle" idx="3"/>
          </p:nvPr>
        </p:nvSpPr>
        <p:spPr>
          <a:xfrm>
            <a:off x="1203632" y="3195208"/>
            <a:ext cx="6585680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just" fontAlgn="t"/>
            <a:r>
              <a:rPr lang="es-MX" dirty="0" err="1"/>
              <a:t>XQuery</a:t>
            </a:r>
            <a:r>
              <a:rPr lang="es-MX" dirty="0"/>
              <a:t> (XML Query </a:t>
            </a:r>
            <a:r>
              <a:rPr lang="es-MX" dirty="0" err="1"/>
              <a:t>Language</a:t>
            </a:r>
            <a:r>
              <a:rPr lang="es-MX" dirty="0"/>
              <a:t>) es un lenguaje diseñado para consultar, extraer, filtrar y transformar datos almacenados en documentos XML.</a:t>
            </a:r>
          </a:p>
          <a:p>
            <a:pPr algn="just" fontAlgn="t"/>
            <a:r>
              <a:rPr lang="es-MX" dirty="0"/>
              <a:t>Su función es similar a la de SQL en bases de datos relacionales:</a:t>
            </a:r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17331AC-0928-7667-F835-32F92DAEE6EE}"/>
              </a:ext>
            </a:extLst>
          </p:cNvPr>
          <p:cNvSpPr/>
          <p:nvPr/>
        </p:nvSpPr>
        <p:spPr>
          <a:xfrm>
            <a:off x="1668648" y="3470237"/>
            <a:ext cx="2619213" cy="66006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800" b="1" dirty="0">
                <a:solidFill>
                  <a:schemeClr val="bg2"/>
                </a:solidFill>
              </a:rPr>
              <a:t>SQL consulta tablas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3EFD3547-FF0F-2569-FB3E-CD71078A3C95}"/>
              </a:ext>
            </a:extLst>
          </p:cNvPr>
          <p:cNvSpPr/>
          <p:nvPr/>
        </p:nvSpPr>
        <p:spPr>
          <a:xfrm>
            <a:off x="5060196" y="3470237"/>
            <a:ext cx="2619212" cy="66006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000" b="1" dirty="0" err="1">
                <a:solidFill>
                  <a:schemeClr val="bg2">
                    <a:lumMod val="10000"/>
                  </a:schemeClr>
                </a:solidFill>
              </a:rPr>
              <a:t>XQuery</a:t>
            </a:r>
            <a:r>
              <a:rPr lang="es-MX" sz="2000" b="1" dirty="0">
                <a:solidFill>
                  <a:schemeClr val="bg2">
                    <a:lumMod val="10000"/>
                  </a:schemeClr>
                </a:solidFill>
              </a:rPr>
              <a:t> consulta documentos XML</a:t>
            </a:r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38D0C37-A3D8-D804-0ED3-B7000723F3A1}"/>
              </a:ext>
            </a:extLst>
          </p:cNvPr>
          <p:cNvSpPr/>
          <p:nvPr/>
        </p:nvSpPr>
        <p:spPr>
          <a:xfrm>
            <a:off x="4409268" y="3667570"/>
            <a:ext cx="541024" cy="31549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32134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¿Para qué sirve </a:t>
            </a:r>
            <a:r>
              <a:rPr lang="es-MX" dirty="0" err="1"/>
              <a:t>XQuery</a:t>
            </a:r>
            <a:r>
              <a:rPr lang="es-MX" dirty="0"/>
              <a:t>?</a:t>
            </a:r>
            <a:br>
              <a:rPr lang="es-MX" dirty="0"/>
            </a:br>
            <a:r>
              <a:rPr lang="es-MX" b="1" dirty="0">
                <a:solidFill>
                  <a:schemeClr val="bg2"/>
                </a:solidFill>
              </a:rPr>
              <a:t>Semiestructurados </a:t>
            </a:r>
            <a:endParaRPr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FE89D10-F735-0E17-52BC-EE40EB9D2ECC}"/>
              </a:ext>
            </a:extLst>
          </p:cNvPr>
          <p:cNvSpPr txBox="1"/>
          <p:nvPr/>
        </p:nvSpPr>
        <p:spPr>
          <a:xfrm>
            <a:off x="813662" y="1017725"/>
            <a:ext cx="618382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t">
              <a:lnSpc>
                <a:spcPct val="100000"/>
              </a:lnSpc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MX" sz="2400" b="0" i="0" dirty="0">
                <a:effectLst/>
                <a:latin typeface="DM Sans" pitchFamily="2" charset="0"/>
                <a:cs typeface="Cascadia Mono ExtraLight" panose="020B0609020000020004" pitchFamily="49" charset="0"/>
              </a:rPr>
              <a:t>Buscar información específica en archivos XML.</a:t>
            </a:r>
          </a:p>
          <a:p>
            <a:pPr marL="342900" lvl="0" indent="-342900" fontAlgn="t">
              <a:lnSpc>
                <a:spcPct val="100000"/>
              </a:lnSpc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MX" sz="2400" b="0" i="0" dirty="0">
                <a:effectLst/>
                <a:latin typeface="DM Sans" pitchFamily="2" charset="0"/>
                <a:cs typeface="Cascadia Mono ExtraLight" panose="020B0609020000020004" pitchFamily="49" charset="0"/>
              </a:rPr>
              <a:t>Filtrar datos según condiciones.</a:t>
            </a:r>
          </a:p>
          <a:p>
            <a:pPr marL="342900" lvl="0" indent="-342900" fontAlgn="t">
              <a:lnSpc>
                <a:spcPct val="100000"/>
              </a:lnSpc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MX" sz="2400" b="0" i="0" dirty="0">
                <a:effectLst/>
                <a:latin typeface="DM Sans" pitchFamily="2" charset="0"/>
                <a:cs typeface="Cascadia Mono ExtraLight" panose="020B0609020000020004" pitchFamily="49" charset="0"/>
              </a:rPr>
              <a:t>Ordenar resultados.</a:t>
            </a:r>
          </a:p>
          <a:p>
            <a:pPr marL="342900" lvl="0" indent="-342900" fontAlgn="t">
              <a:lnSpc>
                <a:spcPct val="100000"/>
              </a:lnSpc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MX" sz="2400" b="0" i="0" dirty="0">
                <a:effectLst/>
                <a:latin typeface="DM Sans" pitchFamily="2" charset="0"/>
                <a:cs typeface="Cascadia Mono ExtraLight" panose="020B0609020000020004" pitchFamily="49" charset="0"/>
              </a:rPr>
              <a:t>Contar elementos.</a:t>
            </a:r>
          </a:p>
          <a:p>
            <a:pPr marL="342900" lvl="0" indent="-342900" fontAlgn="t">
              <a:lnSpc>
                <a:spcPct val="100000"/>
              </a:lnSpc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MX" sz="2400" b="0" i="0" dirty="0">
                <a:effectLst/>
                <a:latin typeface="DM Sans" pitchFamily="2" charset="0"/>
                <a:cs typeface="Cascadia Mono ExtraLight" panose="020B0609020000020004" pitchFamily="49" charset="0"/>
              </a:rPr>
              <a:t>Obtener atributos y elementos.</a:t>
            </a:r>
          </a:p>
          <a:p>
            <a:pPr marL="342900" lvl="0" indent="-342900" fontAlgn="t">
              <a:lnSpc>
                <a:spcPct val="100000"/>
              </a:lnSpc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MX" sz="2400" b="0" i="0" dirty="0">
                <a:effectLst/>
                <a:latin typeface="DM Sans" pitchFamily="2" charset="0"/>
                <a:cs typeface="Cascadia Mono ExtraLight" panose="020B0609020000020004" pitchFamily="49" charset="0"/>
              </a:rPr>
              <a:t>Generar nuevos documentos XML.</a:t>
            </a:r>
          </a:p>
          <a:p>
            <a:pPr marL="342900" lvl="0" indent="-342900" fontAlgn="t">
              <a:lnSpc>
                <a:spcPct val="100000"/>
              </a:lnSpc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MX" sz="2400" b="0" i="0" dirty="0">
                <a:effectLst/>
                <a:latin typeface="DM Sans" pitchFamily="2" charset="0"/>
                <a:cs typeface="Cascadia Mono ExtraLight" panose="020B0609020000020004" pitchFamily="49" charset="0"/>
              </a:rPr>
              <a:t>Combinar información de varios XML.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7B24F5BF-34A5-EDDF-A4E9-9EE6BFD5E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4">
            <a:extLst>
              <a:ext uri="{FF2B5EF4-FFF2-40B4-BE49-F238E27FC236}">
                <a16:creationId xmlns:a16="http://schemas.microsoft.com/office/drawing/2014/main" id="{2C720492-21AA-ECFD-E3A2-4B7E2E8C8B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32134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Expresiones FLWOR</a:t>
            </a:r>
            <a:br>
              <a:rPr lang="es-MX" dirty="0"/>
            </a:br>
            <a:br>
              <a:rPr lang="es-MX" dirty="0"/>
            </a:br>
            <a:r>
              <a:rPr lang="es-MX" b="1" dirty="0">
                <a:solidFill>
                  <a:schemeClr val="bg2"/>
                </a:solidFill>
              </a:rPr>
              <a:t>Semiestructurados </a:t>
            </a:r>
            <a:endParaRPr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5E7477A-A655-4279-E284-4268EF7BAC1A}"/>
              </a:ext>
            </a:extLst>
          </p:cNvPr>
          <p:cNvSpPr txBox="1"/>
          <p:nvPr/>
        </p:nvSpPr>
        <p:spPr>
          <a:xfrm>
            <a:off x="720000" y="1062915"/>
            <a:ext cx="6183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s-MX" sz="1800" dirty="0">
                <a:latin typeface="Baloo 2 ExtraBold" panose="020B0604020202020204" charset="0"/>
                <a:cs typeface="Baloo 2 ExtraBold" panose="020B0604020202020204" charset="0"/>
              </a:rPr>
              <a:t>El corazón de </a:t>
            </a:r>
            <a:r>
              <a:rPr lang="es-MX" sz="1800" dirty="0" err="1">
                <a:latin typeface="Baloo 2 ExtraBold" panose="020B0604020202020204" charset="0"/>
                <a:cs typeface="Baloo 2 ExtraBold" panose="020B0604020202020204" charset="0"/>
              </a:rPr>
              <a:t>XQuery</a:t>
            </a:r>
            <a:r>
              <a:rPr lang="es-MX" sz="1800" dirty="0">
                <a:latin typeface="Baloo 2 ExtraBold" panose="020B0604020202020204" charset="0"/>
                <a:cs typeface="Baloo 2 ExtraBold" panose="020B0604020202020204" charset="0"/>
              </a:rPr>
              <a:t> son las expresiones </a:t>
            </a:r>
            <a:r>
              <a:rPr lang="es-MX" sz="1800" b="1" dirty="0">
                <a:latin typeface="Baloo 2 ExtraBold" panose="020B0604020202020204" charset="0"/>
                <a:cs typeface="Baloo 2 ExtraBold" panose="020B0604020202020204" charset="0"/>
              </a:rPr>
              <a:t>FLWOR</a:t>
            </a:r>
            <a:r>
              <a:rPr lang="es-MX" sz="1800" dirty="0">
                <a:latin typeface="Baloo 2 ExtraBold" panose="020B0604020202020204" charset="0"/>
                <a:cs typeface="Baloo 2 ExtraBold" panose="020B0604020202020204" charset="0"/>
              </a:rPr>
              <a:t>:</a:t>
            </a: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B3232A4C-3A9F-7FE6-3A24-9736A208BF7F}"/>
              </a:ext>
            </a:extLst>
          </p:cNvPr>
          <p:cNvGrpSpPr/>
          <p:nvPr/>
        </p:nvGrpSpPr>
        <p:grpSpPr>
          <a:xfrm>
            <a:off x="1637796" y="1781066"/>
            <a:ext cx="6041469" cy="1930188"/>
            <a:chOff x="1123626" y="1844297"/>
            <a:chExt cx="6041469" cy="1930188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010B3121-479C-77F0-6047-381EB08C2386}"/>
                </a:ext>
              </a:extLst>
            </p:cNvPr>
            <p:cNvGrpSpPr/>
            <p:nvPr/>
          </p:nvGrpSpPr>
          <p:grpSpPr>
            <a:xfrm>
              <a:off x="1123626" y="1844297"/>
              <a:ext cx="402956" cy="1930188"/>
              <a:chOff x="1193369" y="1573077"/>
              <a:chExt cx="402956" cy="1930188"/>
            </a:xfrm>
          </p:grpSpPr>
          <p:sp>
            <p:nvSpPr>
              <p:cNvPr id="2" name="Rectángulo: esquinas redondeadas 1">
                <a:extLst>
                  <a:ext uri="{FF2B5EF4-FFF2-40B4-BE49-F238E27FC236}">
                    <a16:creationId xmlns:a16="http://schemas.microsoft.com/office/drawing/2014/main" id="{C5147F27-EE94-8B85-1881-4049127D52F5}"/>
                  </a:ext>
                </a:extLst>
              </p:cNvPr>
              <p:cNvSpPr/>
              <p:nvPr/>
            </p:nvSpPr>
            <p:spPr>
              <a:xfrm>
                <a:off x="1193369" y="1573077"/>
                <a:ext cx="402956" cy="333213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MX" dirty="0">
                    <a:solidFill>
                      <a:schemeClr val="bg2"/>
                    </a:solidFill>
                    <a:latin typeface="Baloo 2 ExtraBold" panose="020B0604020202020204" charset="0"/>
                    <a:cs typeface="Baloo 2 ExtraBold" panose="020B0604020202020204" charset="0"/>
                  </a:rPr>
                  <a:t>F</a:t>
                </a:r>
              </a:p>
            </p:txBody>
          </p:sp>
          <p:sp>
            <p:nvSpPr>
              <p:cNvPr id="5" name="Rectángulo: esquinas redondeadas 4">
                <a:extLst>
                  <a:ext uri="{FF2B5EF4-FFF2-40B4-BE49-F238E27FC236}">
                    <a16:creationId xmlns:a16="http://schemas.microsoft.com/office/drawing/2014/main" id="{3C18EC93-1A38-D2EE-ADF8-6603BFC19034}"/>
                  </a:ext>
                </a:extLst>
              </p:cNvPr>
              <p:cNvSpPr/>
              <p:nvPr/>
            </p:nvSpPr>
            <p:spPr>
              <a:xfrm>
                <a:off x="1193369" y="1944708"/>
                <a:ext cx="402956" cy="333213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MX" dirty="0">
                    <a:solidFill>
                      <a:schemeClr val="bg2"/>
                    </a:solidFill>
                    <a:latin typeface="Baloo 2 ExtraBold" panose="020B0604020202020204" charset="0"/>
                    <a:cs typeface="Baloo 2 ExtraBold" panose="020B0604020202020204" charset="0"/>
                  </a:rPr>
                  <a:t>L</a:t>
                </a:r>
              </a:p>
            </p:txBody>
          </p:sp>
          <p:sp>
            <p:nvSpPr>
              <p:cNvPr id="7" name="Rectángulo: esquinas redondeadas 6">
                <a:extLst>
                  <a:ext uri="{FF2B5EF4-FFF2-40B4-BE49-F238E27FC236}">
                    <a16:creationId xmlns:a16="http://schemas.microsoft.com/office/drawing/2014/main" id="{BDB39DBA-1B44-F1C2-718E-6D5F190CBC90}"/>
                  </a:ext>
                </a:extLst>
              </p:cNvPr>
              <p:cNvSpPr/>
              <p:nvPr/>
            </p:nvSpPr>
            <p:spPr>
              <a:xfrm>
                <a:off x="1193369" y="2353156"/>
                <a:ext cx="402956" cy="333213"/>
              </a:xfrm>
              <a:prstGeom prst="roundRect">
                <a:avLst/>
              </a:prstGeom>
              <a:solidFill>
                <a:schemeClr val="bg1">
                  <a:lumMod val="40000"/>
                  <a:lumOff val="60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MX" dirty="0">
                    <a:solidFill>
                      <a:schemeClr val="bg2"/>
                    </a:solidFill>
                    <a:latin typeface="Baloo 2 ExtraBold" panose="020B0604020202020204" charset="0"/>
                    <a:cs typeface="Baloo 2 ExtraBold" panose="020B0604020202020204" charset="0"/>
                  </a:rPr>
                  <a:t>W</a:t>
                </a:r>
              </a:p>
            </p:txBody>
          </p:sp>
          <p:sp>
            <p:nvSpPr>
              <p:cNvPr id="9" name="Rectángulo: esquinas redondeadas 8">
                <a:extLst>
                  <a:ext uri="{FF2B5EF4-FFF2-40B4-BE49-F238E27FC236}">
                    <a16:creationId xmlns:a16="http://schemas.microsoft.com/office/drawing/2014/main" id="{4279F097-4E99-AFE8-2FBC-8A1F393F41C4}"/>
                  </a:ext>
                </a:extLst>
              </p:cNvPr>
              <p:cNvSpPr/>
              <p:nvPr/>
            </p:nvSpPr>
            <p:spPr>
              <a:xfrm>
                <a:off x="1193369" y="2761604"/>
                <a:ext cx="402956" cy="333213"/>
              </a:xfrm>
              <a:prstGeom prst="roundRect">
                <a:avLst/>
              </a:prstGeom>
              <a:solidFill>
                <a:schemeClr val="tx2">
                  <a:lumMod val="7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MX" dirty="0">
                    <a:solidFill>
                      <a:schemeClr val="bg2"/>
                    </a:solidFill>
                    <a:latin typeface="Baloo 2 ExtraBold" panose="020B0604020202020204" charset="0"/>
                    <a:cs typeface="Baloo 2 ExtraBold" panose="020B0604020202020204" charset="0"/>
                  </a:rPr>
                  <a:t>O</a:t>
                </a:r>
              </a:p>
            </p:txBody>
          </p:sp>
          <p:sp>
            <p:nvSpPr>
              <p:cNvPr id="11" name="Rectángulo: esquinas redondeadas 10">
                <a:extLst>
                  <a:ext uri="{FF2B5EF4-FFF2-40B4-BE49-F238E27FC236}">
                    <a16:creationId xmlns:a16="http://schemas.microsoft.com/office/drawing/2014/main" id="{0790B8DA-C9AB-0E71-CB01-A98FAAABF1DD}"/>
                  </a:ext>
                </a:extLst>
              </p:cNvPr>
              <p:cNvSpPr/>
              <p:nvPr/>
            </p:nvSpPr>
            <p:spPr>
              <a:xfrm>
                <a:off x="1193369" y="3170052"/>
                <a:ext cx="402956" cy="333213"/>
              </a:xfrm>
              <a:prstGeom prst="round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MX" dirty="0">
                    <a:solidFill>
                      <a:schemeClr val="bg2"/>
                    </a:solidFill>
                    <a:latin typeface="Baloo 2 ExtraBold" panose="020B0604020202020204" charset="0"/>
                    <a:cs typeface="Baloo 2 ExtraBold" panose="020B0604020202020204" charset="0"/>
                  </a:rPr>
                  <a:t>R</a:t>
                </a:r>
              </a:p>
            </p:txBody>
          </p:sp>
        </p:grpSp>
        <p:sp>
          <p:nvSpPr>
            <p:cNvPr id="13" name="Flecha: a la derecha 12">
              <a:extLst>
                <a:ext uri="{FF2B5EF4-FFF2-40B4-BE49-F238E27FC236}">
                  <a16:creationId xmlns:a16="http://schemas.microsoft.com/office/drawing/2014/main" id="{B5D0471E-AEA2-D159-3F2A-3360E618FC87}"/>
                </a:ext>
              </a:extLst>
            </p:cNvPr>
            <p:cNvSpPr/>
            <p:nvPr/>
          </p:nvSpPr>
          <p:spPr>
            <a:xfrm>
              <a:off x="1565327" y="1906292"/>
              <a:ext cx="263473" cy="211154"/>
            </a:xfrm>
            <a:prstGeom prst="rightArrow">
              <a:avLst/>
            </a:prstGeom>
            <a:solidFill>
              <a:schemeClr val="tx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5" name="Flecha: a la derecha 14">
              <a:extLst>
                <a:ext uri="{FF2B5EF4-FFF2-40B4-BE49-F238E27FC236}">
                  <a16:creationId xmlns:a16="http://schemas.microsoft.com/office/drawing/2014/main" id="{A02073CD-E89B-0BE6-0ACD-8A5B573F9D56}"/>
                </a:ext>
              </a:extLst>
            </p:cNvPr>
            <p:cNvSpPr/>
            <p:nvPr/>
          </p:nvSpPr>
          <p:spPr>
            <a:xfrm>
              <a:off x="1565326" y="2276957"/>
              <a:ext cx="263473" cy="211154"/>
            </a:xfrm>
            <a:prstGeom prst="rightArrow">
              <a:avLst/>
            </a:prstGeom>
            <a:solidFill>
              <a:schemeClr val="tx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7" name="Flecha: a la derecha 16">
              <a:extLst>
                <a:ext uri="{FF2B5EF4-FFF2-40B4-BE49-F238E27FC236}">
                  <a16:creationId xmlns:a16="http://schemas.microsoft.com/office/drawing/2014/main" id="{70B8D682-2256-11E8-A431-550B79AA1E02}"/>
                </a:ext>
              </a:extLst>
            </p:cNvPr>
            <p:cNvSpPr/>
            <p:nvPr/>
          </p:nvSpPr>
          <p:spPr>
            <a:xfrm>
              <a:off x="1573074" y="2708126"/>
              <a:ext cx="263473" cy="211154"/>
            </a:xfrm>
            <a:prstGeom prst="rightArrow">
              <a:avLst/>
            </a:prstGeom>
            <a:solidFill>
              <a:schemeClr val="tx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9" name="Flecha: a la derecha 18">
              <a:extLst>
                <a:ext uri="{FF2B5EF4-FFF2-40B4-BE49-F238E27FC236}">
                  <a16:creationId xmlns:a16="http://schemas.microsoft.com/office/drawing/2014/main" id="{7A40CE30-31A8-5C01-51A3-BD671A638552}"/>
                </a:ext>
              </a:extLst>
            </p:cNvPr>
            <p:cNvSpPr/>
            <p:nvPr/>
          </p:nvSpPr>
          <p:spPr>
            <a:xfrm>
              <a:off x="1565325" y="3078789"/>
              <a:ext cx="263473" cy="211154"/>
            </a:xfrm>
            <a:prstGeom prst="rightArrow">
              <a:avLst/>
            </a:prstGeom>
            <a:solidFill>
              <a:schemeClr val="tx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1" name="Flecha: a la derecha 20">
              <a:extLst>
                <a:ext uri="{FF2B5EF4-FFF2-40B4-BE49-F238E27FC236}">
                  <a16:creationId xmlns:a16="http://schemas.microsoft.com/office/drawing/2014/main" id="{AF650FC7-1578-FCE0-0DE9-2462D498FA00}"/>
                </a:ext>
              </a:extLst>
            </p:cNvPr>
            <p:cNvSpPr/>
            <p:nvPr/>
          </p:nvSpPr>
          <p:spPr>
            <a:xfrm>
              <a:off x="1565324" y="3509958"/>
              <a:ext cx="263473" cy="211154"/>
            </a:xfrm>
            <a:prstGeom prst="rightArrow">
              <a:avLst/>
            </a:prstGeom>
            <a:solidFill>
              <a:schemeClr val="tx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Rectángulo: esquinas redondeadas 25">
              <a:extLst>
                <a:ext uri="{FF2B5EF4-FFF2-40B4-BE49-F238E27FC236}">
                  <a16:creationId xmlns:a16="http://schemas.microsoft.com/office/drawing/2014/main" id="{0CD780C3-CACD-8D88-A4FA-BBBFE1106419}"/>
                </a:ext>
              </a:extLst>
            </p:cNvPr>
            <p:cNvSpPr/>
            <p:nvPr/>
          </p:nvSpPr>
          <p:spPr>
            <a:xfrm>
              <a:off x="1867544" y="1854118"/>
              <a:ext cx="5297551" cy="323392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MX" sz="1200" dirty="0">
                  <a:solidFill>
                    <a:srgbClr val="002060"/>
                  </a:solidFill>
                  <a:latin typeface="Baloo 2 ExtraBold" panose="020B0604020202020204" charset="0"/>
                  <a:cs typeface="Baloo 2 ExtraBold" panose="020B0604020202020204" charset="0"/>
                </a:rPr>
                <a:t>FOR -&gt; </a:t>
              </a:r>
              <a:r>
                <a:rPr lang="es-MX" sz="1200" dirty="0">
                  <a:solidFill>
                    <a:schemeClr val="tx1">
                      <a:lumMod val="50000"/>
                    </a:schemeClr>
                  </a:solidFill>
                  <a:latin typeface="Baloo 2 ExtraBold" panose="020B0604020202020204" charset="0"/>
                  <a:cs typeface="Baloo 2 ExtraBold" panose="020B0604020202020204" charset="0"/>
                </a:rPr>
                <a:t>Recorre los elementos del XML (similar a un </a:t>
              </a:r>
              <a:r>
                <a:rPr lang="es-MX" sz="1200" dirty="0" err="1">
                  <a:solidFill>
                    <a:schemeClr val="tx1">
                      <a:lumMod val="50000"/>
                    </a:schemeClr>
                  </a:solidFill>
                  <a:latin typeface="Baloo 2 ExtraBold" panose="020B0604020202020204" charset="0"/>
                  <a:cs typeface="Baloo 2 ExtraBold" panose="020B0604020202020204" charset="0"/>
                </a:rPr>
                <a:t>for</a:t>
              </a:r>
              <a:r>
                <a:rPr lang="es-MX" sz="1200" dirty="0">
                  <a:solidFill>
                    <a:schemeClr val="tx1">
                      <a:lumMod val="50000"/>
                    </a:schemeClr>
                  </a:solidFill>
                  <a:latin typeface="Baloo 2 ExtraBold" panose="020B0604020202020204" charset="0"/>
                  <a:cs typeface="Baloo 2 ExtraBold" panose="020B0604020202020204" charset="0"/>
                </a:rPr>
                <a:t> en programación).</a:t>
              </a:r>
            </a:p>
          </p:txBody>
        </p:sp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06B92AC5-BB61-8F93-FEA9-34EECD8B34A8}"/>
                </a:ext>
              </a:extLst>
            </p:cNvPr>
            <p:cNvSpPr/>
            <p:nvPr/>
          </p:nvSpPr>
          <p:spPr>
            <a:xfrm>
              <a:off x="1867543" y="2263056"/>
              <a:ext cx="5297551" cy="323392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MX" dirty="0">
                  <a:solidFill>
                    <a:srgbClr val="002060"/>
                  </a:solidFill>
                  <a:latin typeface="Baloo 2 ExtraBold" panose="020B0604020202020204" charset="0"/>
                  <a:cs typeface="Baloo 2 ExtraBold" panose="020B0604020202020204" charset="0"/>
                </a:rPr>
                <a:t>LET -&gt; </a:t>
              </a:r>
              <a:r>
                <a:rPr lang="es-MX" dirty="0">
                  <a:solidFill>
                    <a:schemeClr val="tx1">
                      <a:lumMod val="50000"/>
                    </a:schemeClr>
                  </a:solidFill>
                  <a:latin typeface="Baloo 2 ExtraBold" panose="020B0604020202020204" charset="0"/>
                  <a:cs typeface="Baloo 2 ExtraBold" panose="020B0604020202020204" charset="0"/>
                </a:rPr>
                <a:t>Asigna un valor a una variable sin recorrer elementos.</a:t>
              </a:r>
            </a:p>
          </p:txBody>
        </p:sp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89C03913-C36B-AADE-A116-5209174A4651}"/>
                </a:ext>
              </a:extLst>
            </p:cNvPr>
            <p:cNvSpPr/>
            <p:nvPr/>
          </p:nvSpPr>
          <p:spPr>
            <a:xfrm>
              <a:off x="1875290" y="2652007"/>
              <a:ext cx="5289804" cy="323392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MX" dirty="0">
                  <a:solidFill>
                    <a:srgbClr val="002060"/>
                  </a:solidFill>
                  <a:latin typeface="Baloo 2 ExtraBold" panose="020B0604020202020204" charset="0"/>
                  <a:cs typeface="Baloo 2 ExtraBold" panose="020B0604020202020204" charset="0"/>
                </a:rPr>
                <a:t>WHERE -&gt; Filtra resultados según una condición</a:t>
              </a:r>
            </a:p>
          </p:txBody>
        </p:sp>
        <p:sp>
          <p:nvSpPr>
            <p:cNvPr id="32" name="Rectángulo: esquinas redondeadas 31">
              <a:extLst>
                <a:ext uri="{FF2B5EF4-FFF2-40B4-BE49-F238E27FC236}">
                  <a16:creationId xmlns:a16="http://schemas.microsoft.com/office/drawing/2014/main" id="{CDD808A0-89D4-74F7-2069-9BE8618C79C1}"/>
                </a:ext>
              </a:extLst>
            </p:cNvPr>
            <p:cNvSpPr/>
            <p:nvPr/>
          </p:nvSpPr>
          <p:spPr>
            <a:xfrm>
              <a:off x="1875290" y="3020905"/>
              <a:ext cx="5289804" cy="323392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MX" dirty="0">
                  <a:solidFill>
                    <a:srgbClr val="002060"/>
                  </a:solidFill>
                  <a:latin typeface="Baloo 2 ExtraBold" panose="020B0604020202020204" charset="0"/>
                  <a:cs typeface="Baloo 2 ExtraBold" panose="020B0604020202020204" charset="0"/>
                </a:rPr>
                <a:t>ORDER BY -&gt; Ordena los resultados</a:t>
              </a:r>
            </a:p>
          </p:txBody>
        </p:sp>
        <p:sp>
          <p:nvSpPr>
            <p:cNvPr id="34" name="Rectángulo: esquinas redondeadas 33">
              <a:extLst>
                <a:ext uri="{FF2B5EF4-FFF2-40B4-BE49-F238E27FC236}">
                  <a16:creationId xmlns:a16="http://schemas.microsoft.com/office/drawing/2014/main" id="{BA3BF0FA-7F95-7AFF-997F-B7C217D159CB}"/>
                </a:ext>
              </a:extLst>
            </p:cNvPr>
            <p:cNvSpPr/>
            <p:nvPr/>
          </p:nvSpPr>
          <p:spPr>
            <a:xfrm>
              <a:off x="1867539" y="3398300"/>
              <a:ext cx="5289804" cy="323392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MX" dirty="0">
                  <a:solidFill>
                    <a:srgbClr val="002060"/>
                  </a:solidFill>
                  <a:latin typeface="Baloo 2 ExtraBold" panose="020B0604020202020204" charset="0"/>
                  <a:cs typeface="Baloo 2 ExtraBold" panose="020B0604020202020204" charset="0"/>
                </a:rPr>
                <a:t>RETURN -&gt; Devuelve el resultado final</a:t>
              </a:r>
            </a:p>
          </p:txBody>
        </p:sp>
      </p:grp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5818AA1-8A23-6AE2-964C-04CE87D144C1}"/>
              </a:ext>
            </a:extLst>
          </p:cNvPr>
          <p:cNvSpPr txBox="1"/>
          <p:nvPr/>
        </p:nvSpPr>
        <p:spPr>
          <a:xfrm>
            <a:off x="720000" y="3870744"/>
            <a:ext cx="6183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s-MX" sz="1800" dirty="0">
                <a:latin typeface="Baloo 2 ExtraBold" panose="020B0604020202020204" charset="0"/>
                <a:cs typeface="Baloo 2 ExtraBold" panose="020B0604020202020204" charset="0"/>
              </a:rPr>
              <a:t>Su funcionamiento es similar a una consulta SQL.</a:t>
            </a:r>
          </a:p>
        </p:txBody>
      </p:sp>
    </p:spTree>
    <p:extLst>
      <p:ext uri="{BB962C8B-B14F-4D97-AF65-F5344CB8AC3E}">
        <p14:creationId xmlns:p14="http://schemas.microsoft.com/office/powerpoint/2010/main" val="2586640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A328BC19-DA0C-21EE-328D-03A7BD0E0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4">
            <a:extLst>
              <a:ext uri="{FF2B5EF4-FFF2-40B4-BE49-F238E27FC236}">
                <a16:creationId xmlns:a16="http://schemas.microsoft.com/office/drawing/2014/main" id="{6A4A74C0-0FEA-ED6B-F2B9-CFA107F290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32134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Diferencia entre </a:t>
            </a:r>
            <a:r>
              <a:rPr lang="es-MX" dirty="0" err="1"/>
              <a:t>XPath</a:t>
            </a:r>
            <a:r>
              <a:rPr lang="es-MX" dirty="0"/>
              <a:t> y </a:t>
            </a:r>
            <a:r>
              <a:rPr lang="es-MX" dirty="0" err="1"/>
              <a:t>XQuery</a:t>
            </a:r>
            <a:br>
              <a:rPr lang="es-MX" dirty="0"/>
            </a:br>
            <a:br>
              <a:rPr lang="es-MX" dirty="0"/>
            </a:br>
            <a:br>
              <a:rPr lang="es-MX" dirty="0"/>
            </a:br>
            <a:r>
              <a:rPr lang="es-MX" b="1" dirty="0">
                <a:solidFill>
                  <a:schemeClr val="bg2"/>
                </a:solidFill>
              </a:rPr>
              <a:t>Semiestructurados </a:t>
            </a:r>
            <a:endParaRPr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C6FE795-179C-354D-B327-656D3A619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818807"/>
              </p:ext>
            </p:extLst>
          </p:nvPr>
        </p:nvGraphicFramePr>
        <p:xfrm>
          <a:off x="790280" y="1455496"/>
          <a:ext cx="7718424" cy="1524000"/>
        </p:xfrm>
        <a:graphic>
          <a:graphicData uri="http://schemas.openxmlformats.org/drawingml/2006/table">
            <a:tbl>
              <a:tblPr>
                <a:tableStyleId>{55128F1C-263D-4756-A434-B3B8AE7D6FB3}</a:tableStyleId>
              </a:tblPr>
              <a:tblGrid>
                <a:gridCol w="3859212">
                  <a:extLst>
                    <a:ext uri="{9D8B030D-6E8A-4147-A177-3AD203B41FA5}">
                      <a16:colId xmlns:a16="http://schemas.microsoft.com/office/drawing/2014/main" val="164486724"/>
                    </a:ext>
                  </a:extLst>
                </a:gridCol>
                <a:gridCol w="3859212">
                  <a:extLst>
                    <a:ext uri="{9D8B030D-6E8A-4147-A177-3AD203B41FA5}">
                      <a16:colId xmlns:a16="http://schemas.microsoft.com/office/drawing/2014/main" val="16623925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b="1"/>
                        <a:t>XPath</a:t>
                      </a:r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b="1" dirty="0" err="1"/>
                        <a:t>XQuery</a:t>
                      </a:r>
                      <a:endParaRPr lang="es-MX" sz="1400" b="1" dirty="0"/>
                    </a:p>
                  </a:txBody>
                  <a:tcPr anchor="ctr"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19276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/>
                        <a:t>Navega por el XML.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/>
                        <a:t>Consulta y transforma XML.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748896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/>
                        <a:t>Más simple.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/>
                        <a:t>Más potente.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3431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/>
                        <a:t>Solo localiza nodos.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/>
                        <a:t>Puede crear nuevos documentos XML.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99506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/>
                        <a:t>Similar a una ruta.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dirty="0"/>
                        <a:t>Similar a SQL.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0592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2154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EB0CC7D1-F4A3-52AA-755F-F528AB6EF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4">
            <a:extLst>
              <a:ext uri="{FF2B5EF4-FFF2-40B4-BE49-F238E27FC236}">
                <a16:creationId xmlns:a16="http://schemas.microsoft.com/office/drawing/2014/main" id="{D30779D1-F6ED-8FFB-3EA2-0D4EBCF020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32134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Variables en </a:t>
            </a:r>
            <a:r>
              <a:rPr lang="es-MX" dirty="0" err="1"/>
              <a:t>XQuery</a:t>
            </a:r>
            <a:br>
              <a:rPr lang="es-MX" dirty="0"/>
            </a:br>
            <a:br>
              <a:rPr lang="es-MX" dirty="0"/>
            </a:br>
            <a:br>
              <a:rPr lang="es-MX" dirty="0"/>
            </a:br>
            <a:br>
              <a:rPr lang="es-MX" dirty="0"/>
            </a:br>
            <a:r>
              <a:rPr lang="es-MX" b="1" dirty="0">
                <a:solidFill>
                  <a:schemeClr val="bg2"/>
                </a:solidFill>
              </a:rPr>
              <a:t>Semiestructurados </a:t>
            </a:r>
            <a:endParaRPr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67F77BF-219D-B69E-FFDA-F430E432BEFB}"/>
              </a:ext>
            </a:extLst>
          </p:cNvPr>
          <p:cNvSpPr txBox="1"/>
          <p:nvPr/>
        </p:nvSpPr>
        <p:spPr>
          <a:xfrm>
            <a:off x="720000" y="1017725"/>
            <a:ext cx="618382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s-MX" sz="2000" b="0" i="0" dirty="0">
                <a:effectLst/>
                <a:latin typeface="DM Sans" pitchFamily="2" charset="0"/>
              </a:rPr>
              <a:t>Las variables comienzan con el símbolo $.</a:t>
            </a:r>
          </a:p>
          <a:p>
            <a:pPr fontAlgn="t">
              <a:lnSpc>
                <a:spcPct val="100000"/>
              </a:lnSpc>
              <a:buNone/>
            </a:pPr>
            <a:endParaRPr lang="es-MX" sz="2000" dirty="0">
              <a:latin typeface="DM Sans" pitchFamily="2" charset="0"/>
            </a:endParaRPr>
          </a:p>
          <a:p>
            <a:pPr fontAlgn="t">
              <a:lnSpc>
                <a:spcPct val="100000"/>
              </a:lnSpc>
              <a:buNone/>
            </a:pPr>
            <a:r>
              <a:rPr lang="es-MX" sz="2000" b="0" i="0" dirty="0">
                <a:effectLst/>
                <a:latin typeface="Baloo 2 ExtraBold" panose="020B0604020202020204" charset="0"/>
                <a:cs typeface="Baloo 2 ExtraBold" panose="020B0604020202020204" charset="0"/>
              </a:rPr>
              <a:t>Ejemplo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73251F3-0910-63EF-F381-4883BD6B7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58" y="2033388"/>
            <a:ext cx="3343742" cy="75258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926B1C38-43F2-D85F-45F2-A18578018A77}"/>
              </a:ext>
            </a:extLst>
          </p:cNvPr>
          <p:cNvSpPr txBox="1"/>
          <p:nvPr/>
        </p:nvSpPr>
        <p:spPr>
          <a:xfrm>
            <a:off x="720000" y="3219532"/>
            <a:ext cx="7238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s-MX" sz="1800" b="0" i="0" dirty="0">
                <a:effectLst/>
                <a:latin typeface="DM Sans" pitchFamily="2" charset="0"/>
              </a:rPr>
              <a:t>La variable </a:t>
            </a:r>
            <a:r>
              <a:rPr lang="es-MX" sz="1800" b="0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DM Sans" pitchFamily="2" charset="0"/>
              </a:rPr>
              <a:t>$libro </a:t>
            </a:r>
            <a:r>
              <a:rPr lang="es-MX" sz="1800" b="0" i="0" dirty="0">
                <a:effectLst/>
                <a:latin typeface="DM Sans" pitchFamily="2" charset="0"/>
              </a:rPr>
              <a:t>almacena temporalmente cada libro del XML.</a:t>
            </a:r>
          </a:p>
        </p:txBody>
      </p:sp>
    </p:spTree>
    <p:extLst>
      <p:ext uri="{BB962C8B-B14F-4D97-AF65-F5344CB8AC3E}">
        <p14:creationId xmlns:p14="http://schemas.microsoft.com/office/powerpoint/2010/main" val="1466934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37"/>
          <p:cNvSpPr txBox="1">
            <a:spLocks noGrp="1"/>
          </p:cNvSpPr>
          <p:nvPr>
            <p:ph type="title"/>
          </p:nvPr>
        </p:nvSpPr>
        <p:spPr>
          <a:xfrm>
            <a:off x="4676119" y="1430582"/>
            <a:ext cx="3858775" cy="107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solidFill>
                  <a:schemeClr val="accent1">
                    <a:lumMod val="25000"/>
                  </a:schemeClr>
                </a:solidFill>
              </a:rPr>
              <a:t>Ejercicios XQUERY</a:t>
            </a:r>
            <a:endParaRPr sz="3200" dirty="0">
              <a:solidFill>
                <a:schemeClr val="accent1">
                  <a:lumMod val="25000"/>
                </a:schemeClr>
              </a:solidFill>
            </a:endParaRPr>
          </a:p>
        </p:txBody>
      </p:sp>
      <p:grpSp>
        <p:nvGrpSpPr>
          <p:cNvPr id="1082" name="Google Shape;1082;p37"/>
          <p:cNvGrpSpPr/>
          <p:nvPr/>
        </p:nvGrpSpPr>
        <p:grpSpPr>
          <a:xfrm>
            <a:off x="1137536" y="699006"/>
            <a:ext cx="3412448" cy="3413484"/>
            <a:chOff x="1017285" y="809699"/>
            <a:chExt cx="3497794" cy="3498857"/>
          </a:xfrm>
        </p:grpSpPr>
        <p:sp>
          <p:nvSpPr>
            <p:cNvPr id="1083" name="Google Shape;1083;p37"/>
            <p:cNvSpPr/>
            <p:nvPr/>
          </p:nvSpPr>
          <p:spPr>
            <a:xfrm>
              <a:off x="3785701" y="2959800"/>
              <a:ext cx="483175" cy="476826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rgbClr val="FF7A7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37"/>
            <p:cNvSpPr/>
            <p:nvPr/>
          </p:nvSpPr>
          <p:spPr>
            <a:xfrm>
              <a:off x="4506379" y="2776855"/>
              <a:ext cx="8700" cy="2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37"/>
            <p:cNvSpPr/>
            <p:nvPr/>
          </p:nvSpPr>
          <p:spPr>
            <a:xfrm>
              <a:off x="4506379" y="2776855"/>
              <a:ext cx="8700" cy="2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86" name="Google Shape;1086;p37"/>
            <p:cNvGrpSpPr/>
            <p:nvPr/>
          </p:nvGrpSpPr>
          <p:grpSpPr>
            <a:xfrm>
              <a:off x="2291675" y="1423158"/>
              <a:ext cx="2214703" cy="1379528"/>
              <a:chOff x="2291675" y="1423158"/>
              <a:chExt cx="2214703" cy="1379528"/>
            </a:xfrm>
          </p:grpSpPr>
          <p:sp>
            <p:nvSpPr>
              <p:cNvPr id="1087" name="Google Shape;1087;p37"/>
              <p:cNvSpPr/>
              <p:nvPr/>
            </p:nvSpPr>
            <p:spPr>
              <a:xfrm>
                <a:off x="2291675" y="1423158"/>
                <a:ext cx="2214703" cy="1379528"/>
              </a:xfrm>
              <a:custGeom>
                <a:avLst/>
                <a:gdLst/>
                <a:ahLst/>
                <a:cxnLst/>
                <a:rect l="l" t="t" r="r" b="b"/>
                <a:pathLst>
                  <a:path w="2533" h="1577" extrusionOk="0">
                    <a:moveTo>
                      <a:pt x="47" y="0"/>
                    </a:moveTo>
                    <a:cubicBezTo>
                      <a:pt x="2485" y="0"/>
                      <a:pt x="2485" y="0"/>
                      <a:pt x="2485" y="0"/>
                    </a:cubicBezTo>
                    <a:cubicBezTo>
                      <a:pt x="2512" y="0"/>
                      <a:pt x="2533" y="21"/>
                      <a:pt x="2533" y="48"/>
                    </a:cubicBezTo>
                    <a:cubicBezTo>
                      <a:pt x="2533" y="1577"/>
                      <a:pt x="2533" y="1577"/>
                      <a:pt x="2533" y="1577"/>
                    </a:cubicBezTo>
                    <a:cubicBezTo>
                      <a:pt x="0" y="1577"/>
                      <a:pt x="0" y="1577"/>
                      <a:pt x="0" y="1577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21"/>
                      <a:pt x="21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8" name="Google Shape;1088;p37"/>
              <p:cNvSpPr/>
              <p:nvPr/>
            </p:nvSpPr>
            <p:spPr>
              <a:xfrm>
                <a:off x="3273351" y="2692523"/>
                <a:ext cx="262800" cy="46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9" name="Google Shape;1089;p37"/>
              <p:cNvSpPr/>
              <p:nvPr/>
            </p:nvSpPr>
            <p:spPr>
              <a:xfrm>
                <a:off x="2291675" y="2776855"/>
                <a:ext cx="2214600" cy="25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0" name="Google Shape;1090;p37"/>
              <p:cNvSpPr/>
              <p:nvPr/>
            </p:nvSpPr>
            <p:spPr>
              <a:xfrm>
                <a:off x="2368209" y="1492996"/>
                <a:ext cx="2061633" cy="1161406"/>
              </a:xfrm>
              <a:custGeom>
                <a:avLst/>
                <a:gdLst/>
                <a:ahLst/>
                <a:cxnLst/>
                <a:rect l="l" t="t" r="r" b="b"/>
                <a:pathLst>
                  <a:path w="2357" h="1328" extrusionOk="0">
                    <a:moveTo>
                      <a:pt x="24" y="0"/>
                    </a:moveTo>
                    <a:cubicBezTo>
                      <a:pt x="2333" y="0"/>
                      <a:pt x="2333" y="0"/>
                      <a:pt x="2333" y="0"/>
                    </a:cubicBezTo>
                    <a:cubicBezTo>
                      <a:pt x="2346" y="0"/>
                      <a:pt x="2357" y="10"/>
                      <a:pt x="2357" y="23"/>
                    </a:cubicBezTo>
                    <a:cubicBezTo>
                      <a:pt x="2357" y="1304"/>
                      <a:pt x="2357" y="1304"/>
                      <a:pt x="2357" y="1304"/>
                    </a:cubicBezTo>
                    <a:cubicBezTo>
                      <a:pt x="2357" y="1318"/>
                      <a:pt x="2346" y="1328"/>
                      <a:pt x="2333" y="1328"/>
                    </a:cubicBezTo>
                    <a:cubicBezTo>
                      <a:pt x="24" y="1328"/>
                      <a:pt x="24" y="1328"/>
                      <a:pt x="24" y="1328"/>
                    </a:cubicBezTo>
                    <a:cubicBezTo>
                      <a:pt x="10" y="1328"/>
                      <a:pt x="0" y="1318"/>
                      <a:pt x="0" y="1304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10"/>
                      <a:pt x="10" y="0"/>
                      <a:pt x="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1" name="Google Shape;1091;p37"/>
              <p:cNvSpPr/>
              <p:nvPr/>
            </p:nvSpPr>
            <p:spPr>
              <a:xfrm>
                <a:off x="2990048" y="1492996"/>
                <a:ext cx="1171927" cy="1161406"/>
              </a:xfrm>
              <a:custGeom>
                <a:avLst/>
                <a:gdLst/>
                <a:ahLst/>
                <a:cxnLst/>
                <a:rect l="l" t="t" r="r" b="b"/>
                <a:pathLst>
                  <a:path w="1225" h="1214" extrusionOk="0">
                    <a:moveTo>
                      <a:pt x="0" y="1214"/>
                    </a:moveTo>
                    <a:lnTo>
                      <a:pt x="416" y="1214"/>
                    </a:lnTo>
                    <a:lnTo>
                      <a:pt x="1225" y="0"/>
                    </a:lnTo>
                    <a:lnTo>
                      <a:pt x="808" y="0"/>
                    </a:lnTo>
                    <a:lnTo>
                      <a:pt x="0" y="121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2" name="Google Shape;1092;p37"/>
              <p:cNvSpPr/>
              <p:nvPr/>
            </p:nvSpPr>
            <p:spPr>
              <a:xfrm>
                <a:off x="2648515" y="1492996"/>
                <a:ext cx="971982" cy="1161406"/>
              </a:xfrm>
              <a:custGeom>
                <a:avLst/>
                <a:gdLst/>
                <a:ahLst/>
                <a:cxnLst/>
                <a:rect l="l" t="t" r="r" b="b"/>
                <a:pathLst>
                  <a:path w="1016" h="1214" extrusionOk="0">
                    <a:moveTo>
                      <a:pt x="0" y="1214"/>
                    </a:moveTo>
                    <a:lnTo>
                      <a:pt x="208" y="1214"/>
                    </a:lnTo>
                    <a:lnTo>
                      <a:pt x="1016" y="0"/>
                    </a:lnTo>
                    <a:lnTo>
                      <a:pt x="809" y="0"/>
                    </a:lnTo>
                    <a:lnTo>
                      <a:pt x="0" y="121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3" name="Google Shape;1093;p37"/>
            <p:cNvGrpSpPr/>
            <p:nvPr/>
          </p:nvGrpSpPr>
          <p:grpSpPr>
            <a:xfrm flipH="1">
              <a:off x="1017285" y="1615136"/>
              <a:ext cx="1176885" cy="2693420"/>
              <a:chOff x="1553545" y="1817994"/>
              <a:chExt cx="1123518" cy="2571284"/>
            </a:xfrm>
          </p:grpSpPr>
          <p:grpSp>
            <p:nvGrpSpPr>
              <p:cNvPr id="1094" name="Google Shape;1094;p37"/>
              <p:cNvGrpSpPr/>
              <p:nvPr/>
            </p:nvGrpSpPr>
            <p:grpSpPr>
              <a:xfrm>
                <a:off x="1553545" y="1817994"/>
                <a:ext cx="1123518" cy="2571284"/>
                <a:chOff x="1553545" y="1817994"/>
                <a:chExt cx="1123518" cy="2571284"/>
              </a:xfrm>
            </p:grpSpPr>
            <p:sp>
              <p:nvSpPr>
                <p:cNvPr id="1095" name="Google Shape;1095;p37"/>
                <p:cNvSpPr/>
                <p:nvPr/>
              </p:nvSpPr>
              <p:spPr>
                <a:xfrm>
                  <a:off x="1553545" y="2564602"/>
                  <a:ext cx="350879" cy="1623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879" h="162321" extrusionOk="0">
                      <a:moveTo>
                        <a:pt x="350880" y="72485"/>
                      </a:moveTo>
                      <a:cubicBezTo>
                        <a:pt x="320971" y="49244"/>
                        <a:pt x="291634" y="25146"/>
                        <a:pt x="263154" y="0"/>
                      </a:cubicBezTo>
                      <a:lnTo>
                        <a:pt x="154188" y="57912"/>
                      </a:lnTo>
                      <a:lnTo>
                        <a:pt x="146283" y="61531"/>
                      </a:lnTo>
                      <a:cubicBezTo>
                        <a:pt x="145616" y="62103"/>
                        <a:pt x="144854" y="62674"/>
                        <a:pt x="144187" y="63246"/>
                      </a:cubicBezTo>
                      <a:lnTo>
                        <a:pt x="133519" y="68866"/>
                      </a:lnTo>
                      <a:cubicBezTo>
                        <a:pt x="132567" y="69247"/>
                        <a:pt x="131805" y="69818"/>
                        <a:pt x="131043" y="70485"/>
                      </a:cubicBezTo>
                      <a:cubicBezTo>
                        <a:pt x="118184" y="73628"/>
                        <a:pt x="49604" y="90869"/>
                        <a:pt x="39412" y="98298"/>
                      </a:cubicBezTo>
                      <a:cubicBezTo>
                        <a:pt x="22077" y="102203"/>
                        <a:pt x="1788" y="107251"/>
                        <a:pt x="74" y="111442"/>
                      </a:cubicBezTo>
                      <a:cubicBezTo>
                        <a:pt x="-2212" y="117157"/>
                        <a:pt x="49223" y="113824"/>
                        <a:pt x="62558" y="114300"/>
                      </a:cubicBezTo>
                      <a:lnTo>
                        <a:pt x="65034" y="115633"/>
                      </a:lnTo>
                      <a:cubicBezTo>
                        <a:pt x="60939" y="118777"/>
                        <a:pt x="37317" y="126873"/>
                        <a:pt x="37317" y="126873"/>
                      </a:cubicBezTo>
                      <a:cubicBezTo>
                        <a:pt x="36174" y="127349"/>
                        <a:pt x="3503" y="140779"/>
                        <a:pt x="8646" y="145066"/>
                      </a:cubicBezTo>
                      <a:cubicBezTo>
                        <a:pt x="13790" y="149447"/>
                        <a:pt x="87323" y="125063"/>
                        <a:pt x="71892" y="130302"/>
                      </a:cubicBezTo>
                      <a:cubicBezTo>
                        <a:pt x="70845" y="130683"/>
                        <a:pt x="9408" y="148209"/>
                        <a:pt x="15123" y="155829"/>
                      </a:cubicBezTo>
                      <a:cubicBezTo>
                        <a:pt x="18933" y="160877"/>
                        <a:pt x="73702" y="144113"/>
                        <a:pt x="76274" y="144685"/>
                      </a:cubicBezTo>
                      <a:cubicBezTo>
                        <a:pt x="78846" y="145256"/>
                        <a:pt x="29697" y="154972"/>
                        <a:pt x="34173" y="161449"/>
                      </a:cubicBezTo>
                      <a:cubicBezTo>
                        <a:pt x="36174" y="164211"/>
                        <a:pt x="60748" y="159734"/>
                        <a:pt x="68749" y="157448"/>
                      </a:cubicBezTo>
                      <a:cubicBezTo>
                        <a:pt x="75702" y="155448"/>
                        <a:pt x="98277" y="149542"/>
                        <a:pt x="133233" y="138113"/>
                      </a:cubicBezTo>
                      <a:cubicBezTo>
                        <a:pt x="172476" y="129254"/>
                        <a:pt x="266774" y="106013"/>
                        <a:pt x="350880" y="72485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6" name="Google Shape;1096;p37"/>
                <p:cNvSpPr/>
                <p:nvPr/>
              </p:nvSpPr>
              <p:spPr>
                <a:xfrm>
                  <a:off x="1786988" y="2224592"/>
                  <a:ext cx="307186" cy="437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186" h="437982" extrusionOk="0">
                      <a:moveTo>
                        <a:pt x="206026" y="37552"/>
                      </a:moveTo>
                      <a:cubicBezTo>
                        <a:pt x="183070" y="84415"/>
                        <a:pt x="98965" y="280725"/>
                        <a:pt x="98965" y="280725"/>
                      </a:cubicBezTo>
                      <a:lnTo>
                        <a:pt x="0" y="336066"/>
                      </a:lnTo>
                      <a:lnTo>
                        <a:pt x="65532" y="437983"/>
                      </a:lnTo>
                      <a:cubicBezTo>
                        <a:pt x="65532" y="437983"/>
                        <a:pt x="158687" y="416171"/>
                        <a:pt x="205264" y="373880"/>
                      </a:cubicBezTo>
                      <a:cubicBezTo>
                        <a:pt x="250222" y="333208"/>
                        <a:pt x="307848" y="64984"/>
                        <a:pt x="307181" y="976"/>
                      </a:cubicBezTo>
                      <a:cubicBezTo>
                        <a:pt x="307181" y="976"/>
                        <a:pt x="228981" y="-9406"/>
                        <a:pt x="206026" y="3755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7" name="Google Shape;1097;p37"/>
                <p:cNvSpPr/>
                <p:nvPr/>
              </p:nvSpPr>
              <p:spPr>
                <a:xfrm>
                  <a:off x="2049592" y="2091170"/>
                  <a:ext cx="99441" cy="99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41" h="99441" extrusionOk="0">
                      <a:moveTo>
                        <a:pt x="49721" y="99441"/>
                      </a:moveTo>
                      <a:cubicBezTo>
                        <a:pt x="22289" y="99441"/>
                        <a:pt x="0" y="77153"/>
                        <a:pt x="0" y="49721"/>
                      </a:cubicBezTo>
                      <a:cubicBezTo>
                        <a:pt x="0" y="22288"/>
                        <a:pt x="22289" y="0"/>
                        <a:pt x="49721" y="0"/>
                      </a:cubicBezTo>
                      <a:cubicBezTo>
                        <a:pt x="77153" y="0"/>
                        <a:pt x="99441" y="22288"/>
                        <a:pt x="99441" y="49721"/>
                      </a:cubicBezTo>
                      <a:cubicBezTo>
                        <a:pt x="99441" y="77153"/>
                        <a:pt x="77057" y="99441"/>
                        <a:pt x="49721" y="99441"/>
                      </a:cubicBezTo>
                      <a:close/>
                      <a:moveTo>
                        <a:pt x="49721" y="4477"/>
                      </a:moveTo>
                      <a:cubicBezTo>
                        <a:pt x="24765" y="4477"/>
                        <a:pt x="4382" y="24765"/>
                        <a:pt x="4382" y="49816"/>
                      </a:cubicBezTo>
                      <a:cubicBezTo>
                        <a:pt x="4382" y="74867"/>
                        <a:pt x="24670" y="95155"/>
                        <a:pt x="49721" y="95155"/>
                      </a:cubicBezTo>
                      <a:cubicBezTo>
                        <a:pt x="74771" y="95155"/>
                        <a:pt x="95060" y="74867"/>
                        <a:pt x="95060" y="49816"/>
                      </a:cubicBezTo>
                      <a:cubicBezTo>
                        <a:pt x="95060" y="24765"/>
                        <a:pt x="74676" y="4477"/>
                        <a:pt x="49721" y="44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8" name="Google Shape;1098;p37"/>
                <p:cNvSpPr/>
                <p:nvPr/>
              </p:nvSpPr>
              <p:spPr>
                <a:xfrm>
                  <a:off x="2073164" y="1898589"/>
                  <a:ext cx="248512" cy="256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512" h="256494" extrusionOk="0">
                      <a:moveTo>
                        <a:pt x="336" y="101713"/>
                      </a:moveTo>
                      <a:cubicBezTo>
                        <a:pt x="-3379" y="84377"/>
                        <a:pt x="24625" y="39610"/>
                        <a:pt x="39198" y="29418"/>
                      </a:cubicBezTo>
                      <a:cubicBezTo>
                        <a:pt x="56915" y="17131"/>
                        <a:pt x="76917" y="8654"/>
                        <a:pt x="97872" y="3510"/>
                      </a:cubicBezTo>
                      <a:cubicBezTo>
                        <a:pt x="142163" y="-7253"/>
                        <a:pt x="183121" y="7320"/>
                        <a:pt x="215601" y="39229"/>
                      </a:cubicBezTo>
                      <a:cubicBezTo>
                        <a:pt x="319042" y="140956"/>
                        <a:pt x="145592" y="256494"/>
                        <a:pt x="145592" y="256494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9" name="Google Shape;1099;p37"/>
                <p:cNvSpPr/>
                <p:nvPr/>
              </p:nvSpPr>
              <p:spPr>
                <a:xfrm>
                  <a:off x="2156177" y="1817994"/>
                  <a:ext cx="96012" cy="96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12" h="96011" extrusionOk="0">
                      <a:moveTo>
                        <a:pt x="96012" y="48006"/>
                      </a:moveTo>
                      <a:cubicBezTo>
                        <a:pt x="96012" y="74519"/>
                        <a:pt x="74519" y="96012"/>
                        <a:pt x="48006" y="96012"/>
                      </a:cubicBezTo>
                      <a:cubicBezTo>
                        <a:pt x="21493" y="96012"/>
                        <a:pt x="0" y="74519"/>
                        <a:pt x="0" y="48006"/>
                      </a:cubicBezTo>
                      <a:cubicBezTo>
                        <a:pt x="0" y="21493"/>
                        <a:pt x="21493" y="0"/>
                        <a:pt x="48006" y="0"/>
                      </a:cubicBezTo>
                      <a:cubicBezTo>
                        <a:pt x="74519" y="0"/>
                        <a:pt x="96012" y="21493"/>
                        <a:pt x="96012" y="480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0" name="Google Shape;1100;p37"/>
                <p:cNvSpPr/>
                <p:nvPr/>
              </p:nvSpPr>
              <p:spPr>
                <a:xfrm>
                  <a:off x="2295432" y="1910862"/>
                  <a:ext cx="96011" cy="96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11" h="96012" extrusionOk="0">
                      <a:moveTo>
                        <a:pt x="0" y="48006"/>
                      </a:moveTo>
                      <a:cubicBezTo>
                        <a:pt x="0" y="21431"/>
                        <a:pt x="21526" y="0"/>
                        <a:pt x="48006" y="0"/>
                      </a:cubicBezTo>
                      <a:cubicBezTo>
                        <a:pt x="74486" y="0"/>
                        <a:pt x="96012" y="21526"/>
                        <a:pt x="96012" y="48006"/>
                      </a:cubicBezTo>
                      <a:cubicBezTo>
                        <a:pt x="96012" y="74485"/>
                        <a:pt x="74486" y="96012"/>
                        <a:pt x="48006" y="96012"/>
                      </a:cubicBezTo>
                      <a:cubicBezTo>
                        <a:pt x="21526" y="96012"/>
                        <a:pt x="0" y="74581"/>
                        <a:pt x="0" y="480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1" name="Google Shape;1101;p37"/>
                <p:cNvSpPr/>
                <p:nvPr/>
              </p:nvSpPr>
              <p:spPr>
                <a:xfrm>
                  <a:off x="2066236" y="1927089"/>
                  <a:ext cx="223453" cy="4403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453" h="440306" extrusionOk="0">
                      <a:moveTo>
                        <a:pt x="180619" y="116551"/>
                      </a:moveTo>
                      <a:cubicBezTo>
                        <a:pt x="180714" y="118933"/>
                        <a:pt x="182809" y="120647"/>
                        <a:pt x="185095" y="120457"/>
                      </a:cubicBezTo>
                      <a:cubicBezTo>
                        <a:pt x="194811" y="119504"/>
                        <a:pt x="217195" y="115504"/>
                        <a:pt x="222624" y="140745"/>
                      </a:cubicBezTo>
                      <a:cubicBezTo>
                        <a:pt x="228148" y="166272"/>
                        <a:pt x="204812" y="182941"/>
                        <a:pt x="190048" y="185131"/>
                      </a:cubicBezTo>
                      <a:cubicBezTo>
                        <a:pt x="185762" y="185703"/>
                        <a:pt x="165379" y="202467"/>
                        <a:pt x="162807" y="205896"/>
                      </a:cubicBezTo>
                      <a:cubicBezTo>
                        <a:pt x="154711" y="216373"/>
                        <a:pt x="174427" y="319434"/>
                        <a:pt x="178809" y="351533"/>
                      </a:cubicBezTo>
                      <a:cubicBezTo>
                        <a:pt x="187000" y="411445"/>
                        <a:pt x="98704" y="440306"/>
                        <a:pt x="98704" y="440306"/>
                      </a:cubicBezTo>
                      <a:cubicBezTo>
                        <a:pt x="98704" y="440306"/>
                        <a:pt x="48126" y="426876"/>
                        <a:pt x="42887" y="351533"/>
                      </a:cubicBezTo>
                      <a:cubicBezTo>
                        <a:pt x="42887" y="351533"/>
                        <a:pt x="45173" y="205801"/>
                        <a:pt x="44411" y="205134"/>
                      </a:cubicBezTo>
                      <a:cubicBezTo>
                        <a:pt x="31457" y="194275"/>
                        <a:pt x="-15311" y="193228"/>
                        <a:pt x="5073" y="91977"/>
                      </a:cubicBezTo>
                      <a:cubicBezTo>
                        <a:pt x="23932" y="-1749"/>
                        <a:pt x="91560" y="-1178"/>
                        <a:pt x="108895" y="346"/>
                      </a:cubicBezTo>
                      <a:cubicBezTo>
                        <a:pt x="123659" y="1680"/>
                        <a:pt x="173856" y="346"/>
                        <a:pt x="180619" y="116551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2" name="Google Shape;1102;p37"/>
                <p:cNvSpPr/>
                <p:nvPr/>
              </p:nvSpPr>
              <p:spPr>
                <a:xfrm>
                  <a:off x="2127316" y="1917239"/>
                  <a:ext cx="133661" cy="99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1" h="99928" extrusionOk="0">
                      <a:moveTo>
                        <a:pt x="0" y="5434"/>
                      </a:moveTo>
                      <a:cubicBezTo>
                        <a:pt x="0" y="5434"/>
                        <a:pt x="20479" y="120496"/>
                        <a:pt x="128778" y="96684"/>
                      </a:cubicBezTo>
                      <a:cubicBezTo>
                        <a:pt x="128683" y="96684"/>
                        <a:pt x="172402" y="-27046"/>
                        <a:pt x="0" y="543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3" name="Google Shape;1103;p37"/>
                <p:cNvSpPr/>
                <p:nvPr/>
              </p:nvSpPr>
              <p:spPr>
                <a:xfrm>
                  <a:off x="2244664" y="2065805"/>
                  <a:ext cx="33813" cy="245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13" h="24508" extrusionOk="0">
                      <a:moveTo>
                        <a:pt x="33814" y="10411"/>
                      </a:moveTo>
                      <a:cubicBezTo>
                        <a:pt x="33814" y="10411"/>
                        <a:pt x="15621" y="-20640"/>
                        <a:pt x="0" y="24508"/>
                      </a:cubicBezTo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4" name="Google Shape;1104;p37"/>
                <p:cNvSpPr/>
                <p:nvPr/>
              </p:nvSpPr>
              <p:spPr>
                <a:xfrm>
                  <a:off x="2134841" y="1998536"/>
                  <a:ext cx="20596" cy="15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96" h="15882" extrusionOk="0">
                      <a:moveTo>
                        <a:pt x="19145" y="15197"/>
                      </a:moveTo>
                      <a:cubicBezTo>
                        <a:pt x="22574" y="19197"/>
                        <a:pt x="19526" y="4529"/>
                        <a:pt x="14192" y="1576"/>
                      </a:cubicBezTo>
                      <a:cubicBezTo>
                        <a:pt x="8953" y="-1377"/>
                        <a:pt x="2572" y="-43"/>
                        <a:pt x="0" y="4433"/>
                      </a:cubicBezTo>
                      <a:cubicBezTo>
                        <a:pt x="0" y="4433"/>
                        <a:pt x="10954" y="5576"/>
                        <a:pt x="19145" y="1519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5" name="Google Shape;1105;p37"/>
                <p:cNvSpPr/>
                <p:nvPr/>
              </p:nvSpPr>
              <p:spPr>
                <a:xfrm>
                  <a:off x="2084558" y="1984965"/>
                  <a:ext cx="23231" cy="9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31" h="9817" extrusionOk="0">
                      <a:moveTo>
                        <a:pt x="1324" y="9622"/>
                      </a:moveTo>
                      <a:cubicBezTo>
                        <a:pt x="-3533" y="11432"/>
                        <a:pt x="6087" y="97"/>
                        <a:pt x="12183" y="2"/>
                      </a:cubicBezTo>
                      <a:cubicBezTo>
                        <a:pt x="18279" y="-94"/>
                        <a:pt x="23232" y="4097"/>
                        <a:pt x="23232" y="9336"/>
                      </a:cubicBezTo>
                      <a:cubicBezTo>
                        <a:pt x="23232" y="9336"/>
                        <a:pt x="13040" y="5145"/>
                        <a:pt x="1324" y="962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6" name="Google Shape;1106;p37"/>
                <p:cNvSpPr/>
                <p:nvPr/>
              </p:nvSpPr>
              <p:spPr>
                <a:xfrm>
                  <a:off x="2131242" y="2024181"/>
                  <a:ext cx="11991" cy="21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99" h="15804" extrusionOk="0">
                      <a:moveTo>
                        <a:pt x="8310" y="9045"/>
                      </a:moveTo>
                      <a:cubicBezTo>
                        <a:pt x="6976" y="13331"/>
                        <a:pt x="4214" y="16379"/>
                        <a:pt x="2118" y="15713"/>
                      </a:cubicBezTo>
                      <a:cubicBezTo>
                        <a:pt x="23" y="15046"/>
                        <a:pt x="-644" y="11045"/>
                        <a:pt x="690" y="6759"/>
                      </a:cubicBezTo>
                      <a:cubicBezTo>
                        <a:pt x="2023" y="2473"/>
                        <a:pt x="4785" y="-575"/>
                        <a:pt x="6881" y="92"/>
                      </a:cubicBezTo>
                      <a:cubicBezTo>
                        <a:pt x="8976" y="663"/>
                        <a:pt x="9643" y="4759"/>
                        <a:pt x="8310" y="904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7" name="Google Shape;1107;p37"/>
                <p:cNvSpPr/>
                <p:nvPr/>
              </p:nvSpPr>
              <p:spPr>
                <a:xfrm>
                  <a:off x="2086775" y="2007961"/>
                  <a:ext cx="11438" cy="20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4" h="15099" extrusionOk="0">
                      <a:moveTo>
                        <a:pt x="7891" y="8645"/>
                      </a:moveTo>
                      <a:cubicBezTo>
                        <a:pt x="6652" y="12741"/>
                        <a:pt x="3985" y="15598"/>
                        <a:pt x="1985" y="15027"/>
                      </a:cubicBezTo>
                      <a:cubicBezTo>
                        <a:pt x="-15" y="14455"/>
                        <a:pt x="-587" y="10550"/>
                        <a:pt x="652" y="6455"/>
                      </a:cubicBezTo>
                      <a:cubicBezTo>
                        <a:pt x="1890" y="2359"/>
                        <a:pt x="4557" y="-499"/>
                        <a:pt x="6557" y="73"/>
                      </a:cubicBezTo>
                      <a:cubicBezTo>
                        <a:pt x="8557" y="644"/>
                        <a:pt x="9224" y="4549"/>
                        <a:pt x="7891" y="864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8" name="Google Shape;1108;p37"/>
                <p:cNvSpPr/>
                <p:nvPr/>
              </p:nvSpPr>
              <p:spPr>
                <a:xfrm>
                  <a:off x="2110672" y="2132223"/>
                  <a:ext cx="69674" cy="30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674" h="30272" extrusionOk="0">
                      <a:moveTo>
                        <a:pt x="70" y="0"/>
                      </a:moveTo>
                      <a:cubicBezTo>
                        <a:pt x="70" y="0"/>
                        <a:pt x="44362" y="4477"/>
                        <a:pt x="66269" y="1143"/>
                      </a:cubicBezTo>
                      <a:cubicBezTo>
                        <a:pt x="88177" y="-2286"/>
                        <a:pt x="-2882" y="69152"/>
                        <a:pt x="70" y="0"/>
                      </a:cubicBez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9" name="Google Shape;1109;p37"/>
                <p:cNvSpPr/>
                <p:nvPr/>
              </p:nvSpPr>
              <p:spPr>
                <a:xfrm>
                  <a:off x="2023112" y="4149142"/>
                  <a:ext cx="120110" cy="168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110" h="168520" extrusionOk="0">
                      <a:moveTo>
                        <a:pt x="120110" y="2953"/>
                      </a:moveTo>
                      <a:lnTo>
                        <a:pt x="104204" y="115919"/>
                      </a:lnTo>
                      <a:cubicBezTo>
                        <a:pt x="104204" y="115919"/>
                        <a:pt x="78677" y="190881"/>
                        <a:pt x="54959" y="161830"/>
                      </a:cubicBezTo>
                      <a:cubicBezTo>
                        <a:pt x="31242" y="132779"/>
                        <a:pt x="7810" y="117443"/>
                        <a:pt x="7810" y="117443"/>
                      </a:cubicBezTo>
                      <a:lnTo>
                        <a:pt x="0" y="0"/>
                      </a:lnTo>
                      <a:lnTo>
                        <a:pt x="120110" y="2953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0" name="Google Shape;1110;p37"/>
                <p:cNvSpPr/>
                <p:nvPr/>
              </p:nvSpPr>
              <p:spPr>
                <a:xfrm>
                  <a:off x="2520889" y="4143237"/>
                  <a:ext cx="101155" cy="135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155" h="135646" extrusionOk="0">
                      <a:moveTo>
                        <a:pt x="0" y="95"/>
                      </a:moveTo>
                      <a:lnTo>
                        <a:pt x="35147" y="112776"/>
                      </a:lnTo>
                      <a:cubicBezTo>
                        <a:pt x="35147" y="112776"/>
                        <a:pt x="61912" y="136207"/>
                        <a:pt x="71533" y="135636"/>
                      </a:cubicBezTo>
                      <a:cubicBezTo>
                        <a:pt x="89154" y="134493"/>
                        <a:pt x="98298" y="104204"/>
                        <a:pt x="98298" y="104204"/>
                      </a:cubicBezTo>
                      <a:lnTo>
                        <a:pt x="10115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1" name="Google Shape;1111;p37"/>
                <p:cNvSpPr/>
                <p:nvPr/>
              </p:nvSpPr>
              <p:spPr>
                <a:xfrm>
                  <a:off x="1926160" y="4247215"/>
                  <a:ext cx="213243" cy="106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243" h="106333" extrusionOk="0">
                      <a:moveTo>
                        <a:pt x="96952" y="18799"/>
                      </a:moveTo>
                      <a:lnTo>
                        <a:pt x="2274" y="95475"/>
                      </a:lnTo>
                      <a:cubicBezTo>
                        <a:pt x="-2584" y="99095"/>
                        <a:pt x="845" y="105095"/>
                        <a:pt x="7799" y="105191"/>
                      </a:cubicBezTo>
                      <a:lnTo>
                        <a:pt x="147530" y="106333"/>
                      </a:lnTo>
                      <a:cubicBezTo>
                        <a:pt x="150864" y="106333"/>
                        <a:pt x="153912" y="104810"/>
                        <a:pt x="155055" y="102524"/>
                      </a:cubicBezTo>
                      <a:lnTo>
                        <a:pt x="165628" y="80902"/>
                      </a:lnTo>
                      <a:cubicBezTo>
                        <a:pt x="168676" y="74615"/>
                        <a:pt x="174772" y="74139"/>
                        <a:pt x="174200" y="80807"/>
                      </a:cubicBezTo>
                      <a:lnTo>
                        <a:pt x="179344" y="101666"/>
                      </a:lnTo>
                      <a:cubicBezTo>
                        <a:pt x="179058" y="105000"/>
                        <a:pt x="212491" y="104048"/>
                        <a:pt x="212777" y="101095"/>
                      </a:cubicBezTo>
                      <a:cubicBezTo>
                        <a:pt x="214586" y="82521"/>
                        <a:pt x="210776" y="21942"/>
                        <a:pt x="207442" y="4988"/>
                      </a:cubicBezTo>
                      <a:cubicBezTo>
                        <a:pt x="206966" y="2606"/>
                        <a:pt x="204490" y="606"/>
                        <a:pt x="201156" y="130"/>
                      </a:cubicBezTo>
                      <a:lnTo>
                        <a:pt x="201156" y="130"/>
                      </a:lnTo>
                      <a:cubicBezTo>
                        <a:pt x="198203" y="-346"/>
                        <a:pt x="195155" y="511"/>
                        <a:pt x="193346" y="2321"/>
                      </a:cubicBezTo>
                      <a:cubicBezTo>
                        <a:pt x="183916" y="11465"/>
                        <a:pt x="153721" y="38897"/>
                        <a:pt x="137719" y="33372"/>
                      </a:cubicBezTo>
                      <a:cubicBezTo>
                        <a:pt x="126956" y="29657"/>
                        <a:pt x="112954" y="22990"/>
                        <a:pt x="108668" y="19180"/>
                      </a:cubicBezTo>
                      <a:cubicBezTo>
                        <a:pt x="105620" y="16513"/>
                        <a:pt x="100191" y="16418"/>
                        <a:pt x="96952" y="1879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2" name="Google Shape;1112;p37"/>
                <p:cNvSpPr/>
                <p:nvPr/>
              </p:nvSpPr>
              <p:spPr>
                <a:xfrm>
                  <a:off x="2539790" y="4242903"/>
                  <a:ext cx="137273" cy="14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273" h="146375" extrusionOk="0">
                      <a:moveTo>
                        <a:pt x="80730" y="727"/>
                      </a:moveTo>
                      <a:lnTo>
                        <a:pt x="134451" y="90738"/>
                      </a:lnTo>
                      <a:cubicBezTo>
                        <a:pt x="140166" y="99501"/>
                        <a:pt x="137023" y="109979"/>
                        <a:pt x="126641" y="116074"/>
                      </a:cubicBezTo>
                      <a:cubicBezTo>
                        <a:pt x="109877" y="126076"/>
                        <a:pt x="96065" y="145983"/>
                        <a:pt x="85493" y="146364"/>
                      </a:cubicBezTo>
                      <a:cubicBezTo>
                        <a:pt x="66348" y="146936"/>
                        <a:pt x="36725" y="126742"/>
                        <a:pt x="19389" y="119218"/>
                      </a:cubicBezTo>
                      <a:cubicBezTo>
                        <a:pt x="7769" y="114170"/>
                        <a:pt x="-1280" y="106740"/>
                        <a:pt x="149" y="97024"/>
                      </a:cubicBezTo>
                      <a:lnTo>
                        <a:pt x="13484" y="6728"/>
                      </a:lnTo>
                      <a:cubicBezTo>
                        <a:pt x="13674" y="5584"/>
                        <a:pt x="15579" y="5204"/>
                        <a:pt x="16627" y="6061"/>
                      </a:cubicBezTo>
                      <a:lnTo>
                        <a:pt x="37201" y="24730"/>
                      </a:lnTo>
                      <a:cubicBezTo>
                        <a:pt x="43964" y="30826"/>
                        <a:pt x="62252" y="30064"/>
                        <a:pt x="66824" y="22730"/>
                      </a:cubicBezTo>
                      <a:cubicBezTo>
                        <a:pt x="70062" y="17491"/>
                        <a:pt x="77682" y="631"/>
                        <a:pt x="77682" y="631"/>
                      </a:cubicBezTo>
                      <a:cubicBezTo>
                        <a:pt x="78349" y="-226"/>
                        <a:pt x="80159" y="-226"/>
                        <a:pt x="80730" y="72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3" name="Google Shape;1113;p37"/>
                <p:cNvSpPr/>
                <p:nvPr/>
              </p:nvSpPr>
              <p:spPr>
                <a:xfrm>
                  <a:off x="1955027" y="2647812"/>
                  <a:ext cx="690544" cy="1529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544" h="1529945" extrusionOk="0">
                      <a:moveTo>
                        <a:pt x="380506" y="10668"/>
                      </a:moveTo>
                      <a:cubicBezTo>
                        <a:pt x="423845" y="87344"/>
                        <a:pt x="446800" y="143542"/>
                        <a:pt x="471755" y="241078"/>
                      </a:cubicBezTo>
                      <a:cubicBezTo>
                        <a:pt x="500711" y="354139"/>
                        <a:pt x="676924" y="1310830"/>
                        <a:pt x="690545" y="1516475"/>
                      </a:cubicBezTo>
                      <a:cubicBezTo>
                        <a:pt x="654921" y="1525048"/>
                        <a:pt x="554909" y="1523810"/>
                        <a:pt x="532334" y="1522571"/>
                      </a:cubicBezTo>
                      <a:cubicBezTo>
                        <a:pt x="460706" y="1317307"/>
                        <a:pt x="303163" y="639128"/>
                        <a:pt x="272492" y="509778"/>
                      </a:cubicBezTo>
                      <a:cubicBezTo>
                        <a:pt x="267730" y="489871"/>
                        <a:pt x="237059" y="494252"/>
                        <a:pt x="239441" y="514540"/>
                      </a:cubicBezTo>
                      <a:cubicBezTo>
                        <a:pt x="256871" y="662273"/>
                        <a:pt x="168670" y="1295781"/>
                        <a:pt x="215438" y="1522952"/>
                      </a:cubicBezTo>
                      <a:cubicBezTo>
                        <a:pt x="196769" y="1532477"/>
                        <a:pt x="83802" y="1530382"/>
                        <a:pt x="62180" y="1527620"/>
                      </a:cubicBezTo>
                      <a:cubicBezTo>
                        <a:pt x="38749" y="1274254"/>
                        <a:pt x="-85933" y="315278"/>
                        <a:pt x="102185" y="4381"/>
                      </a:cubicBezTo>
                      <a:cubicBezTo>
                        <a:pt x="188291" y="-7430"/>
                        <a:pt x="293257" y="8096"/>
                        <a:pt x="380506" y="1066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4" name="Google Shape;1114;p37"/>
                <p:cNvSpPr/>
                <p:nvPr/>
              </p:nvSpPr>
              <p:spPr>
                <a:xfrm>
                  <a:off x="2011415" y="2221758"/>
                  <a:ext cx="427558" cy="457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558" h="457609" extrusionOk="0">
                      <a:moveTo>
                        <a:pt x="83135" y="23717"/>
                      </a:moveTo>
                      <a:cubicBezTo>
                        <a:pt x="85611" y="29813"/>
                        <a:pt x="-2971" y="218599"/>
                        <a:pt x="77" y="278130"/>
                      </a:cubicBezTo>
                      <a:cubicBezTo>
                        <a:pt x="3125" y="338137"/>
                        <a:pt x="44082" y="439102"/>
                        <a:pt x="40844" y="448056"/>
                      </a:cubicBezTo>
                      <a:cubicBezTo>
                        <a:pt x="40844" y="448056"/>
                        <a:pt x="170765" y="476250"/>
                        <a:pt x="427559" y="435769"/>
                      </a:cubicBezTo>
                      <a:cubicBezTo>
                        <a:pt x="411176" y="289465"/>
                        <a:pt x="353740" y="140494"/>
                        <a:pt x="327261" y="66199"/>
                      </a:cubicBezTo>
                      <a:cubicBezTo>
                        <a:pt x="327261" y="66199"/>
                        <a:pt x="245250" y="1619"/>
                        <a:pt x="223533" y="0"/>
                      </a:cubicBezTo>
                      <a:cubicBezTo>
                        <a:pt x="223438" y="0"/>
                        <a:pt x="184386" y="53816"/>
                        <a:pt x="83135" y="237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5" name="Google Shape;1115;p37"/>
                <p:cNvSpPr/>
                <p:nvPr/>
              </p:nvSpPr>
              <p:spPr>
                <a:xfrm>
                  <a:off x="1664696" y="2342048"/>
                  <a:ext cx="371180" cy="270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180" h="270520" extrusionOk="0">
                      <a:moveTo>
                        <a:pt x="371180" y="270521"/>
                      </a:moveTo>
                      <a:lnTo>
                        <a:pt x="310030" y="68877"/>
                      </a:lnTo>
                      <a:cubicBezTo>
                        <a:pt x="304981" y="52208"/>
                        <a:pt x="291265" y="39730"/>
                        <a:pt x="274216" y="36111"/>
                      </a:cubicBezTo>
                      <a:lnTo>
                        <a:pt x="26470" y="487"/>
                      </a:lnTo>
                      <a:cubicBezTo>
                        <a:pt x="10183" y="-2942"/>
                        <a:pt x="-3819" y="12298"/>
                        <a:pt x="943" y="28300"/>
                      </a:cubicBezTo>
                      <a:lnTo>
                        <a:pt x="52664" y="201750"/>
                      </a:lnTo>
                      <a:cubicBezTo>
                        <a:pt x="54950" y="209371"/>
                        <a:pt x="61046" y="215086"/>
                        <a:pt x="68761" y="216895"/>
                      </a:cubicBezTo>
                      <a:lnTo>
                        <a:pt x="371180" y="27052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6" name="Google Shape;1116;p37"/>
                <p:cNvSpPr/>
                <p:nvPr/>
              </p:nvSpPr>
              <p:spPr>
                <a:xfrm>
                  <a:off x="1880521" y="2448333"/>
                  <a:ext cx="236793" cy="224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793" h="224719" extrusionOk="0">
                      <a:moveTo>
                        <a:pt x="204980" y="224720"/>
                      </a:moveTo>
                      <a:cubicBezTo>
                        <a:pt x="99158" y="152235"/>
                        <a:pt x="39626" y="95371"/>
                        <a:pt x="28292" y="85369"/>
                      </a:cubicBezTo>
                      <a:cubicBezTo>
                        <a:pt x="21815" y="79654"/>
                        <a:pt x="4098" y="60319"/>
                        <a:pt x="5527" y="57080"/>
                      </a:cubicBezTo>
                      <a:cubicBezTo>
                        <a:pt x="8861" y="49650"/>
                        <a:pt x="44865" y="87750"/>
                        <a:pt x="44008" y="85179"/>
                      </a:cubicBezTo>
                      <a:cubicBezTo>
                        <a:pt x="43055" y="82702"/>
                        <a:pt x="-2379" y="43269"/>
                        <a:pt x="98" y="37268"/>
                      </a:cubicBezTo>
                      <a:cubicBezTo>
                        <a:pt x="3908" y="28124"/>
                        <a:pt x="53819" y="72891"/>
                        <a:pt x="54676" y="73654"/>
                      </a:cubicBezTo>
                      <a:cubicBezTo>
                        <a:pt x="67916" y="84512"/>
                        <a:pt x="5241" y="32696"/>
                        <a:pt x="6289" y="25743"/>
                      </a:cubicBezTo>
                      <a:cubicBezTo>
                        <a:pt x="7337" y="18885"/>
                        <a:pt x="37626" y="40506"/>
                        <a:pt x="38674" y="41269"/>
                      </a:cubicBezTo>
                      <a:cubicBezTo>
                        <a:pt x="38674" y="41269"/>
                        <a:pt x="63439" y="61366"/>
                        <a:pt x="65344" y="59842"/>
                      </a:cubicBezTo>
                      <a:cubicBezTo>
                        <a:pt x="67154" y="58318"/>
                        <a:pt x="24672" y="1168"/>
                        <a:pt x="32102" y="25"/>
                      </a:cubicBezTo>
                      <a:cubicBezTo>
                        <a:pt x="39531" y="-1118"/>
                        <a:pt x="74393" y="36982"/>
                        <a:pt x="82965" y="45079"/>
                      </a:cubicBezTo>
                      <a:cubicBezTo>
                        <a:pt x="91538" y="53175"/>
                        <a:pt x="106587" y="61080"/>
                        <a:pt x="111445" y="60319"/>
                      </a:cubicBezTo>
                      <a:cubicBezTo>
                        <a:pt x="115541" y="59652"/>
                        <a:pt x="118970" y="41745"/>
                        <a:pt x="114874" y="32601"/>
                      </a:cubicBezTo>
                      <a:cubicBezTo>
                        <a:pt x="114874" y="32601"/>
                        <a:pt x="135829" y="54604"/>
                        <a:pt x="142211" y="73082"/>
                      </a:cubicBezTo>
                      <a:cubicBezTo>
                        <a:pt x="145544" y="82797"/>
                        <a:pt x="147640" y="95180"/>
                        <a:pt x="147640" y="95180"/>
                      </a:cubicBezTo>
                      <a:lnTo>
                        <a:pt x="236794" y="154045"/>
                      </a:lnTo>
                      <a:lnTo>
                        <a:pt x="204980" y="224720"/>
                      </a:lnTo>
                      <a:close/>
                    </a:path>
                  </a:pathLst>
                </a:custGeom>
                <a:solidFill>
                  <a:srgbClr val="D460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7" name="Google Shape;1117;p37"/>
                <p:cNvSpPr/>
                <p:nvPr/>
              </p:nvSpPr>
              <p:spPr>
                <a:xfrm>
                  <a:off x="1985775" y="2277890"/>
                  <a:ext cx="410182" cy="4982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182" h="498297" extrusionOk="0">
                      <a:moveTo>
                        <a:pt x="283369" y="73313"/>
                      </a:moveTo>
                      <a:cubicBezTo>
                        <a:pt x="283369" y="73313"/>
                        <a:pt x="306419" y="-21556"/>
                        <a:pt x="348996" y="4543"/>
                      </a:cubicBezTo>
                      <a:cubicBezTo>
                        <a:pt x="421100" y="48644"/>
                        <a:pt x="449866" y="263051"/>
                        <a:pt x="319564" y="482984"/>
                      </a:cubicBezTo>
                      <a:cubicBezTo>
                        <a:pt x="277273" y="554326"/>
                        <a:pt x="0" y="353253"/>
                        <a:pt x="0" y="353253"/>
                      </a:cubicBezTo>
                      <a:lnTo>
                        <a:pt x="65627" y="250288"/>
                      </a:lnTo>
                      <a:lnTo>
                        <a:pt x="215360" y="343252"/>
                      </a:lnTo>
                      <a:lnTo>
                        <a:pt x="283369" y="7331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8" name="Google Shape;1118;p37"/>
                <p:cNvSpPr/>
                <p:nvPr/>
              </p:nvSpPr>
              <p:spPr>
                <a:xfrm>
                  <a:off x="2205135" y="2091170"/>
                  <a:ext cx="99441" cy="99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41" h="99441" extrusionOk="0">
                      <a:moveTo>
                        <a:pt x="49721" y="99441"/>
                      </a:moveTo>
                      <a:cubicBezTo>
                        <a:pt x="22289" y="99441"/>
                        <a:pt x="0" y="77153"/>
                        <a:pt x="0" y="49721"/>
                      </a:cubicBezTo>
                      <a:cubicBezTo>
                        <a:pt x="0" y="22288"/>
                        <a:pt x="22289" y="0"/>
                        <a:pt x="49721" y="0"/>
                      </a:cubicBezTo>
                      <a:cubicBezTo>
                        <a:pt x="77152" y="0"/>
                        <a:pt x="99441" y="22288"/>
                        <a:pt x="99441" y="49721"/>
                      </a:cubicBezTo>
                      <a:cubicBezTo>
                        <a:pt x="99441" y="77153"/>
                        <a:pt x="77152" y="99441"/>
                        <a:pt x="49721" y="99441"/>
                      </a:cubicBezTo>
                      <a:close/>
                      <a:moveTo>
                        <a:pt x="49721" y="4477"/>
                      </a:moveTo>
                      <a:cubicBezTo>
                        <a:pt x="24765" y="4477"/>
                        <a:pt x="4381" y="24765"/>
                        <a:pt x="4381" y="49816"/>
                      </a:cubicBezTo>
                      <a:cubicBezTo>
                        <a:pt x="4381" y="74867"/>
                        <a:pt x="24670" y="95155"/>
                        <a:pt x="49721" y="95155"/>
                      </a:cubicBezTo>
                      <a:cubicBezTo>
                        <a:pt x="74771" y="95155"/>
                        <a:pt x="95060" y="74867"/>
                        <a:pt x="95060" y="49816"/>
                      </a:cubicBezTo>
                      <a:cubicBezTo>
                        <a:pt x="95060" y="24765"/>
                        <a:pt x="74676" y="4477"/>
                        <a:pt x="49721" y="44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119" name="Google Shape;1119;p37"/>
              <p:cNvSpPr/>
              <p:nvPr/>
            </p:nvSpPr>
            <p:spPr>
              <a:xfrm rot="-9414398">
                <a:off x="2144222" y="2053107"/>
                <a:ext cx="41373" cy="23141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0" name="Google Shape;1120;p37"/>
            <p:cNvGrpSpPr/>
            <p:nvPr/>
          </p:nvGrpSpPr>
          <p:grpSpPr>
            <a:xfrm>
              <a:off x="3240259" y="1052240"/>
              <a:ext cx="1031754" cy="966798"/>
              <a:chOff x="1932280" y="1331475"/>
              <a:chExt cx="637200" cy="597084"/>
            </a:xfrm>
          </p:grpSpPr>
          <p:sp>
            <p:nvSpPr>
              <p:cNvPr id="1121" name="Google Shape;1121;p37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2" name="Google Shape;1122;p37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3" name="Google Shape;1123;p37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4" name="Google Shape;1124;p37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5" name="Google Shape;1125;p37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6" name="Google Shape;1126;p37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7" name="Google Shape;1127;p37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7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7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0" name="Google Shape;1130;p37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1" name="Google Shape;1131;p37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2" name="Google Shape;1132;p37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3" name="Google Shape;1133;p37"/>
            <p:cNvGrpSpPr/>
            <p:nvPr/>
          </p:nvGrpSpPr>
          <p:grpSpPr>
            <a:xfrm>
              <a:off x="2506206" y="2214150"/>
              <a:ext cx="1122628" cy="1495382"/>
              <a:chOff x="8029471" y="1308462"/>
              <a:chExt cx="617100" cy="822000"/>
            </a:xfrm>
          </p:grpSpPr>
          <p:sp>
            <p:nvSpPr>
              <p:cNvPr id="1134" name="Google Shape;1134;p37"/>
              <p:cNvSpPr/>
              <p:nvPr/>
            </p:nvSpPr>
            <p:spPr>
              <a:xfrm>
                <a:off x="8029471" y="1308462"/>
                <a:ext cx="617100" cy="822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5" name="Google Shape;1135;p37"/>
              <p:cNvSpPr/>
              <p:nvPr/>
            </p:nvSpPr>
            <p:spPr>
              <a:xfrm>
                <a:off x="8079218" y="1651909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6" name="Google Shape;1136;p37"/>
              <p:cNvSpPr/>
              <p:nvPr/>
            </p:nvSpPr>
            <p:spPr>
              <a:xfrm>
                <a:off x="8079218" y="1695916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7" name="Google Shape;1137;p37"/>
              <p:cNvSpPr/>
              <p:nvPr/>
            </p:nvSpPr>
            <p:spPr>
              <a:xfrm>
                <a:off x="8079218" y="1738966"/>
                <a:ext cx="5349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8" name="Google Shape;1138;p37"/>
              <p:cNvSpPr/>
              <p:nvPr/>
            </p:nvSpPr>
            <p:spPr>
              <a:xfrm>
                <a:off x="8079218" y="1782973"/>
                <a:ext cx="3090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9" name="Google Shape;1139;p37"/>
              <p:cNvSpPr/>
              <p:nvPr/>
            </p:nvSpPr>
            <p:spPr>
              <a:xfrm>
                <a:off x="8079218" y="1826981"/>
                <a:ext cx="3090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0" name="Google Shape;1140;p37"/>
              <p:cNvSpPr/>
              <p:nvPr/>
            </p:nvSpPr>
            <p:spPr>
              <a:xfrm>
                <a:off x="8077305" y="1389780"/>
                <a:ext cx="204600" cy="204600"/>
              </a:xfrm>
              <a:prstGeom prst="ellipse">
                <a:avLst/>
              </a:prstGeom>
              <a:solidFill>
                <a:srgbClr val="FF494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1" name="Google Shape;1141;p37"/>
              <p:cNvSpPr/>
              <p:nvPr/>
            </p:nvSpPr>
            <p:spPr>
              <a:xfrm>
                <a:off x="8066781" y="1380213"/>
                <a:ext cx="224819" cy="223862"/>
              </a:xfrm>
              <a:custGeom>
                <a:avLst/>
                <a:gdLst/>
                <a:ahLst/>
                <a:cxnLst/>
                <a:rect l="l" t="t" r="r" b="b"/>
                <a:pathLst>
                  <a:path w="257" h="257" extrusionOk="0">
                    <a:moveTo>
                      <a:pt x="129" y="257"/>
                    </a:moveTo>
                    <a:cubicBezTo>
                      <a:pt x="58" y="257"/>
                      <a:pt x="0" y="199"/>
                      <a:pt x="0" y="128"/>
                    </a:cubicBezTo>
                    <a:cubicBezTo>
                      <a:pt x="0" y="58"/>
                      <a:pt x="58" y="0"/>
                      <a:pt x="129" y="0"/>
                    </a:cubicBezTo>
                    <a:cubicBezTo>
                      <a:pt x="200" y="0"/>
                      <a:pt x="257" y="58"/>
                      <a:pt x="257" y="128"/>
                    </a:cubicBezTo>
                    <a:cubicBezTo>
                      <a:pt x="257" y="135"/>
                      <a:pt x="252" y="140"/>
                      <a:pt x="246" y="140"/>
                    </a:cubicBezTo>
                    <a:cubicBezTo>
                      <a:pt x="240" y="140"/>
                      <a:pt x="234" y="135"/>
                      <a:pt x="234" y="128"/>
                    </a:cubicBezTo>
                    <a:cubicBezTo>
                      <a:pt x="234" y="70"/>
                      <a:pt x="187" y="23"/>
                      <a:pt x="129" y="23"/>
                    </a:cubicBezTo>
                    <a:cubicBezTo>
                      <a:pt x="71" y="23"/>
                      <a:pt x="23" y="70"/>
                      <a:pt x="23" y="128"/>
                    </a:cubicBezTo>
                    <a:cubicBezTo>
                      <a:pt x="23" y="187"/>
                      <a:pt x="71" y="234"/>
                      <a:pt x="129" y="234"/>
                    </a:cubicBezTo>
                    <a:cubicBezTo>
                      <a:pt x="135" y="234"/>
                      <a:pt x="140" y="239"/>
                      <a:pt x="140" y="245"/>
                    </a:cubicBezTo>
                    <a:cubicBezTo>
                      <a:pt x="140" y="252"/>
                      <a:pt x="135" y="257"/>
                      <a:pt x="129" y="25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2" name="Google Shape;1142;p37"/>
              <p:cNvSpPr/>
              <p:nvPr/>
            </p:nvSpPr>
            <p:spPr>
              <a:xfrm>
                <a:off x="8114615" y="1428047"/>
                <a:ext cx="130200" cy="12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3" name="Google Shape;1143;p37"/>
              <p:cNvSpPr/>
              <p:nvPr/>
            </p:nvSpPr>
            <p:spPr>
              <a:xfrm>
                <a:off x="8317430" y="1380213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4" name="Google Shape;1144;p37"/>
              <p:cNvSpPr/>
              <p:nvPr/>
            </p:nvSpPr>
            <p:spPr>
              <a:xfrm>
                <a:off x="8317430" y="1424220"/>
                <a:ext cx="2964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5" name="Google Shape;1145;p37"/>
              <p:cNvSpPr/>
              <p:nvPr/>
            </p:nvSpPr>
            <p:spPr>
              <a:xfrm>
                <a:off x="8317430" y="1468227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6" name="Google Shape;1146;p37"/>
              <p:cNvSpPr/>
              <p:nvPr/>
            </p:nvSpPr>
            <p:spPr>
              <a:xfrm>
                <a:off x="8317430" y="1512234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7" name="Google Shape;1147;p37"/>
              <p:cNvSpPr/>
              <p:nvPr/>
            </p:nvSpPr>
            <p:spPr>
              <a:xfrm>
                <a:off x="8317430" y="1557198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8" name="Google Shape;1148;p37"/>
              <p:cNvSpPr/>
              <p:nvPr/>
            </p:nvSpPr>
            <p:spPr>
              <a:xfrm>
                <a:off x="8190192" y="1887251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9" name="Google Shape;1149;p37"/>
              <p:cNvSpPr/>
              <p:nvPr/>
            </p:nvSpPr>
            <p:spPr>
              <a:xfrm>
                <a:off x="8190192" y="1911168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0" name="Google Shape;1150;p37"/>
              <p:cNvSpPr/>
              <p:nvPr/>
            </p:nvSpPr>
            <p:spPr>
              <a:xfrm>
                <a:off x="8190192" y="19350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1" name="Google Shape;1151;p37"/>
              <p:cNvSpPr/>
              <p:nvPr/>
            </p:nvSpPr>
            <p:spPr>
              <a:xfrm>
                <a:off x="8079218" y="1887251"/>
                <a:ext cx="79500" cy="7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2" name="Google Shape;1152;p37"/>
              <p:cNvSpPr/>
              <p:nvPr/>
            </p:nvSpPr>
            <p:spPr>
              <a:xfrm>
                <a:off x="8499198" y="1887251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3" name="Google Shape;1153;p37"/>
              <p:cNvSpPr/>
              <p:nvPr/>
            </p:nvSpPr>
            <p:spPr>
              <a:xfrm>
                <a:off x="8499198" y="1911168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4" name="Google Shape;1154;p37"/>
              <p:cNvSpPr/>
              <p:nvPr/>
            </p:nvSpPr>
            <p:spPr>
              <a:xfrm>
                <a:off x="8499198" y="19350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5" name="Google Shape;1155;p37"/>
              <p:cNvSpPr/>
              <p:nvPr/>
            </p:nvSpPr>
            <p:spPr>
              <a:xfrm>
                <a:off x="8388224" y="1887251"/>
                <a:ext cx="79500" cy="79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6" name="Google Shape;1156;p37"/>
              <p:cNvSpPr/>
              <p:nvPr/>
            </p:nvSpPr>
            <p:spPr>
              <a:xfrm>
                <a:off x="8190192" y="1999182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7" name="Google Shape;1157;p37"/>
              <p:cNvSpPr/>
              <p:nvPr/>
            </p:nvSpPr>
            <p:spPr>
              <a:xfrm>
                <a:off x="8190192" y="2023099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8" name="Google Shape;1158;p37"/>
              <p:cNvSpPr/>
              <p:nvPr/>
            </p:nvSpPr>
            <p:spPr>
              <a:xfrm>
                <a:off x="8190192" y="20479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9" name="Google Shape;1159;p37"/>
              <p:cNvSpPr/>
              <p:nvPr/>
            </p:nvSpPr>
            <p:spPr>
              <a:xfrm>
                <a:off x="8079218" y="1999182"/>
                <a:ext cx="79500" cy="79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0" name="Google Shape;1160;p37"/>
              <p:cNvSpPr/>
              <p:nvPr/>
            </p:nvSpPr>
            <p:spPr>
              <a:xfrm>
                <a:off x="8499198" y="1999182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1" name="Google Shape;1161;p37"/>
              <p:cNvSpPr/>
              <p:nvPr/>
            </p:nvSpPr>
            <p:spPr>
              <a:xfrm>
                <a:off x="8499198" y="2023099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2" name="Google Shape;1162;p37"/>
              <p:cNvSpPr/>
              <p:nvPr/>
            </p:nvSpPr>
            <p:spPr>
              <a:xfrm>
                <a:off x="8499198" y="20479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3" name="Google Shape;1163;p37"/>
              <p:cNvSpPr/>
              <p:nvPr/>
            </p:nvSpPr>
            <p:spPr>
              <a:xfrm>
                <a:off x="8388224" y="1999182"/>
                <a:ext cx="79500" cy="79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4" name="Google Shape;1164;p37"/>
            <p:cNvGrpSpPr/>
            <p:nvPr/>
          </p:nvGrpSpPr>
          <p:grpSpPr>
            <a:xfrm>
              <a:off x="2506200" y="917307"/>
              <a:ext cx="540534" cy="882935"/>
              <a:chOff x="6346165" y="636875"/>
              <a:chExt cx="308049" cy="503212"/>
            </a:xfrm>
          </p:grpSpPr>
          <p:sp>
            <p:nvSpPr>
              <p:cNvPr id="1165" name="Google Shape;1165;p37"/>
              <p:cNvSpPr/>
              <p:nvPr/>
            </p:nvSpPr>
            <p:spPr>
              <a:xfrm>
                <a:off x="6347122" y="707669"/>
                <a:ext cx="273610" cy="426678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6" name="Google Shape;1166;p37"/>
              <p:cNvSpPr/>
              <p:nvPr/>
            </p:nvSpPr>
            <p:spPr>
              <a:xfrm>
                <a:off x="6347122" y="1010936"/>
                <a:ext cx="100451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7" name="Google Shape;1167;p37"/>
              <p:cNvSpPr/>
              <p:nvPr/>
            </p:nvSpPr>
            <p:spPr>
              <a:xfrm>
                <a:off x="6346165" y="1122867"/>
                <a:ext cx="15307" cy="172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8" name="Google Shape;1168;p37"/>
              <p:cNvSpPr/>
              <p:nvPr/>
            </p:nvSpPr>
            <p:spPr>
              <a:xfrm>
                <a:off x="6602554" y="636875"/>
                <a:ext cx="51660" cy="56444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9" name="Google Shape;1169;p37"/>
              <p:cNvSpPr/>
              <p:nvPr/>
            </p:nvSpPr>
            <p:spPr>
              <a:xfrm>
                <a:off x="6569071" y="710539"/>
                <a:ext cx="81318" cy="192292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0" name="Google Shape;1170;p37"/>
              <p:cNvSpPr/>
              <p:nvPr/>
            </p:nvSpPr>
            <p:spPr>
              <a:xfrm>
                <a:off x="6566201" y="677055"/>
                <a:ext cx="74621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1" name="Google Shape;1171;p37"/>
            <p:cNvGrpSpPr/>
            <p:nvPr/>
          </p:nvGrpSpPr>
          <p:grpSpPr>
            <a:xfrm>
              <a:off x="2232569" y="835727"/>
              <a:ext cx="415198" cy="415198"/>
              <a:chOff x="1404969" y="1106377"/>
              <a:chExt cx="415198" cy="415198"/>
            </a:xfrm>
          </p:grpSpPr>
          <p:sp>
            <p:nvSpPr>
              <p:cNvPr id="1172" name="Google Shape;1172;p37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3" name="Google Shape;1173;p37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74" name="Google Shape;1174;p37"/>
            <p:cNvSpPr/>
            <p:nvPr/>
          </p:nvSpPr>
          <p:spPr>
            <a:xfrm>
              <a:off x="1551075" y="809699"/>
              <a:ext cx="333550" cy="5501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37"/>
            <p:cNvSpPr/>
            <p:nvPr/>
          </p:nvSpPr>
          <p:spPr>
            <a:xfrm>
              <a:off x="1962697" y="1509313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5F3C8FE8-DBDE-EFB7-F8F5-B183ABBE6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4">
            <a:extLst>
              <a:ext uri="{FF2B5EF4-FFF2-40B4-BE49-F238E27FC236}">
                <a16:creationId xmlns:a16="http://schemas.microsoft.com/office/drawing/2014/main" id="{ECEFC66C-77B4-97D5-C154-892B2180FC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32134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/>
              <a:t>Conclusión</a:t>
            </a:r>
            <a:br>
              <a:rPr lang="es-MX" dirty="0"/>
            </a:br>
            <a:br>
              <a:rPr lang="es-MX" dirty="0"/>
            </a:br>
            <a:br>
              <a:rPr lang="es-MX" dirty="0"/>
            </a:br>
            <a:br>
              <a:rPr lang="es-MX" dirty="0"/>
            </a:br>
            <a:r>
              <a:rPr lang="es-MX" b="1" dirty="0">
                <a:solidFill>
                  <a:schemeClr val="bg2"/>
                </a:solidFill>
              </a:rPr>
              <a:t>Semiestructurados </a:t>
            </a:r>
            <a:endParaRPr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E19F78A-A64E-C26F-D5DF-A7BBAFAD5CE0}"/>
              </a:ext>
            </a:extLst>
          </p:cNvPr>
          <p:cNvSpPr txBox="1"/>
          <p:nvPr/>
        </p:nvSpPr>
        <p:spPr>
          <a:xfrm>
            <a:off x="720000" y="1017725"/>
            <a:ext cx="7321342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t">
              <a:lnSpc>
                <a:spcPct val="150000"/>
              </a:lnSpc>
            </a:pPr>
            <a:r>
              <a:rPr lang="es-MX" sz="1800" dirty="0">
                <a:latin typeface="DM Sans" pitchFamily="2" charset="0"/>
              </a:rPr>
              <a:t>Los motores de consulta XML permiten recuperar información específica de documentos XML de forma rápida y eficiente. </a:t>
            </a:r>
            <a:r>
              <a:rPr lang="es-MX" sz="1800" b="1" dirty="0" err="1">
                <a:latin typeface="DM Sans" pitchFamily="2" charset="0"/>
              </a:rPr>
              <a:t>XPath</a:t>
            </a:r>
            <a:r>
              <a:rPr lang="es-MX" sz="1800" b="1" dirty="0">
                <a:latin typeface="DM Sans" pitchFamily="2" charset="0"/>
              </a:rPr>
              <a:t> </a:t>
            </a:r>
            <a:r>
              <a:rPr lang="es-MX" sz="1800" dirty="0">
                <a:latin typeface="DM Sans" pitchFamily="2" charset="0"/>
              </a:rPr>
              <a:t>facilita la búsqueda de nodos mediante expresiones de consulta, mientras que Python permite automatizar estas consultas utilizando el módulo </a:t>
            </a:r>
            <a:r>
              <a:rPr lang="es-MX" sz="1800" b="1" dirty="0" err="1">
                <a:latin typeface="DM Sans" pitchFamily="2" charset="0"/>
              </a:rPr>
              <a:t>xml.etree.ElementTree</a:t>
            </a:r>
            <a:r>
              <a:rPr lang="es-MX" sz="1800" dirty="0">
                <a:latin typeface="DM Sans" pitchFamily="2" charset="0"/>
              </a:rPr>
              <a:t>. Estas herramientas son fundamentales cuando se trabaja con grandes volúmenes de datos almacenados en formato XML.</a:t>
            </a:r>
          </a:p>
        </p:txBody>
      </p:sp>
    </p:spTree>
    <p:extLst>
      <p:ext uri="{BB962C8B-B14F-4D97-AF65-F5344CB8AC3E}">
        <p14:creationId xmlns:p14="http://schemas.microsoft.com/office/powerpoint/2010/main" val="834066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35"/>
          <p:cNvSpPr txBox="1">
            <a:spLocks noGrp="1"/>
          </p:cNvSpPr>
          <p:nvPr>
            <p:ph type="title"/>
          </p:nvPr>
        </p:nvSpPr>
        <p:spPr>
          <a:xfrm>
            <a:off x="360281" y="1178674"/>
            <a:ext cx="4919700" cy="19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MX" sz="4000" b="1" dirty="0">
                <a:solidFill>
                  <a:schemeClr val="accent1">
                    <a:lumMod val="25000"/>
                  </a:schemeClr>
                </a:solidFill>
                <a:latin typeface="Aptos" panose="020B0004020202020204" pitchFamily="34" charset="0"/>
              </a:rPr>
              <a:t>Cómputo en la nube</a:t>
            </a:r>
            <a:endParaRPr sz="4000" dirty="0">
              <a:solidFill>
                <a:schemeClr val="accent1">
                  <a:lumMod val="25000"/>
                </a:schemeClr>
              </a:solidFill>
            </a:endParaRPr>
          </a:p>
        </p:txBody>
      </p:sp>
      <p:grpSp>
        <p:nvGrpSpPr>
          <p:cNvPr id="920" name="Google Shape;920;p35"/>
          <p:cNvGrpSpPr/>
          <p:nvPr/>
        </p:nvGrpSpPr>
        <p:grpSpPr>
          <a:xfrm>
            <a:off x="4817053" y="290718"/>
            <a:ext cx="3897567" cy="4009205"/>
            <a:chOff x="4817053" y="290718"/>
            <a:chExt cx="3897567" cy="4009205"/>
          </a:xfrm>
        </p:grpSpPr>
        <p:sp>
          <p:nvSpPr>
            <p:cNvPr id="921" name="Google Shape;921;p35"/>
            <p:cNvSpPr/>
            <p:nvPr/>
          </p:nvSpPr>
          <p:spPr>
            <a:xfrm>
              <a:off x="4817053" y="1168762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2" name="Google Shape;922;p35"/>
            <p:cNvGrpSpPr/>
            <p:nvPr/>
          </p:nvGrpSpPr>
          <p:grpSpPr>
            <a:xfrm>
              <a:off x="5332847" y="967113"/>
              <a:ext cx="2659418" cy="1718626"/>
              <a:chOff x="4838012" y="1361547"/>
              <a:chExt cx="951900" cy="615157"/>
            </a:xfrm>
          </p:grpSpPr>
          <p:sp>
            <p:nvSpPr>
              <p:cNvPr id="923" name="Google Shape;923;p35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" name="Google Shape;924;p35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67" extrusionOk="0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5" name="Google Shape;925;p35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" name="Google Shape;926;p35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" name="Google Shape;927;p35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35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9" name="Google Shape;929;p35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43" extrusionOk="0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p35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38" extrusionOk="0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35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avLst/>
                <a:gdLst/>
                <a:ahLst/>
                <a:cxnLst/>
                <a:rect l="l" t="t" r="r" b="b"/>
                <a:pathLst>
                  <a:path w="171" h="163" extrusionOk="0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p35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3" name="Google Shape;933;p35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4" name="Google Shape;934;p35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5" name="Google Shape;935;p35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6" name="Google Shape;936;p35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35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35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35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35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35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2" name="Google Shape;942;p35"/>
            <p:cNvGrpSpPr/>
            <p:nvPr/>
          </p:nvGrpSpPr>
          <p:grpSpPr>
            <a:xfrm flipH="1">
              <a:off x="7510651" y="1762507"/>
              <a:ext cx="1203970" cy="2537416"/>
              <a:chOff x="3168951" y="1861557"/>
              <a:chExt cx="1203970" cy="2537416"/>
            </a:xfrm>
          </p:grpSpPr>
          <p:grpSp>
            <p:nvGrpSpPr>
              <p:cNvPr id="943" name="Google Shape;943;p35"/>
              <p:cNvGrpSpPr/>
              <p:nvPr/>
            </p:nvGrpSpPr>
            <p:grpSpPr>
              <a:xfrm>
                <a:off x="3168951" y="1861557"/>
                <a:ext cx="1203970" cy="2537416"/>
                <a:chOff x="3196688" y="1859757"/>
                <a:chExt cx="1203970" cy="2537416"/>
              </a:xfrm>
            </p:grpSpPr>
            <p:sp>
              <p:nvSpPr>
                <p:cNvPr id="944" name="Google Shape;944;p35"/>
                <p:cNvSpPr/>
                <p:nvPr/>
              </p:nvSpPr>
              <p:spPr>
                <a:xfrm>
                  <a:off x="4019743" y="2373432"/>
                  <a:ext cx="380915" cy="3481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915" h="348197" extrusionOk="0">
                      <a:moveTo>
                        <a:pt x="71723" y="348198"/>
                      </a:moveTo>
                      <a:cubicBezTo>
                        <a:pt x="124492" y="302383"/>
                        <a:pt x="235267" y="221515"/>
                        <a:pt x="235267" y="221515"/>
                      </a:cubicBezTo>
                      <a:cubicBezTo>
                        <a:pt x="235267" y="221515"/>
                        <a:pt x="385477" y="81307"/>
                        <a:pt x="380809" y="71687"/>
                      </a:cubicBezTo>
                      <a:cubicBezTo>
                        <a:pt x="376142" y="62067"/>
                        <a:pt x="318135" y="96452"/>
                        <a:pt x="318135" y="96452"/>
                      </a:cubicBezTo>
                      <a:cubicBezTo>
                        <a:pt x="321755" y="86451"/>
                        <a:pt x="373475" y="45779"/>
                        <a:pt x="370427" y="39969"/>
                      </a:cubicBezTo>
                      <a:cubicBezTo>
                        <a:pt x="367379" y="34254"/>
                        <a:pt x="301276" y="82545"/>
                        <a:pt x="297656" y="79974"/>
                      </a:cubicBezTo>
                      <a:cubicBezTo>
                        <a:pt x="294132" y="77402"/>
                        <a:pt x="363188" y="27586"/>
                        <a:pt x="357759" y="20157"/>
                      </a:cubicBezTo>
                      <a:cubicBezTo>
                        <a:pt x="352330" y="12727"/>
                        <a:pt x="283369" y="62543"/>
                        <a:pt x="278987" y="61114"/>
                      </a:cubicBezTo>
                      <a:cubicBezTo>
                        <a:pt x="274606" y="59781"/>
                        <a:pt x="342995" y="5869"/>
                        <a:pt x="332708" y="250"/>
                      </a:cubicBezTo>
                      <a:cubicBezTo>
                        <a:pt x="322421" y="-5370"/>
                        <a:pt x="229838" y="85784"/>
                        <a:pt x="220408" y="85213"/>
                      </a:cubicBezTo>
                      <a:cubicBezTo>
                        <a:pt x="210979" y="84641"/>
                        <a:pt x="237172" y="34540"/>
                        <a:pt x="232886" y="14347"/>
                      </a:cubicBezTo>
                      <a:cubicBezTo>
                        <a:pt x="228600" y="-5846"/>
                        <a:pt x="168783" y="107120"/>
                        <a:pt x="168783" y="107120"/>
                      </a:cubicBezTo>
                      <a:cubicBezTo>
                        <a:pt x="151638" y="126456"/>
                        <a:pt x="0" y="234184"/>
                        <a:pt x="0" y="234184"/>
                      </a:cubicBezTo>
                      <a:lnTo>
                        <a:pt x="71723" y="348198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5" name="Google Shape;945;p35"/>
                <p:cNvSpPr/>
                <p:nvPr/>
              </p:nvSpPr>
              <p:spPr>
                <a:xfrm>
                  <a:off x="4229198" y="2451120"/>
                  <a:ext cx="20478" cy="559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78" h="55911" extrusionOk="0">
                      <a:moveTo>
                        <a:pt x="20479" y="2572"/>
                      </a:moveTo>
                      <a:lnTo>
                        <a:pt x="0" y="55912"/>
                      </a:lnTo>
                      <a:cubicBezTo>
                        <a:pt x="0" y="55912"/>
                        <a:pt x="5905" y="3620"/>
                        <a:pt x="2191" y="0"/>
                      </a:cubicBezTo>
                      <a:lnTo>
                        <a:pt x="20479" y="2572"/>
                      </a:ln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35"/>
                <p:cNvSpPr/>
                <p:nvPr/>
              </p:nvSpPr>
              <p:spPr>
                <a:xfrm>
                  <a:off x="3602037" y="2283261"/>
                  <a:ext cx="655354" cy="5714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5354" h="571433" extrusionOk="0">
                      <a:moveTo>
                        <a:pt x="383321" y="277492"/>
                      </a:moveTo>
                      <a:cubicBezTo>
                        <a:pt x="383321" y="277492"/>
                        <a:pt x="142434" y="-113414"/>
                        <a:pt x="10417" y="32700"/>
                      </a:cubicBezTo>
                      <a:cubicBezTo>
                        <a:pt x="-63402" y="114329"/>
                        <a:pt x="276927" y="536763"/>
                        <a:pt x="345412" y="571434"/>
                      </a:cubicBezTo>
                      <a:lnTo>
                        <a:pt x="655355" y="349501"/>
                      </a:lnTo>
                      <a:lnTo>
                        <a:pt x="558390" y="183576"/>
                      </a:lnTo>
                      <a:lnTo>
                        <a:pt x="383321" y="27749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7" name="Google Shape;947;p35"/>
                <p:cNvSpPr/>
                <p:nvPr/>
              </p:nvSpPr>
              <p:spPr>
                <a:xfrm>
                  <a:off x="3602034" y="2289855"/>
                  <a:ext cx="581157" cy="5647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1157" h="564744" extrusionOk="0">
                      <a:moveTo>
                        <a:pt x="10420" y="26105"/>
                      </a:moveTo>
                      <a:cubicBezTo>
                        <a:pt x="46710" y="-14090"/>
                        <a:pt x="88620" y="-1231"/>
                        <a:pt x="134149" y="20486"/>
                      </a:cubicBezTo>
                      <a:cubicBezTo>
                        <a:pt x="173773" y="70111"/>
                        <a:pt x="219779" y="104115"/>
                        <a:pt x="256164" y="156503"/>
                      </a:cubicBezTo>
                      <a:cubicBezTo>
                        <a:pt x="294169" y="211271"/>
                        <a:pt x="328555" y="268421"/>
                        <a:pt x="365321" y="323952"/>
                      </a:cubicBezTo>
                      <a:cubicBezTo>
                        <a:pt x="374751" y="338144"/>
                        <a:pt x="384562" y="351956"/>
                        <a:pt x="394753" y="365576"/>
                      </a:cubicBezTo>
                      <a:cubicBezTo>
                        <a:pt x="401897" y="375006"/>
                        <a:pt x="407136" y="385674"/>
                        <a:pt x="418852" y="390151"/>
                      </a:cubicBezTo>
                      <a:cubicBezTo>
                        <a:pt x="438187" y="397485"/>
                        <a:pt x="448188" y="388913"/>
                        <a:pt x="465334" y="380245"/>
                      </a:cubicBezTo>
                      <a:cubicBezTo>
                        <a:pt x="488098" y="368815"/>
                        <a:pt x="521341" y="352718"/>
                        <a:pt x="542581" y="338811"/>
                      </a:cubicBezTo>
                      <a:cubicBezTo>
                        <a:pt x="556774" y="329477"/>
                        <a:pt x="562012" y="322714"/>
                        <a:pt x="562012" y="322714"/>
                      </a:cubicBezTo>
                      <a:cubicBezTo>
                        <a:pt x="562012" y="322714"/>
                        <a:pt x="575633" y="348050"/>
                        <a:pt x="581158" y="360147"/>
                      </a:cubicBezTo>
                      <a:lnTo>
                        <a:pt x="345509" y="564744"/>
                      </a:lnTo>
                      <a:cubicBezTo>
                        <a:pt x="276834" y="530073"/>
                        <a:pt x="-63399" y="107735"/>
                        <a:pt x="10420" y="2610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8" name="Google Shape;948;p35"/>
                <p:cNvSpPr/>
                <p:nvPr/>
              </p:nvSpPr>
              <p:spPr>
                <a:xfrm>
                  <a:off x="3677224" y="4259632"/>
                  <a:ext cx="126301" cy="110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301" h="110108" extrusionOk="0">
                      <a:moveTo>
                        <a:pt x="114300" y="31813"/>
                      </a:moveTo>
                      <a:lnTo>
                        <a:pt x="98203" y="0"/>
                      </a:lnTo>
                      <a:lnTo>
                        <a:pt x="2191" y="3429"/>
                      </a:lnTo>
                      <a:lnTo>
                        <a:pt x="0" y="31813"/>
                      </a:lnTo>
                      <a:lnTo>
                        <a:pt x="45149" y="110109"/>
                      </a:lnTo>
                      <a:lnTo>
                        <a:pt x="126301" y="47435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9" name="Google Shape;949;p35"/>
                <p:cNvSpPr/>
                <p:nvPr/>
              </p:nvSpPr>
              <p:spPr>
                <a:xfrm>
                  <a:off x="3662175" y="4290397"/>
                  <a:ext cx="291750" cy="106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750" h="106776" extrusionOk="0">
                      <a:moveTo>
                        <a:pt x="135160" y="1"/>
                      </a:moveTo>
                      <a:cubicBezTo>
                        <a:pt x="135160" y="1"/>
                        <a:pt x="106966" y="-570"/>
                        <a:pt x="74104" y="24385"/>
                      </a:cubicBezTo>
                      <a:cubicBezTo>
                        <a:pt x="54578" y="39244"/>
                        <a:pt x="25051" y="8669"/>
                        <a:pt x="16002" y="763"/>
                      </a:cubicBezTo>
                      <a:cubicBezTo>
                        <a:pt x="14192" y="-856"/>
                        <a:pt x="11621" y="573"/>
                        <a:pt x="11335" y="3430"/>
                      </a:cubicBezTo>
                      <a:lnTo>
                        <a:pt x="0" y="106776"/>
                      </a:lnTo>
                      <a:lnTo>
                        <a:pt x="285750" y="106776"/>
                      </a:lnTo>
                      <a:cubicBezTo>
                        <a:pt x="289084" y="106776"/>
                        <a:pt x="291751" y="103252"/>
                        <a:pt x="291751" y="98966"/>
                      </a:cubicBezTo>
                      <a:lnTo>
                        <a:pt x="291751" y="77249"/>
                      </a:lnTo>
                      <a:cubicBezTo>
                        <a:pt x="291751" y="73915"/>
                        <a:pt x="290131" y="70867"/>
                        <a:pt x="287655" y="69819"/>
                      </a:cubicBezTo>
                      <a:lnTo>
                        <a:pt x="13516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0" name="Google Shape;950;p35"/>
                <p:cNvSpPr/>
                <p:nvPr/>
              </p:nvSpPr>
              <p:spPr>
                <a:xfrm rot="-1801764">
                  <a:off x="3763940" y="4307141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1" name="Google Shape;951;p35"/>
                <p:cNvSpPr/>
                <p:nvPr/>
              </p:nvSpPr>
              <p:spPr>
                <a:xfrm rot="-1801764">
                  <a:off x="3784050" y="4317400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2" name="Google Shape;952;p35"/>
                <p:cNvSpPr/>
                <p:nvPr/>
              </p:nvSpPr>
              <p:spPr>
                <a:xfrm>
                  <a:off x="3211833" y="4246392"/>
                  <a:ext cx="126301" cy="123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301" h="123348" extrusionOk="0">
                      <a:moveTo>
                        <a:pt x="114205" y="45053"/>
                      </a:moveTo>
                      <a:lnTo>
                        <a:pt x="98108" y="13240"/>
                      </a:lnTo>
                      <a:lnTo>
                        <a:pt x="10001" y="0"/>
                      </a:lnTo>
                      <a:lnTo>
                        <a:pt x="0" y="45053"/>
                      </a:lnTo>
                      <a:lnTo>
                        <a:pt x="45053" y="123349"/>
                      </a:lnTo>
                      <a:lnTo>
                        <a:pt x="126301" y="60674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3" name="Google Shape;953;p35"/>
                <p:cNvSpPr/>
                <p:nvPr/>
              </p:nvSpPr>
              <p:spPr>
                <a:xfrm>
                  <a:off x="3196688" y="4290397"/>
                  <a:ext cx="291655" cy="106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655" h="106776" extrusionOk="0">
                      <a:moveTo>
                        <a:pt x="135160" y="1"/>
                      </a:moveTo>
                      <a:cubicBezTo>
                        <a:pt x="135160" y="1"/>
                        <a:pt x="106966" y="-570"/>
                        <a:pt x="74104" y="24385"/>
                      </a:cubicBezTo>
                      <a:cubicBezTo>
                        <a:pt x="54578" y="39244"/>
                        <a:pt x="25051" y="8669"/>
                        <a:pt x="16002" y="763"/>
                      </a:cubicBezTo>
                      <a:cubicBezTo>
                        <a:pt x="14192" y="-856"/>
                        <a:pt x="11621" y="573"/>
                        <a:pt x="11335" y="3430"/>
                      </a:cubicBezTo>
                      <a:lnTo>
                        <a:pt x="0" y="106776"/>
                      </a:lnTo>
                      <a:lnTo>
                        <a:pt x="285655" y="106776"/>
                      </a:lnTo>
                      <a:cubicBezTo>
                        <a:pt x="288988" y="106776"/>
                        <a:pt x="291655" y="103252"/>
                        <a:pt x="291655" y="98966"/>
                      </a:cubicBezTo>
                      <a:lnTo>
                        <a:pt x="291655" y="77249"/>
                      </a:lnTo>
                      <a:cubicBezTo>
                        <a:pt x="291655" y="73915"/>
                        <a:pt x="290036" y="70867"/>
                        <a:pt x="287560" y="69819"/>
                      </a:cubicBezTo>
                      <a:lnTo>
                        <a:pt x="13516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4" name="Google Shape;954;p35"/>
                <p:cNvSpPr/>
                <p:nvPr/>
              </p:nvSpPr>
              <p:spPr>
                <a:xfrm rot="-1801764">
                  <a:off x="3304896" y="4309167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" name="Google Shape;955;p35"/>
                <p:cNvSpPr/>
                <p:nvPr/>
              </p:nvSpPr>
              <p:spPr>
                <a:xfrm rot="-1801764">
                  <a:off x="3325007" y="4319417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" name="Google Shape;956;p35"/>
                <p:cNvSpPr/>
                <p:nvPr/>
              </p:nvSpPr>
              <p:spPr>
                <a:xfrm>
                  <a:off x="3384902" y="3040527"/>
                  <a:ext cx="429336" cy="1226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336" h="1226343" extrusionOk="0">
                      <a:moveTo>
                        <a:pt x="388811" y="0"/>
                      </a:moveTo>
                      <a:cubicBezTo>
                        <a:pt x="388811" y="0"/>
                        <a:pt x="425577" y="439483"/>
                        <a:pt x="429006" y="560927"/>
                      </a:cubicBezTo>
                      <a:cubicBezTo>
                        <a:pt x="432435" y="682371"/>
                        <a:pt x="408051" y="1223677"/>
                        <a:pt x="408051" y="1223677"/>
                      </a:cubicBezTo>
                      <a:lnTo>
                        <a:pt x="255175" y="1226344"/>
                      </a:lnTo>
                      <a:cubicBezTo>
                        <a:pt x="255175" y="1226344"/>
                        <a:pt x="148400" y="318230"/>
                        <a:pt x="0" y="25337"/>
                      </a:cubicBezTo>
                      <a:lnTo>
                        <a:pt x="38881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7" name="Google Shape;957;p35"/>
                <p:cNvSpPr/>
                <p:nvPr/>
              </p:nvSpPr>
              <p:spPr>
                <a:xfrm>
                  <a:off x="3586355" y="3063292"/>
                  <a:ext cx="124015" cy="1199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015" h="1199768" extrusionOk="0">
                      <a:moveTo>
                        <a:pt x="119920" y="1199769"/>
                      </a:moveTo>
                      <a:cubicBezTo>
                        <a:pt x="119729" y="1194435"/>
                        <a:pt x="104489" y="663130"/>
                        <a:pt x="104489" y="586073"/>
                      </a:cubicBezTo>
                      <a:cubicBezTo>
                        <a:pt x="104489" y="509206"/>
                        <a:pt x="1048" y="5905"/>
                        <a:pt x="0" y="857"/>
                      </a:cubicBezTo>
                      <a:lnTo>
                        <a:pt x="4001" y="0"/>
                      </a:lnTo>
                      <a:cubicBezTo>
                        <a:pt x="5048" y="5048"/>
                        <a:pt x="108585" y="508826"/>
                        <a:pt x="108585" y="586073"/>
                      </a:cubicBezTo>
                      <a:cubicBezTo>
                        <a:pt x="108585" y="663130"/>
                        <a:pt x="123825" y="1194340"/>
                        <a:pt x="124016" y="1199674"/>
                      </a:cubicBezTo>
                      <a:lnTo>
                        <a:pt x="119920" y="119976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8" name="Google Shape;958;p35"/>
                <p:cNvSpPr/>
                <p:nvPr/>
              </p:nvSpPr>
              <p:spPr>
                <a:xfrm>
                  <a:off x="3632361" y="4205721"/>
                  <a:ext cx="161925" cy="4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4095" extrusionOk="0">
                      <a:moveTo>
                        <a:pt x="0" y="0"/>
                      </a:moveTo>
                      <a:lnTo>
                        <a:pt x="161925" y="0"/>
                      </a:lnTo>
                      <a:lnTo>
                        <a:pt x="161925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35"/>
                <p:cNvSpPr/>
                <p:nvPr/>
              </p:nvSpPr>
              <p:spPr>
                <a:xfrm>
                  <a:off x="3207261" y="3040527"/>
                  <a:ext cx="566737" cy="1236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37" h="1236059" extrusionOk="0">
                      <a:moveTo>
                        <a:pt x="566738" y="0"/>
                      </a:moveTo>
                      <a:cubicBezTo>
                        <a:pt x="566738" y="0"/>
                        <a:pt x="481775" y="366331"/>
                        <a:pt x="395478" y="625507"/>
                      </a:cubicBezTo>
                      <a:cubicBezTo>
                        <a:pt x="325755" y="834962"/>
                        <a:pt x="171355" y="1236059"/>
                        <a:pt x="171355" y="1236059"/>
                      </a:cubicBezTo>
                      <a:lnTo>
                        <a:pt x="0" y="1231773"/>
                      </a:lnTo>
                      <a:lnTo>
                        <a:pt x="148876" y="631698"/>
                      </a:lnTo>
                      <a:cubicBezTo>
                        <a:pt x="156781" y="600456"/>
                        <a:pt x="161830" y="568452"/>
                        <a:pt x="163830" y="536257"/>
                      </a:cubicBezTo>
                      <a:cubicBezTo>
                        <a:pt x="171450" y="414528"/>
                        <a:pt x="146494" y="168592"/>
                        <a:pt x="136017" y="11049"/>
                      </a:cubicBezTo>
                      <a:lnTo>
                        <a:pt x="56673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60" name="Google Shape;960;p35"/>
                <p:cNvGrpSpPr/>
                <p:nvPr/>
              </p:nvGrpSpPr>
              <p:grpSpPr>
                <a:xfrm>
                  <a:off x="3224406" y="3042051"/>
                  <a:ext cx="397573" cy="1229773"/>
                  <a:chOff x="6448806" y="4285201"/>
                  <a:chExt cx="397573" cy="1229773"/>
                </a:xfrm>
              </p:grpSpPr>
              <p:sp>
                <p:nvSpPr>
                  <p:cNvPr id="961" name="Google Shape;961;p35"/>
                  <p:cNvSpPr/>
                  <p:nvPr/>
                </p:nvSpPr>
                <p:spPr>
                  <a:xfrm>
                    <a:off x="6490811" y="4290250"/>
                    <a:ext cx="231076" cy="12247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076" h="1224724" extrusionOk="0">
                        <a:moveTo>
                          <a:pt x="3905" y="1224724"/>
                        </a:moveTo>
                        <a:lnTo>
                          <a:pt x="0" y="1223581"/>
                        </a:lnTo>
                        <a:cubicBezTo>
                          <a:pt x="1715" y="1217581"/>
                          <a:pt x="176403" y="621221"/>
                          <a:pt x="212122" y="548068"/>
                        </a:cubicBezTo>
                        <a:cubicBezTo>
                          <a:pt x="247555" y="475583"/>
                          <a:pt x="208312" y="5143"/>
                          <a:pt x="207836" y="381"/>
                        </a:cubicBezTo>
                        <a:lnTo>
                          <a:pt x="211836" y="0"/>
                        </a:lnTo>
                        <a:cubicBezTo>
                          <a:pt x="213455" y="19431"/>
                          <a:pt x="251650" y="476250"/>
                          <a:pt x="215741" y="549783"/>
                        </a:cubicBezTo>
                        <a:cubicBezTo>
                          <a:pt x="180213" y="622744"/>
                          <a:pt x="5715" y="1218724"/>
                          <a:pt x="3905" y="122472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2" name="Google Shape;962;p35"/>
                  <p:cNvSpPr/>
                  <p:nvPr/>
                </p:nvSpPr>
                <p:spPr>
                  <a:xfrm>
                    <a:off x="6448806" y="5459158"/>
                    <a:ext cx="171926" cy="40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926" h="4095" extrusionOk="0">
                        <a:moveTo>
                          <a:pt x="0" y="0"/>
                        </a:moveTo>
                        <a:lnTo>
                          <a:pt x="171926" y="0"/>
                        </a:lnTo>
                        <a:lnTo>
                          <a:pt x="171926" y="4096"/>
                        </a:lnTo>
                        <a:lnTo>
                          <a:pt x="0" y="4096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3" name="Google Shape;963;p35"/>
                  <p:cNvSpPr/>
                  <p:nvPr/>
                </p:nvSpPr>
                <p:spPr>
                  <a:xfrm>
                    <a:off x="6715125" y="4285201"/>
                    <a:ext cx="131254" cy="1703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254" h="170306" extrusionOk="0">
                        <a:moveTo>
                          <a:pt x="3238" y="170307"/>
                        </a:moveTo>
                        <a:lnTo>
                          <a:pt x="0" y="167830"/>
                        </a:lnTo>
                        <a:lnTo>
                          <a:pt x="128016" y="0"/>
                        </a:lnTo>
                        <a:lnTo>
                          <a:pt x="131254" y="2476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64" name="Google Shape;964;p35"/>
                <p:cNvSpPr/>
                <p:nvPr/>
              </p:nvSpPr>
              <p:spPr>
                <a:xfrm>
                  <a:off x="3256436" y="2224425"/>
                  <a:ext cx="581474" cy="888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1474" h="888396" extrusionOk="0">
                      <a:moveTo>
                        <a:pt x="259" y="237649"/>
                      </a:moveTo>
                      <a:cubicBezTo>
                        <a:pt x="4355" y="134207"/>
                        <a:pt x="169613" y="41053"/>
                        <a:pt x="169613" y="41053"/>
                      </a:cubicBezTo>
                      <a:lnTo>
                        <a:pt x="227811" y="0"/>
                      </a:lnTo>
                      <a:lnTo>
                        <a:pt x="227335" y="3238"/>
                      </a:lnTo>
                      <a:lnTo>
                        <a:pt x="352493" y="82487"/>
                      </a:lnTo>
                      <a:lnTo>
                        <a:pt x="362399" y="61150"/>
                      </a:lnTo>
                      <a:lnTo>
                        <a:pt x="360685" y="43434"/>
                      </a:lnTo>
                      <a:lnTo>
                        <a:pt x="391927" y="54007"/>
                      </a:lnTo>
                      <a:cubicBezTo>
                        <a:pt x="405262" y="55626"/>
                        <a:pt x="466889" y="123349"/>
                        <a:pt x="486986" y="154686"/>
                      </a:cubicBezTo>
                      <a:cubicBezTo>
                        <a:pt x="508703" y="188595"/>
                        <a:pt x="521181" y="227838"/>
                        <a:pt x="523181" y="268319"/>
                      </a:cubicBezTo>
                      <a:lnTo>
                        <a:pt x="581475" y="853345"/>
                      </a:lnTo>
                      <a:lnTo>
                        <a:pt x="104367" y="888397"/>
                      </a:lnTo>
                      <a:cubicBezTo>
                        <a:pt x="104272" y="888397"/>
                        <a:pt x="-6028" y="396907"/>
                        <a:pt x="259" y="23764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" name="Google Shape;965;p35"/>
                <p:cNvSpPr/>
                <p:nvPr/>
              </p:nvSpPr>
              <p:spPr>
                <a:xfrm>
                  <a:off x="3316036" y="3028526"/>
                  <a:ext cx="517207" cy="39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207" h="39147" extrusionOk="0">
                      <a:moveTo>
                        <a:pt x="95" y="39148"/>
                      </a:moveTo>
                      <a:lnTo>
                        <a:pt x="0" y="37433"/>
                      </a:lnTo>
                      <a:lnTo>
                        <a:pt x="517017" y="0"/>
                      </a:lnTo>
                      <a:lnTo>
                        <a:pt x="517207" y="17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6" name="Google Shape;966;p35"/>
                <p:cNvSpPr/>
                <p:nvPr/>
              </p:nvSpPr>
              <p:spPr>
                <a:xfrm>
                  <a:off x="3243480" y="2269764"/>
                  <a:ext cx="430791" cy="1036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791" h="1036129" extrusionOk="0">
                      <a:moveTo>
                        <a:pt x="159996" y="0"/>
                      </a:moveTo>
                      <a:cubicBezTo>
                        <a:pt x="159996" y="0"/>
                        <a:pt x="276201" y="75629"/>
                        <a:pt x="343257" y="305753"/>
                      </a:cubicBezTo>
                      <a:cubicBezTo>
                        <a:pt x="402979" y="510540"/>
                        <a:pt x="430792" y="1003363"/>
                        <a:pt x="430792" y="1003363"/>
                      </a:cubicBezTo>
                      <a:lnTo>
                        <a:pt x="33028" y="1036130"/>
                      </a:lnTo>
                      <a:cubicBezTo>
                        <a:pt x="33028" y="1036130"/>
                        <a:pt x="56554" y="688753"/>
                        <a:pt x="63794" y="639985"/>
                      </a:cubicBezTo>
                      <a:cubicBezTo>
                        <a:pt x="70937" y="591217"/>
                        <a:pt x="-111181" y="115919"/>
                        <a:pt x="109799" y="34766"/>
                      </a:cubicBezTo>
                      <a:lnTo>
                        <a:pt x="15999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67" name="Google Shape;967;p35"/>
                <p:cNvGrpSpPr/>
                <p:nvPr/>
              </p:nvGrpSpPr>
              <p:grpSpPr>
                <a:xfrm>
                  <a:off x="3613121" y="2256906"/>
                  <a:ext cx="264222" cy="1022984"/>
                  <a:chOff x="6837521" y="3500056"/>
                  <a:chExt cx="264222" cy="1022984"/>
                </a:xfrm>
              </p:grpSpPr>
              <p:sp>
                <p:nvSpPr>
                  <p:cNvPr id="968" name="Google Shape;968;p35"/>
                  <p:cNvSpPr/>
                  <p:nvPr/>
                </p:nvSpPr>
                <p:spPr>
                  <a:xfrm>
                    <a:off x="6856380" y="3519106"/>
                    <a:ext cx="245363" cy="10039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5363" h="1003934" extrusionOk="0">
                        <a:moveTo>
                          <a:pt x="13621" y="94393"/>
                        </a:moveTo>
                        <a:lnTo>
                          <a:pt x="14954" y="107442"/>
                        </a:lnTo>
                        <a:lnTo>
                          <a:pt x="82772" y="1003935"/>
                        </a:lnTo>
                        <a:lnTo>
                          <a:pt x="245364" y="982885"/>
                        </a:lnTo>
                        <a:lnTo>
                          <a:pt x="191929" y="580263"/>
                        </a:lnTo>
                        <a:cubicBezTo>
                          <a:pt x="191929" y="580263"/>
                          <a:pt x="169259" y="193262"/>
                          <a:pt x="153543" y="161639"/>
                        </a:cubicBezTo>
                        <a:cubicBezTo>
                          <a:pt x="129159" y="112871"/>
                          <a:pt x="71533" y="10954"/>
                          <a:pt x="0" y="0"/>
                        </a:cubicBezTo>
                        <a:lnTo>
                          <a:pt x="13621" y="9439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9" name="Google Shape;969;p35"/>
                  <p:cNvSpPr/>
                  <p:nvPr/>
                </p:nvSpPr>
                <p:spPr>
                  <a:xfrm>
                    <a:off x="6878574" y="3529678"/>
                    <a:ext cx="112299" cy="5455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299" h="545591" extrusionOk="0">
                        <a:moveTo>
                          <a:pt x="0" y="0"/>
                        </a:moveTo>
                        <a:lnTo>
                          <a:pt x="101727" y="190690"/>
                        </a:lnTo>
                        <a:lnTo>
                          <a:pt x="86582" y="238696"/>
                        </a:lnTo>
                        <a:lnTo>
                          <a:pt x="112300" y="266700"/>
                        </a:lnTo>
                        <a:lnTo>
                          <a:pt x="47911" y="545592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0" name="Google Shape;970;p35"/>
                  <p:cNvSpPr/>
                  <p:nvPr/>
                </p:nvSpPr>
                <p:spPr>
                  <a:xfrm>
                    <a:off x="6837521" y="3500056"/>
                    <a:ext cx="123539" cy="5486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539" h="548639" extrusionOk="0">
                        <a:moveTo>
                          <a:pt x="92107" y="548640"/>
                        </a:moveTo>
                        <a:lnTo>
                          <a:pt x="123539" y="289750"/>
                        </a:lnTo>
                        <a:lnTo>
                          <a:pt x="76200" y="243935"/>
                        </a:lnTo>
                        <a:lnTo>
                          <a:pt x="116396" y="186500"/>
                        </a:lnTo>
                        <a:lnTo>
                          <a:pt x="44672" y="2305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71" name="Google Shape;971;p35"/>
                <p:cNvSpPr/>
                <p:nvPr/>
              </p:nvSpPr>
              <p:spPr>
                <a:xfrm>
                  <a:off x="3646100" y="2816007"/>
                  <a:ext cx="10526" cy="303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6" h="30321" extrusionOk="0">
                      <a:moveTo>
                        <a:pt x="10169" y="14494"/>
                      </a:moveTo>
                      <a:cubicBezTo>
                        <a:pt x="11216" y="22876"/>
                        <a:pt x="9883" y="29924"/>
                        <a:pt x="7216" y="30305"/>
                      </a:cubicBezTo>
                      <a:cubicBezTo>
                        <a:pt x="4453" y="30687"/>
                        <a:pt x="1406" y="24210"/>
                        <a:pt x="358" y="15828"/>
                      </a:cubicBezTo>
                      <a:cubicBezTo>
                        <a:pt x="-690" y="7445"/>
                        <a:pt x="644" y="397"/>
                        <a:pt x="3311" y="16"/>
                      </a:cubicBezTo>
                      <a:cubicBezTo>
                        <a:pt x="5978" y="-365"/>
                        <a:pt x="9121" y="6112"/>
                        <a:pt x="10169" y="1449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2" name="Google Shape;972;p35"/>
                <p:cNvSpPr/>
                <p:nvPr/>
              </p:nvSpPr>
              <p:spPr>
                <a:xfrm>
                  <a:off x="3330704" y="2298053"/>
                  <a:ext cx="305943" cy="497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943" h="497395" extrusionOk="0">
                      <a:moveTo>
                        <a:pt x="93345" y="0"/>
                      </a:moveTo>
                      <a:lnTo>
                        <a:pt x="0" y="70771"/>
                      </a:lnTo>
                      <a:lnTo>
                        <a:pt x="157353" y="243554"/>
                      </a:lnTo>
                      <a:lnTo>
                        <a:pt x="146780" y="285655"/>
                      </a:lnTo>
                      <a:lnTo>
                        <a:pt x="267271" y="497396"/>
                      </a:lnTo>
                      <a:lnTo>
                        <a:pt x="305943" y="475107"/>
                      </a:lnTo>
                      <a:lnTo>
                        <a:pt x="218218" y="18735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3" name="Google Shape;973;p35"/>
                <p:cNvSpPr/>
                <p:nvPr/>
              </p:nvSpPr>
              <p:spPr>
                <a:xfrm>
                  <a:off x="3475715" y="2175730"/>
                  <a:ext cx="25487" cy="38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87" h="38598" extrusionOk="0">
                      <a:moveTo>
                        <a:pt x="25487" y="22"/>
                      </a:moveTo>
                      <a:cubicBezTo>
                        <a:pt x="25487" y="22"/>
                        <a:pt x="1198" y="-359"/>
                        <a:pt x="55" y="2023"/>
                      </a:cubicBezTo>
                      <a:cubicBezTo>
                        <a:pt x="-1088" y="4404"/>
                        <a:pt x="15867" y="38599"/>
                        <a:pt x="15867" y="38599"/>
                      </a:cubicBezTo>
                      <a:lnTo>
                        <a:pt x="25487" y="2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4" name="Google Shape;974;p35"/>
                <p:cNvSpPr/>
                <p:nvPr/>
              </p:nvSpPr>
              <p:spPr>
                <a:xfrm>
                  <a:off x="3466918" y="1859757"/>
                  <a:ext cx="260554" cy="2761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554" h="276176" extrusionOk="0">
                      <a:moveTo>
                        <a:pt x="69717" y="275324"/>
                      </a:moveTo>
                      <a:cubicBezTo>
                        <a:pt x="7137" y="291802"/>
                        <a:pt x="-28962" y="64059"/>
                        <a:pt x="29712" y="51200"/>
                      </a:cubicBezTo>
                      <a:cubicBezTo>
                        <a:pt x="29712" y="51200"/>
                        <a:pt x="33331" y="19673"/>
                        <a:pt x="64859" y="11957"/>
                      </a:cubicBezTo>
                      <a:cubicBezTo>
                        <a:pt x="96387" y="4242"/>
                        <a:pt x="110579" y="23864"/>
                        <a:pt x="110579" y="23864"/>
                      </a:cubicBezTo>
                      <a:cubicBezTo>
                        <a:pt x="110579" y="23864"/>
                        <a:pt x="116484" y="9005"/>
                        <a:pt x="125438" y="9576"/>
                      </a:cubicBezTo>
                      <a:cubicBezTo>
                        <a:pt x="134391" y="10148"/>
                        <a:pt x="142107" y="17291"/>
                        <a:pt x="142107" y="17291"/>
                      </a:cubicBezTo>
                      <a:cubicBezTo>
                        <a:pt x="142107" y="17291"/>
                        <a:pt x="161157" y="-1092"/>
                        <a:pt x="183064" y="51"/>
                      </a:cubicBezTo>
                      <a:cubicBezTo>
                        <a:pt x="205067" y="1194"/>
                        <a:pt x="218116" y="13672"/>
                        <a:pt x="220497" y="23197"/>
                      </a:cubicBezTo>
                      <a:cubicBezTo>
                        <a:pt x="220497" y="23197"/>
                        <a:pt x="255549" y="4814"/>
                        <a:pt x="260312" y="46914"/>
                      </a:cubicBezTo>
                      <a:cubicBezTo>
                        <a:pt x="262407" y="65964"/>
                        <a:pt x="250215" y="74822"/>
                        <a:pt x="250215" y="74822"/>
                      </a:cubicBezTo>
                      <a:cubicBezTo>
                        <a:pt x="250215" y="74822"/>
                        <a:pt x="253740" y="109303"/>
                        <a:pt x="235928" y="116351"/>
                      </a:cubicBezTo>
                      <a:cubicBezTo>
                        <a:pt x="235928" y="116351"/>
                        <a:pt x="241262" y="138926"/>
                        <a:pt x="231737" y="139021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5" name="Google Shape;975;p35"/>
                <p:cNvSpPr/>
                <p:nvPr/>
              </p:nvSpPr>
              <p:spPr>
                <a:xfrm>
                  <a:off x="3482667" y="1956646"/>
                  <a:ext cx="218559" cy="3677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559" h="367703" extrusionOk="0">
                      <a:moveTo>
                        <a:pt x="212940" y="10128"/>
                      </a:moveTo>
                      <a:cubicBezTo>
                        <a:pt x="212940" y="10128"/>
                        <a:pt x="235514" y="165481"/>
                        <a:pt x="190175" y="227774"/>
                      </a:cubicBezTo>
                      <a:cubicBezTo>
                        <a:pt x="177888" y="238061"/>
                        <a:pt x="142455" y="229965"/>
                        <a:pt x="131215" y="228536"/>
                      </a:cubicBezTo>
                      <a:cubicBezTo>
                        <a:pt x="130263" y="221869"/>
                        <a:pt x="122929" y="279400"/>
                        <a:pt x="137693" y="329311"/>
                      </a:cubicBezTo>
                      <a:cubicBezTo>
                        <a:pt x="153599" y="378841"/>
                        <a:pt x="86543" y="379507"/>
                        <a:pt x="54444" y="336740"/>
                      </a:cubicBezTo>
                      <a:lnTo>
                        <a:pt x="5962" y="278447"/>
                      </a:lnTo>
                      <a:cubicBezTo>
                        <a:pt x="5962" y="278447"/>
                        <a:pt x="17487" y="191389"/>
                        <a:pt x="19678" y="162052"/>
                      </a:cubicBezTo>
                      <a:cubicBezTo>
                        <a:pt x="20821" y="146335"/>
                        <a:pt x="21202" y="131000"/>
                        <a:pt x="19868" y="122713"/>
                      </a:cubicBezTo>
                      <a:cubicBezTo>
                        <a:pt x="1390" y="121094"/>
                        <a:pt x="-4040" y="86899"/>
                        <a:pt x="2914" y="68326"/>
                      </a:cubicBezTo>
                      <a:cubicBezTo>
                        <a:pt x="9581" y="50609"/>
                        <a:pt x="44824" y="75850"/>
                        <a:pt x="51206" y="91662"/>
                      </a:cubicBezTo>
                      <a:cubicBezTo>
                        <a:pt x="53206" y="96710"/>
                        <a:pt x="59016" y="101949"/>
                        <a:pt x="65398" y="94424"/>
                      </a:cubicBezTo>
                      <a:cubicBezTo>
                        <a:pt x="69303" y="89757"/>
                        <a:pt x="70160" y="47275"/>
                        <a:pt x="75685" y="20891"/>
                      </a:cubicBezTo>
                      <a:cubicBezTo>
                        <a:pt x="81781" y="36893"/>
                        <a:pt x="106641" y="27368"/>
                        <a:pt x="106736" y="27368"/>
                      </a:cubicBezTo>
                      <a:cubicBezTo>
                        <a:pt x="115594" y="26987"/>
                        <a:pt x="122738" y="11938"/>
                        <a:pt x="122072" y="11652"/>
                      </a:cubicBezTo>
                      <a:cubicBezTo>
                        <a:pt x="133216" y="24701"/>
                        <a:pt x="167887" y="24701"/>
                        <a:pt x="178650" y="23844"/>
                      </a:cubicBezTo>
                      <a:cubicBezTo>
                        <a:pt x="188365" y="22987"/>
                        <a:pt x="194652" y="10414"/>
                        <a:pt x="197700" y="7175"/>
                      </a:cubicBezTo>
                      <a:cubicBezTo>
                        <a:pt x="213893" y="-10541"/>
                        <a:pt x="212940" y="10128"/>
                        <a:pt x="212940" y="10128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6" name="Google Shape;976;p35"/>
                <p:cNvSpPr/>
                <p:nvPr/>
              </p:nvSpPr>
              <p:spPr>
                <a:xfrm>
                  <a:off x="3580545" y="2180039"/>
                  <a:ext cx="44005" cy="112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005" h="112585" extrusionOk="0">
                      <a:moveTo>
                        <a:pt x="44006" y="6477"/>
                      </a:moveTo>
                      <a:lnTo>
                        <a:pt x="0" y="0"/>
                      </a:lnTo>
                      <a:lnTo>
                        <a:pt x="37529" y="112586"/>
                      </a:ln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7" name="Google Shape;977;p35"/>
                <p:cNvSpPr/>
                <p:nvPr/>
              </p:nvSpPr>
              <p:spPr>
                <a:xfrm>
                  <a:off x="3401094" y="2183753"/>
                  <a:ext cx="255174" cy="646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174" h="646842" extrusionOk="0">
                      <a:moveTo>
                        <a:pt x="0" y="87535"/>
                      </a:moveTo>
                      <a:lnTo>
                        <a:pt x="87440" y="301276"/>
                      </a:lnTo>
                      <a:lnTo>
                        <a:pt x="155924" y="307562"/>
                      </a:lnTo>
                      <a:lnTo>
                        <a:pt x="125540" y="347377"/>
                      </a:lnTo>
                      <a:lnTo>
                        <a:pt x="255175" y="646843"/>
                      </a:lnTo>
                      <a:cubicBezTo>
                        <a:pt x="255175" y="646843"/>
                        <a:pt x="204311" y="375476"/>
                        <a:pt x="154877" y="222504"/>
                      </a:cubicBezTo>
                      <a:cubicBezTo>
                        <a:pt x="115919" y="102108"/>
                        <a:pt x="72866" y="0"/>
                        <a:pt x="72866" y="0"/>
                      </a:cubicBezTo>
                      <a:lnTo>
                        <a:pt x="0" y="87535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78" name="Google Shape;978;p35"/>
                <p:cNvGrpSpPr/>
                <p:nvPr/>
              </p:nvGrpSpPr>
              <p:grpSpPr>
                <a:xfrm>
                  <a:off x="3766471" y="2402281"/>
                  <a:ext cx="459096" cy="418904"/>
                  <a:chOff x="6987571" y="3640156"/>
                  <a:chExt cx="459096" cy="418904"/>
                </a:xfrm>
              </p:grpSpPr>
              <p:sp>
                <p:nvSpPr>
                  <p:cNvPr id="979" name="Google Shape;979;p35"/>
                  <p:cNvSpPr/>
                  <p:nvPr/>
                </p:nvSpPr>
                <p:spPr>
                  <a:xfrm>
                    <a:off x="6987571" y="3640156"/>
                    <a:ext cx="435292" cy="4163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5292" h="416369" extrusionOk="0">
                        <a:moveTo>
                          <a:pt x="159" y="408349"/>
                        </a:moveTo>
                        <a:lnTo>
                          <a:pt x="84836" y="120694"/>
                        </a:lnTo>
                        <a:cubicBezTo>
                          <a:pt x="88742" y="107835"/>
                          <a:pt x="98171" y="97453"/>
                          <a:pt x="110554" y="92309"/>
                        </a:cubicBezTo>
                        <a:lnTo>
                          <a:pt x="404781" y="2013"/>
                        </a:lnTo>
                        <a:cubicBezTo>
                          <a:pt x="425450" y="-6750"/>
                          <a:pt x="440881" y="14681"/>
                          <a:pt x="433356" y="35826"/>
                        </a:cubicBezTo>
                        <a:lnTo>
                          <a:pt x="356394" y="266903"/>
                        </a:lnTo>
                        <a:cubicBezTo>
                          <a:pt x="351346" y="282238"/>
                          <a:pt x="340392" y="294716"/>
                          <a:pt x="326104" y="301383"/>
                        </a:cubicBezTo>
                        <a:lnTo>
                          <a:pt x="21209" y="415493"/>
                        </a:lnTo>
                        <a:cubicBezTo>
                          <a:pt x="15589" y="418160"/>
                          <a:pt x="-1841" y="414445"/>
                          <a:pt x="159" y="408349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0" name="Google Shape;980;p35"/>
                  <p:cNvSpPr/>
                  <p:nvPr/>
                </p:nvSpPr>
                <p:spPr>
                  <a:xfrm>
                    <a:off x="7003440" y="3647750"/>
                    <a:ext cx="443227" cy="4113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3227" h="411310" extrusionOk="0">
                        <a:moveTo>
                          <a:pt x="6" y="411137"/>
                        </a:moveTo>
                        <a:lnTo>
                          <a:pt x="89732" y="119005"/>
                        </a:lnTo>
                        <a:cubicBezTo>
                          <a:pt x="92875" y="109195"/>
                          <a:pt x="100019" y="101289"/>
                          <a:pt x="109449" y="97193"/>
                        </a:cubicBezTo>
                        <a:lnTo>
                          <a:pt x="424059" y="1086"/>
                        </a:lnTo>
                        <a:cubicBezTo>
                          <a:pt x="436632" y="-4058"/>
                          <a:pt x="446252" y="10039"/>
                          <a:pt x="442347" y="22994"/>
                        </a:cubicBezTo>
                        <a:lnTo>
                          <a:pt x="361956" y="262833"/>
                        </a:lnTo>
                        <a:cubicBezTo>
                          <a:pt x="355956" y="279026"/>
                          <a:pt x="351765" y="286645"/>
                          <a:pt x="336239" y="294265"/>
                        </a:cubicBezTo>
                        <a:cubicBezTo>
                          <a:pt x="282042" y="321031"/>
                          <a:pt x="-1518" y="415900"/>
                          <a:pt x="6" y="41113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81" name="Google Shape;981;p35"/>
                <p:cNvSpPr/>
                <p:nvPr/>
              </p:nvSpPr>
              <p:spPr>
                <a:xfrm>
                  <a:off x="3647125" y="2564995"/>
                  <a:ext cx="345900" cy="328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900" h="328180" extrusionOk="0">
                      <a:moveTo>
                        <a:pt x="46482" y="328180"/>
                      </a:moveTo>
                      <a:cubicBezTo>
                        <a:pt x="200977" y="222357"/>
                        <a:pt x="287941" y="139395"/>
                        <a:pt x="304514" y="124726"/>
                      </a:cubicBezTo>
                      <a:cubicBezTo>
                        <a:pt x="313944" y="116344"/>
                        <a:pt x="339852" y="88150"/>
                        <a:pt x="337757" y="83388"/>
                      </a:cubicBezTo>
                      <a:cubicBezTo>
                        <a:pt x="332994" y="72529"/>
                        <a:pt x="280321" y="128155"/>
                        <a:pt x="281654" y="124441"/>
                      </a:cubicBezTo>
                      <a:cubicBezTo>
                        <a:pt x="282988" y="120726"/>
                        <a:pt x="349377" y="63290"/>
                        <a:pt x="345758" y="54432"/>
                      </a:cubicBezTo>
                      <a:cubicBezTo>
                        <a:pt x="340233" y="41097"/>
                        <a:pt x="267367" y="106438"/>
                        <a:pt x="266033" y="107486"/>
                      </a:cubicBezTo>
                      <a:cubicBezTo>
                        <a:pt x="246602" y="123298"/>
                        <a:pt x="338233" y="47669"/>
                        <a:pt x="336709" y="37573"/>
                      </a:cubicBezTo>
                      <a:cubicBezTo>
                        <a:pt x="335185" y="27476"/>
                        <a:pt x="290989" y="59099"/>
                        <a:pt x="289369" y="60242"/>
                      </a:cubicBezTo>
                      <a:cubicBezTo>
                        <a:pt x="289369" y="60242"/>
                        <a:pt x="253175" y="89579"/>
                        <a:pt x="250412" y="87388"/>
                      </a:cubicBezTo>
                      <a:cubicBezTo>
                        <a:pt x="247745" y="85198"/>
                        <a:pt x="309753" y="1758"/>
                        <a:pt x="298894" y="44"/>
                      </a:cubicBezTo>
                      <a:cubicBezTo>
                        <a:pt x="288036" y="-1670"/>
                        <a:pt x="246412" y="47193"/>
                        <a:pt x="233839" y="59004"/>
                      </a:cubicBezTo>
                      <a:cubicBezTo>
                        <a:pt x="221266" y="70815"/>
                        <a:pt x="193358" y="80054"/>
                        <a:pt x="182975" y="88055"/>
                      </a:cubicBezTo>
                      <a:cubicBezTo>
                        <a:pt x="168592" y="99009"/>
                        <a:pt x="168497" y="61195"/>
                        <a:pt x="174498" y="47859"/>
                      </a:cubicBezTo>
                      <a:cubicBezTo>
                        <a:pt x="174498" y="47859"/>
                        <a:pt x="147352" y="79673"/>
                        <a:pt x="138017" y="106724"/>
                      </a:cubicBezTo>
                      <a:cubicBezTo>
                        <a:pt x="133159" y="120916"/>
                        <a:pt x="130111" y="139014"/>
                        <a:pt x="130111" y="139014"/>
                      </a:cubicBezTo>
                      <a:lnTo>
                        <a:pt x="0" y="225024"/>
                      </a:lnTo>
                      <a:lnTo>
                        <a:pt x="46482" y="328180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2" name="Google Shape;982;p35"/>
                <p:cNvSpPr/>
                <p:nvPr/>
              </p:nvSpPr>
              <p:spPr>
                <a:xfrm>
                  <a:off x="3241122" y="2335393"/>
                  <a:ext cx="596026" cy="6557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6026" h="655791" extrusionOk="0">
                      <a:moveTo>
                        <a:pt x="191214" y="71341"/>
                      </a:moveTo>
                      <a:cubicBezTo>
                        <a:pt x="191214" y="71341"/>
                        <a:pt x="128254" y="-27719"/>
                        <a:pt x="70342" y="7619"/>
                      </a:cubicBezTo>
                      <a:cubicBezTo>
                        <a:pt x="-27670" y="67531"/>
                        <a:pt x="-43863" y="302418"/>
                        <a:pt x="156924" y="597978"/>
                      </a:cubicBezTo>
                      <a:cubicBezTo>
                        <a:pt x="202454" y="665034"/>
                        <a:pt x="329898" y="676178"/>
                        <a:pt x="386953" y="618647"/>
                      </a:cubicBezTo>
                      <a:lnTo>
                        <a:pt x="596027" y="489488"/>
                      </a:lnTo>
                      <a:lnTo>
                        <a:pt x="506777" y="349566"/>
                      </a:lnTo>
                      <a:lnTo>
                        <a:pt x="370760" y="440816"/>
                      </a:lnTo>
                      <a:lnTo>
                        <a:pt x="191214" y="7134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3" name="Google Shape;983;p35"/>
                <p:cNvSpPr/>
                <p:nvPr/>
              </p:nvSpPr>
              <p:spPr>
                <a:xfrm>
                  <a:off x="3367376" y="2872120"/>
                  <a:ext cx="228409" cy="118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09" h="118924" extrusionOk="0">
                      <a:moveTo>
                        <a:pt x="187357" y="39249"/>
                      </a:moveTo>
                      <a:cubicBezTo>
                        <a:pt x="158877" y="10293"/>
                        <a:pt x="121158" y="-280"/>
                        <a:pt x="81343" y="6"/>
                      </a:cubicBezTo>
                      <a:cubicBezTo>
                        <a:pt x="57626" y="196"/>
                        <a:pt x="25432" y="2768"/>
                        <a:pt x="0" y="13912"/>
                      </a:cubicBezTo>
                      <a:cubicBezTo>
                        <a:pt x="9620" y="29533"/>
                        <a:pt x="19717" y="45249"/>
                        <a:pt x="30575" y="61252"/>
                      </a:cubicBezTo>
                      <a:cubicBezTo>
                        <a:pt x="68866" y="117639"/>
                        <a:pt x="164878" y="134308"/>
                        <a:pt x="228409" y="104019"/>
                      </a:cubicBezTo>
                      <a:cubicBezTo>
                        <a:pt x="218789" y="79921"/>
                        <a:pt x="205550" y="57727"/>
                        <a:pt x="187357" y="3924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84" name="Google Shape;984;p35"/>
                <p:cNvGrpSpPr/>
                <p:nvPr/>
              </p:nvGrpSpPr>
              <p:grpSpPr>
                <a:xfrm rot="235659">
                  <a:off x="3523788" y="2021240"/>
                  <a:ext cx="197177" cy="63248"/>
                  <a:chOff x="3535016" y="2018114"/>
                  <a:chExt cx="197167" cy="63245"/>
                </a:xfrm>
              </p:grpSpPr>
              <p:sp>
                <p:nvSpPr>
                  <p:cNvPr id="985" name="Google Shape;985;p35"/>
                  <p:cNvSpPr/>
                  <p:nvPr/>
                </p:nvSpPr>
                <p:spPr>
                  <a:xfrm>
                    <a:off x="3610835" y="2018114"/>
                    <a:ext cx="62674" cy="63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4" h="63245" extrusionOk="0">
                        <a:moveTo>
                          <a:pt x="31337" y="63246"/>
                        </a:moveTo>
                        <a:cubicBezTo>
                          <a:pt x="14097" y="63246"/>
                          <a:pt x="0" y="49054"/>
                          <a:pt x="0" y="31623"/>
                        </a:cubicBezTo>
                        <a:cubicBezTo>
                          <a:pt x="0" y="14192"/>
                          <a:pt x="14002" y="0"/>
                          <a:pt x="31337" y="0"/>
                        </a:cubicBezTo>
                        <a:cubicBezTo>
                          <a:pt x="48673" y="0"/>
                          <a:pt x="62675" y="14192"/>
                          <a:pt x="62675" y="31623"/>
                        </a:cubicBezTo>
                        <a:cubicBezTo>
                          <a:pt x="62579" y="49054"/>
                          <a:pt x="48578" y="63246"/>
                          <a:pt x="31337" y="63246"/>
                        </a:cubicBezTo>
                        <a:close/>
                        <a:moveTo>
                          <a:pt x="31337" y="2286"/>
                        </a:moveTo>
                        <a:cubicBezTo>
                          <a:pt x="15335" y="2286"/>
                          <a:pt x="2381" y="15430"/>
                          <a:pt x="2381" y="31623"/>
                        </a:cubicBezTo>
                        <a:cubicBezTo>
                          <a:pt x="2381" y="47816"/>
                          <a:pt x="15430" y="60960"/>
                          <a:pt x="31337" y="60960"/>
                        </a:cubicBezTo>
                        <a:cubicBezTo>
                          <a:pt x="47244" y="60960"/>
                          <a:pt x="60293" y="47816"/>
                          <a:pt x="60293" y="31623"/>
                        </a:cubicBezTo>
                        <a:cubicBezTo>
                          <a:pt x="60293" y="15430"/>
                          <a:pt x="47244" y="2286"/>
                          <a:pt x="31337" y="228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6" name="Google Shape;986;p35"/>
                  <p:cNvSpPr/>
                  <p:nvPr/>
                </p:nvSpPr>
                <p:spPr>
                  <a:xfrm>
                    <a:off x="3682082" y="2018209"/>
                    <a:ext cx="50101" cy="61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101" h="61531" extrusionOk="0">
                        <a:moveTo>
                          <a:pt x="25051" y="61532"/>
                        </a:moveTo>
                        <a:cubicBezTo>
                          <a:pt x="11240" y="61532"/>
                          <a:pt x="0" y="47720"/>
                          <a:pt x="0" y="30766"/>
                        </a:cubicBezTo>
                        <a:cubicBezTo>
                          <a:pt x="0" y="13811"/>
                          <a:pt x="11240" y="0"/>
                          <a:pt x="25051" y="0"/>
                        </a:cubicBezTo>
                        <a:cubicBezTo>
                          <a:pt x="38862" y="0"/>
                          <a:pt x="50102" y="13811"/>
                          <a:pt x="50102" y="30766"/>
                        </a:cubicBezTo>
                        <a:cubicBezTo>
                          <a:pt x="50102" y="47720"/>
                          <a:pt x="38862" y="61532"/>
                          <a:pt x="25051" y="61532"/>
                        </a:cubicBezTo>
                        <a:close/>
                        <a:moveTo>
                          <a:pt x="25051" y="2096"/>
                        </a:moveTo>
                        <a:cubicBezTo>
                          <a:pt x="12383" y="2096"/>
                          <a:pt x="2000" y="14954"/>
                          <a:pt x="2000" y="30766"/>
                        </a:cubicBezTo>
                        <a:cubicBezTo>
                          <a:pt x="2000" y="46577"/>
                          <a:pt x="12287" y="59436"/>
                          <a:pt x="25051" y="59436"/>
                        </a:cubicBezTo>
                        <a:cubicBezTo>
                          <a:pt x="37814" y="59436"/>
                          <a:pt x="48101" y="46577"/>
                          <a:pt x="48101" y="30766"/>
                        </a:cubicBezTo>
                        <a:cubicBezTo>
                          <a:pt x="48101" y="14954"/>
                          <a:pt x="37719" y="2096"/>
                          <a:pt x="25051" y="209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7" name="Google Shape;987;p35"/>
                  <p:cNvSpPr/>
                  <p:nvPr/>
                </p:nvSpPr>
                <p:spPr>
                  <a:xfrm>
                    <a:off x="3670937" y="2045832"/>
                    <a:ext cx="13144" cy="7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44" h="7524" extrusionOk="0">
                        <a:moveTo>
                          <a:pt x="2096" y="7525"/>
                        </a:moveTo>
                        <a:lnTo>
                          <a:pt x="0" y="6572"/>
                        </a:lnTo>
                        <a:cubicBezTo>
                          <a:pt x="286" y="5905"/>
                          <a:pt x="2953" y="0"/>
                          <a:pt x="6858" y="0"/>
                        </a:cubicBezTo>
                        <a:cubicBezTo>
                          <a:pt x="6858" y="0"/>
                          <a:pt x="6858" y="0"/>
                          <a:pt x="6953" y="0"/>
                        </a:cubicBezTo>
                        <a:cubicBezTo>
                          <a:pt x="9334" y="0"/>
                          <a:pt x="11430" y="2191"/>
                          <a:pt x="13145" y="6667"/>
                        </a:cubicBezTo>
                        <a:lnTo>
                          <a:pt x="10954" y="7525"/>
                        </a:lnTo>
                        <a:cubicBezTo>
                          <a:pt x="9620" y="4191"/>
                          <a:pt x="8192" y="2381"/>
                          <a:pt x="6858" y="2381"/>
                        </a:cubicBezTo>
                        <a:cubicBezTo>
                          <a:pt x="6858" y="2381"/>
                          <a:pt x="6858" y="2381"/>
                          <a:pt x="6858" y="2381"/>
                        </a:cubicBezTo>
                        <a:cubicBezTo>
                          <a:pt x="4763" y="2381"/>
                          <a:pt x="2667" y="6191"/>
                          <a:pt x="2096" y="752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988" name="Google Shape;988;p35"/>
                  <p:cNvGrpSpPr/>
                  <p:nvPr/>
                </p:nvGrpSpPr>
                <p:grpSpPr>
                  <a:xfrm>
                    <a:off x="3601215" y="2041545"/>
                    <a:ext cx="11334" cy="10286"/>
                    <a:chOff x="6825615" y="3284695"/>
                    <a:chExt cx="11334" cy="10286"/>
                  </a:xfrm>
                </p:grpSpPr>
                <p:sp>
                  <p:nvSpPr>
                    <p:cNvPr id="989" name="Google Shape;989;p35"/>
                    <p:cNvSpPr/>
                    <p:nvPr/>
                  </p:nvSpPr>
                  <p:spPr>
                    <a:xfrm>
                      <a:off x="6826758" y="3285743"/>
                      <a:ext cx="9239" cy="81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239" h="8191" extrusionOk="0">
                          <a:moveTo>
                            <a:pt x="9239" y="8192"/>
                          </a:moveTo>
                          <a:lnTo>
                            <a:pt x="4096" y="8192"/>
                          </a:lnTo>
                          <a:cubicBezTo>
                            <a:pt x="1810" y="8192"/>
                            <a:pt x="0" y="6382"/>
                            <a:pt x="0" y="4096"/>
                          </a:cubicBezTo>
                          <a:lnTo>
                            <a:pt x="0" y="4096"/>
                          </a:lnTo>
                          <a:cubicBezTo>
                            <a:pt x="0" y="1810"/>
                            <a:pt x="1810" y="0"/>
                            <a:pt x="4096" y="0"/>
                          </a:cubicBezTo>
                          <a:lnTo>
                            <a:pt x="9239" y="0"/>
                          </a:lnTo>
                          <a:lnTo>
                            <a:pt x="9239" y="8192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90" name="Google Shape;990;p35"/>
                    <p:cNvSpPr/>
                    <p:nvPr/>
                  </p:nvSpPr>
                  <p:spPr>
                    <a:xfrm>
                      <a:off x="6825615" y="3284695"/>
                      <a:ext cx="11334" cy="102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334" h="10286" extrusionOk="0">
                          <a:moveTo>
                            <a:pt x="11335" y="10287"/>
                          </a:moveTo>
                          <a:lnTo>
                            <a:pt x="5143" y="10287"/>
                          </a:lnTo>
                          <a:cubicBezTo>
                            <a:pt x="2286" y="10287"/>
                            <a:pt x="0" y="8001"/>
                            <a:pt x="0" y="5143"/>
                          </a:cubicBezTo>
                          <a:cubicBezTo>
                            <a:pt x="0" y="2286"/>
                            <a:pt x="2286" y="0"/>
                            <a:pt x="5143" y="0"/>
                          </a:cubicBezTo>
                          <a:lnTo>
                            <a:pt x="11335" y="0"/>
                          </a:lnTo>
                          <a:lnTo>
                            <a:pt x="11335" y="10287"/>
                          </a:lnTo>
                          <a:close/>
                          <a:moveTo>
                            <a:pt x="5239" y="2000"/>
                          </a:moveTo>
                          <a:cubicBezTo>
                            <a:pt x="3524" y="2000"/>
                            <a:pt x="2096" y="3429"/>
                            <a:pt x="2096" y="5143"/>
                          </a:cubicBezTo>
                          <a:cubicBezTo>
                            <a:pt x="2096" y="6858"/>
                            <a:pt x="3524" y="8287"/>
                            <a:pt x="5239" y="8287"/>
                          </a:cubicBezTo>
                          <a:lnTo>
                            <a:pt x="9334" y="8287"/>
                          </a:lnTo>
                          <a:lnTo>
                            <a:pt x="9334" y="2096"/>
                          </a:lnTo>
                          <a:lnTo>
                            <a:pt x="5239" y="2096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991" name="Google Shape;991;p35"/>
                  <p:cNvSpPr/>
                  <p:nvPr/>
                </p:nvSpPr>
                <p:spPr>
                  <a:xfrm>
                    <a:off x="3535016" y="2040498"/>
                    <a:ext cx="76485" cy="71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485" h="7143" extrusionOk="0">
                        <a:moveTo>
                          <a:pt x="76391" y="7144"/>
                        </a:moveTo>
                        <a:lnTo>
                          <a:pt x="0" y="2096"/>
                        </a:lnTo>
                        <a:lnTo>
                          <a:pt x="95" y="0"/>
                        </a:lnTo>
                        <a:lnTo>
                          <a:pt x="76486" y="5143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92" name="Google Shape;992;p35"/>
                <p:cNvSpPr/>
                <p:nvPr/>
              </p:nvSpPr>
              <p:spPr>
                <a:xfrm flipH="1">
                  <a:off x="3487528" y="2039079"/>
                  <a:ext cx="30156" cy="30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4" extrusionOk="0">
                      <a:moveTo>
                        <a:pt x="2" y="34"/>
                      </a:moveTo>
                      <a:cubicBezTo>
                        <a:pt x="3" y="34"/>
                        <a:pt x="4" y="33"/>
                        <a:pt x="4" y="32"/>
                      </a:cubicBezTo>
                      <a:cubicBezTo>
                        <a:pt x="4" y="32"/>
                        <a:pt x="4" y="22"/>
                        <a:pt x="10" y="18"/>
                      </a:cubicBezTo>
                      <a:cubicBezTo>
                        <a:pt x="12" y="17"/>
                        <a:pt x="16" y="17"/>
                        <a:pt x="20" y="19"/>
                      </a:cubicBezTo>
                      <a:cubicBezTo>
                        <a:pt x="21" y="19"/>
                        <a:pt x="22" y="19"/>
                        <a:pt x="22" y="18"/>
                      </a:cubicBezTo>
                      <a:cubicBezTo>
                        <a:pt x="22" y="17"/>
                        <a:pt x="22" y="16"/>
                        <a:pt x="21" y="16"/>
                      </a:cubicBezTo>
                      <a:cubicBezTo>
                        <a:pt x="16" y="14"/>
                        <a:pt x="12" y="14"/>
                        <a:pt x="8" y="16"/>
                      </a:cubicBezTo>
                      <a:cubicBezTo>
                        <a:pt x="7" y="16"/>
                        <a:pt x="6" y="17"/>
                        <a:pt x="6" y="18"/>
                      </a:cubicBezTo>
                      <a:cubicBezTo>
                        <a:pt x="8" y="10"/>
                        <a:pt x="13" y="4"/>
                        <a:pt x="18" y="4"/>
                      </a:cubicBezTo>
                      <a:cubicBezTo>
                        <a:pt x="21" y="3"/>
                        <a:pt x="24" y="5"/>
                        <a:pt x="27" y="8"/>
                      </a:cubicBezTo>
                      <a:cubicBezTo>
                        <a:pt x="29" y="10"/>
                        <a:pt x="30" y="13"/>
                        <a:pt x="30" y="13"/>
                      </a:cubicBezTo>
                      <a:cubicBezTo>
                        <a:pt x="31" y="13"/>
                        <a:pt x="31" y="14"/>
                        <a:pt x="32" y="13"/>
                      </a:cubicBezTo>
                      <a:cubicBezTo>
                        <a:pt x="33" y="13"/>
                        <a:pt x="33" y="12"/>
                        <a:pt x="33" y="11"/>
                      </a:cubicBezTo>
                      <a:cubicBezTo>
                        <a:pt x="33" y="11"/>
                        <a:pt x="28" y="0"/>
                        <a:pt x="18" y="1"/>
                      </a:cubicBezTo>
                      <a:cubicBezTo>
                        <a:pt x="8" y="2"/>
                        <a:pt x="0" y="16"/>
                        <a:pt x="1" y="32"/>
                      </a:cubicBezTo>
                      <a:cubicBezTo>
                        <a:pt x="1" y="33"/>
                        <a:pt x="1" y="34"/>
                        <a:pt x="2" y="34"/>
                      </a:cubicBez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93" name="Google Shape;993;p35"/>
                <p:cNvGrpSpPr/>
                <p:nvPr/>
              </p:nvGrpSpPr>
              <p:grpSpPr>
                <a:xfrm flipH="1">
                  <a:off x="3608347" y="1986575"/>
                  <a:ext cx="95784" cy="80518"/>
                  <a:chOff x="5551897" y="1383249"/>
                  <a:chExt cx="166378" cy="139861"/>
                </a:xfrm>
              </p:grpSpPr>
              <p:sp>
                <p:nvSpPr>
                  <p:cNvPr id="994" name="Google Shape;994;p35"/>
                  <p:cNvSpPr/>
                  <p:nvPr/>
                </p:nvSpPr>
                <p:spPr>
                  <a:xfrm>
                    <a:off x="5560156" y="1474947"/>
                    <a:ext cx="24082" cy="481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" h="43" extrusionOk="0">
                        <a:moveTo>
                          <a:pt x="19" y="20"/>
                        </a:moveTo>
                        <a:cubicBezTo>
                          <a:pt x="21" y="31"/>
                          <a:pt x="18" y="41"/>
                          <a:pt x="14" y="42"/>
                        </a:cubicBezTo>
                        <a:cubicBezTo>
                          <a:pt x="9" y="43"/>
                          <a:pt x="4" y="34"/>
                          <a:pt x="2" y="23"/>
                        </a:cubicBezTo>
                        <a:cubicBezTo>
                          <a:pt x="0" y="12"/>
                          <a:pt x="2" y="2"/>
                          <a:pt x="7" y="1"/>
                        </a:cubicBezTo>
                        <a:cubicBezTo>
                          <a:pt x="11" y="0"/>
                          <a:pt x="17" y="9"/>
                          <a:pt x="19" y="2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95" name="Google Shape;995;p35"/>
                  <p:cNvSpPr/>
                  <p:nvPr/>
                </p:nvSpPr>
                <p:spPr>
                  <a:xfrm>
                    <a:off x="5647751" y="1471248"/>
                    <a:ext cx="23222" cy="481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" h="43" extrusionOk="0">
                        <a:moveTo>
                          <a:pt x="18" y="20"/>
                        </a:moveTo>
                        <a:cubicBezTo>
                          <a:pt x="20" y="31"/>
                          <a:pt x="18" y="41"/>
                          <a:pt x="13" y="42"/>
                        </a:cubicBezTo>
                        <a:cubicBezTo>
                          <a:pt x="9" y="43"/>
                          <a:pt x="3" y="34"/>
                          <a:pt x="2" y="23"/>
                        </a:cubicBezTo>
                        <a:cubicBezTo>
                          <a:pt x="0" y="12"/>
                          <a:pt x="2" y="2"/>
                          <a:pt x="6" y="1"/>
                        </a:cubicBezTo>
                        <a:cubicBezTo>
                          <a:pt x="11" y="0"/>
                          <a:pt x="16" y="9"/>
                          <a:pt x="18" y="2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96" name="Google Shape;996;p35"/>
                  <p:cNvSpPr/>
                  <p:nvPr/>
                </p:nvSpPr>
                <p:spPr>
                  <a:xfrm>
                    <a:off x="5639150" y="1383249"/>
                    <a:ext cx="79125" cy="73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" h="65" extrusionOk="0">
                        <a:moveTo>
                          <a:pt x="0" y="51"/>
                        </a:moveTo>
                        <a:cubicBezTo>
                          <a:pt x="0" y="51"/>
                          <a:pt x="36" y="30"/>
                          <a:pt x="70" y="65"/>
                        </a:cubicBezTo>
                        <a:cubicBezTo>
                          <a:pt x="70" y="65"/>
                          <a:pt x="32" y="0"/>
                          <a:pt x="0" y="5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97" name="Google Shape;997;p35"/>
                  <p:cNvSpPr/>
                  <p:nvPr/>
                </p:nvSpPr>
                <p:spPr>
                  <a:xfrm>
                    <a:off x="5551897" y="1393579"/>
                    <a:ext cx="55044" cy="627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" h="56" extrusionOk="0">
                        <a:moveTo>
                          <a:pt x="49" y="30"/>
                        </a:moveTo>
                        <a:cubicBezTo>
                          <a:pt x="49" y="30"/>
                          <a:pt x="16" y="24"/>
                          <a:pt x="0" y="56"/>
                        </a:cubicBezTo>
                        <a:cubicBezTo>
                          <a:pt x="0" y="56"/>
                          <a:pt x="14" y="0"/>
                          <a:pt x="49" y="3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98" name="Google Shape;998;p35"/>
              <p:cNvSpPr/>
              <p:nvPr/>
            </p:nvSpPr>
            <p:spPr>
              <a:xfrm rot="-9414398">
                <a:off x="3519847" y="2067982"/>
                <a:ext cx="41373" cy="23141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9" name="Google Shape;999;p35"/>
            <p:cNvGrpSpPr/>
            <p:nvPr/>
          </p:nvGrpSpPr>
          <p:grpSpPr>
            <a:xfrm>
              <a:off x="7132778" y="2868989"/>
              <a:ext cx="471946" cy="712345"/>
              <a:chOff x="2047101" y="2145599"/>
              <a:chExt cx="407553" cy="615151"/>
            </a:xfrm>
          </p:grpSpPr>
          <p:sp>
            <p:nvSpPr>
              <p:cNvPr id="1000" name="Google Shape;1000;p35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" name="Google Shape;1001;p35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" name="Google Shape;1002;p35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35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" name="Google Shape;1004;p35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5" name="Google Shape;1005;p35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" name="Google Shape;1006;p35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" name="Google Shape;1007;p35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35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" name="Google Shape;1009;p35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35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" name="Google Shape;1011;p35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" name="Google Shape;1012;p35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" name="Google Shape;1013;p35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" name="Google Shape;1014;p35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" name="Google Shape;1015;p35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6" name="Google Shape;1016;p35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7" name="Google Shape;1017;p35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" name="Google Shape;1018;p35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" name="Google Shape;1019;p35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" name="Google Shape;1020;p35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" name="Google Shape;1021;p35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" name="Google Shape;1022;p35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35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35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35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" name="Google Shape;1026;p35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35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8" name="Google Shape;1028;p35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" name="Google Shape;1029;p35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0" name="Google Shape;1030;p35"/>
            <p:cNvGrpSpPr/>
            <p:nvPr/>
          </p:nvGrpSpPr>
          <p:grpSpPr>
            <a:xfrm>
              <a:off x="7429496" y="661136"/>
              <a:ext cx="928597" cy="953998"/>
              <a:chOff x="777043" y="2258113"/>
              <a:chExt cx="819663" cy="842085"/>
            </a:xfrm>
          </p:grpSpPr>
          <p:sp>
            <p:nvSpPr>
              <p:cNvPr id="1031" name="Google Shape;1031;p35"/>
              <p:cNvSpPr/>
              <p:nvPr/>
            </p:nvSpPr>
            <p:spPr>
              <a:xfrm>
                <a:off x="1263102" y="2750450"/>
                <a:ext cx="79814" cy="83402"/>
              </a:xfrm>
              <a:custGeom>
                <a:avLst/>
                <a:gdLst/>
                <a:ahLst/>
                <a:cxnLst/>
                <a:rect l="l" t="t" r="r" b="b"/>
                <a:pathLst>
                  <a:path w="89" h="93" extrusionOk="0">
                    <a:moveTo>
                      <a:pt x="0" y="0"/>
                    </a:moveTo>
                    <a:lnTo>
                      <a:pt x="89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32" name="Google Shape;1032;p35"/>
              <p:cNvCxnSpPr/>
              <p:nvPr/>
            </p:nvCxnSpPr>
            <p:spPr>
              <a:xfrm>
                <a:off x="1263102" y="2750450"/>
                <a:ext cx="79800" cy="831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1033" name="Google Shape;1033;p35"/>
              <p:cNvSpPr/>
              <p:nvPr/>
            </p:nvSpPr>
            <p:spPr>
              <a:xfrm>
                <a:off x="1247856" y="2735204"/>
                <a:ext cx="111202" cy="112996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26" extrusionOk="0">
                    <a:moveTo>
                      <a:pt x="89" y="126"/>
                    </a:moveTo>
                    <a:lnTo>
                      <a:pt x="124" y="93"/>
                    </a:lnTo>
                    <a:lnTo>
                      <a:pt x="36" y="0"/>
                    </a:lnTo>
                    <a:lnTo>
                      <a:pt x="0" y="33"/>
                    </a:lnTo>
                    <a:lnTo>
                      <a:pt x="89" y="1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p35"/>
              <p:cNvSpPr/>
              <p:nvPr/>
            </p:nvSpPr>
            <p:spPr>
              <a:xfrm>
                <a:off x="1302560" y="2791702"/>
                <a:ext cx="294146" cy="308496"/>
              </a:xfrm>
              <a:custGeom>
                <a:avLst/>
                <a:gdLst/>
                <a:ahLst/>
                <a:cxnLst/>
                <a:rect l="l" t="t" r="r" b="b"/>
                <a:pathLst>
                  <a:path w="359" h="376" extrusionOk="0">
                    <a:moveTo>
                      <a:pt x="358" y="296"/>
                    </a:moveTo>
                    <a:cubicBezTo>
                      <a:pt x="359" y="306"/>
                      <a:pt x="355" y="316"/>
                      <a:pt x="347" y="323"/>
                    </a:cubicBezTo>
                    <a:cubicBezTo>
                      <a:pt x="321" y="348"/>
                      <a:pt x="321" y="348"/>
                      <a:pt x="321" y="348"/>
                    </a:cubicBezTo>
                    <a:cubicBezTo>
                      <a:pt x="307" y="361"/>
                      <a:pt x="307" y="361"/>
                      <a:pt x="307" y="361"/>
                    </a:cubicBezTo>
                    <a:cubicBezTo>
                      <a:pt x="292" y="376"/>
                      <a:pt x="268" y="375"/>
                      <a:pt x="254" y="359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93" y="3"/>
                      <a:pt x="93" y="3"/>
                      <a:pt x="93" y="3"/>
                    </a:cubicBezTo>
                    <a:cubicBezTo>
                      <a:pt x="347" y="269"/>
                      <a:pt x="347" y="269"/>
                      <a:pt x="347" y="269"/>
                    </a:cubicBezTo>
                    <a:cubicBezTo>
                      <a:pt x="355" y="277"/>
                      <a:pt x="358" y="287"/>
                      <a:pt x="358" y="296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" name="Google Shape;1035;p35"/>
              <p:cNvSpPr/>
              <p:nvPr/>
            </p:nvSpPr>
            <p:spPr>
              <a:xfrm>
                <a:off x="1302560" y="2867033"/>
                <a:ext cx="293250" cy="228681"/>
              </a:xfrm>
              <a:custGeom>
                <a:avLst/>
                <a:gdLst/>
                <a:ahLst/>
                <a:cxnLst/>
                <a:rect l="l" t="t" r="r" b="b"/>
                <a:pathLst>
                  <a:path w="358" h="279" extrusionOk="0">
                    <a:moveTo>
                      <a:pt x="0" y="0"/>
                    </a:moveTo>
                    <a:cubicBezTo>
                      <a:pt x="254" y="267"/>
                      <a:pt x="254" y="267"/>
                      <a:pt x="254" y="267"/>
                    </a:cubicBezTo>
                    <a:cubicBezTo>
                      <a:pt x="261" y="275"/>
                      <a:pt x="272" y="279"/>
                      <a:pt x="282" y="279"/>
                    </a:cubicBezTo>
                    <a:cubicBezTo>
                      <a:pt x="291" y="279"/>
                      <a:pt x="300" y="276"/>
                      <a:pt x="307" y="269"/>
                    </a:cubicBezTo>
                    <a:cubicBezTo>
                      <a:pt x="321" y="256"/>
                      <a:pt x="321" y="256"/>
                      <a:pt x="321" y="256"/>
                    </a:cubicBezTo>
                    <a:cubicBezTo>
                      <a:pt x="347" y="231"/>
                      <a:pt x="347" y="231"/>
                      <a:pt x="347" y="231"/>
                    </a:cubicBezTo>
                    <a:cubicBezTo>
                      <a:pt x="355" y="224"/>
                      <a:pt x="358" y="214"/>
                      <a:pt x="358" y="205"/>
                    </a:cubicBezTo>
                    <a:cubicBezTo>
                      <a:pt x="358" y="205"/>
                      <a:pt x="358" y="204"/>
                      <a:pt x="358" y="204"/>
                    </a:cubicBezTo>
                    <a:cubicBezTo>
                      <a:pt x="358" y="204"/>
                      <a:pt x="358" y="204"/>
                      <a:pt x="358" y="20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" name="Google Shape;1036;p35"/>
              <p:cNvSpPr/>
              <p:nvPr/>
            </p:nvSpPr>
            <p:spPr>
              <a:xfrm>
                <a:off x="845199" y="2327166"/>
                <a:ext cx="483367" cy="481576"/>
              </a:xfrm>
              <a:custGeom>
                <a:avLst/>
                <a:gdLst/>
                <a:ahLst/>
                <a:cxnLst/>
                <a:rect l="l" t="t" r="r" b="b"/>
                <a:pathLst>
                  <a:path w="589" h="588" extrusionOk="0">
                    <a:moveTo>
                      <a:pt x="295" y="0"/>
                    </a:moveTo>
                    <a:cubicBezTo>
                      <a:pt x="293" y="0"/>
                      <a:pt x="291" y="0"/>
                      <a:pt x="290" y="0"/>
                    </a:cubicBezTo>
                    <a:cubicBezTo>
                      <a:pt x="129" y="2"/>
                      <a:pt x="0" y="133"/>
                      <a:pt x="0" y="294"/>
                    </a:cubicBezTo>
                    <a:cubicBezTo>
                      <a:pt x="0" y="334"/>
                      <a:pt x="8" y="373"/>
                      <a:pt x="23" y="408"/>
                    </a:cubicBezTo>
                    <a:cubicBezTo>
                      <a:pt x="37" y="441"/>
                      <a:pt x="56" y="471"/>
                      <a:pt x="81" y="496"/>
                    </a:cubicBezTo>
                    <a:cubicBezTo>
                      <a:pt x="97" y="513"/>
                      <a:pt x="115" y="528"/>
                      <a:pt x="134" y="541"/>
                    </a:cubicBezTo>
                    <a:cubicBezTo>
                      <a:pt x="180" y="571"/>
                      <a:pt x="235" y="588"/>
                      <a:pt x="295" y="588"/>
                    </a:cubicBezTo>
                    <a:cubicBezTo>
                      <a:pt x="309" y="588"/>
                      <a:pt x="323" y="587"/>
                      <a:pt x="337" y="585"/>
                    </a:cubicBezTo>
                    <a:cubicBezTo>
                      <a:pt x="479" y="565"/>
                      <a:pt x="589" y="442"/>
                      <a:pt x="589" y="294"/>
                    </a:cubicBezTo>
                    <a:cubicBezTo>
                      <a:pt x="589" y="267"/>
                      <a:pt x="585" y="241"/>
                      <a:pt x="578" y="216"/>
                    </a:cubicBezTo>
                    <a:cubicBezTo>
                      <a:pt x="559" y="146"/>
                      <a:pt x="515" y="87"/>
                      <a:pt x="457" y="48"/>
                    </a:cubicBezTo>
                    <a:cubicBezTo>
                      <a:pt x="437" y="35"/>
                      <a:pt x="416" y="25"/>
                      <a:pt x="394" y="17"/>
                    </a:cubicBezTo>
                    <a:cubicBezTo>
                      <a:pt x="363" y="6"/>
                      <a:pt x="330" y="0"/>
                      <a:pt x="295" y="0"/>
                    </a:cubicBezTo>
                  </a:path>
                </a:pathLst>
              </a:custGeom>
              <a:solidFill>
                <a:srgbClr val="FDFDFD">
                  <a:alpha val="303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35"/>
              <p:cNvSpPr/>
              <p:nvPr/>
            </p:nvSpPr>
            <p:spPr>
              <a:xfrm>
                <a:off x="955503" y="2366625"/>
                <a:ext cx="364096" cy="442117"/>
              </a:xfrm>
              <a:custGeom>
                <a:avLst/>
                <a:gdLst/>
                <a:ahLst/>
                <a:cxnLst/>
                <a:rect l="l" t="t" r="r" b="b"/>
                <a:pathLst>
                  <a:path w="444" h="540" extrusionOk="0">
                    <a:moveTo>
                      <a:pt x="444" y="168"/>
                    </a:moveTo>
                    <a:cubicBezTo>
                      <a:pt x="203" y="537"/>
                      <a:pt x="203" y="537"/>
                      <a:pt x="203" y="537"/>
                    </a:cubicBezTo>
                    <a:cubicBezTo>
                      <a:pt x="189" y="539"/>
                      <a:pt x="175" y="540"/>
                      <a:pt x="161" y="540"/>
                    </a:cubicBezTo>
                    <a:cubicBezTo>
                      <a:pt x="101" y="540"/>
                      <a:pt x="46" y="523"/>
                      <a:pt x="0" y="493"/>
                    </a:cubicBezTo>
                    <a:cubicBezTo>
                      <a:pt x="323" y="0"/>
                      <a:pt x="323" y="0"/>
                      <a:pt x="323" y="0"/>
                    </a:cubicBezTo>
                    <a:cubicBezTo>
                      <a:pt x="381" y="39"/>
                      <a:pt x="425" y="98"/>
                      <a:pt x="444" y="1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" name="Google Shape;1038;p35"/>
              <p:cNvSpPr/>
              <p:nvPr/>
            </p:nvSpPr>
            <p:spPr>
              <a:xfrm>
                <a:off x="864031" y="2327166"/>
                <a:ext cx="304011" cy="406246"/>
              </a:xfrm>
              <a:custGeom>
                <a:avLst/>
                <a:gdLst/>
                <a:ahLst/>
                <a:cxnLst/>
                <a:rect l="l" t="t" r="r" b="b"/>
                <a:pathLst>
                  <a:path w="371" h="496" extrusionOk="0">
                    <a:moveTo>
                      <a:pt x="371" y="17"/>
                    </a:moveTo>
                    <a:cubicBezTo>
                      <a:pt x="58" y="496"/>
                      <a:pt x="58" y="496"/>
                      <a:pt x="58" y="496"/>
                    </a:cubicBezTo>
                    <a:cubicBezTo>
                      <a:pt x="33" y="471"/>
                      <a:pt x="14" y="441"/>
                      <a:pt x="0" y="408"/>
                    </a:cubicBezTo>
                    <a:cubicBezTo>
                      <a:pt x="267" y="0"/>
                      <a:pt x="267" y="0"/>
                      <a:pt x="267" y="0"/>
                    </a:cubicBezTo>
                    <a:cubicBezTo>
                      <a:pt x="268" y="0"/>
                      <a:pt x="270" y="0"/>
                      <a:pt x="272" y="0"/>
                    </a:cubicBezTo>
                    <a:cubicBezTo>
                      <a:pt x="307" y="0"/>
                      <a:pt x="340" y="6"/>
                      <a:pt x="371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p35"/>
              <p:cNvSpPr/>
              <p:nvPr/>
            </p:nvSpPr>
            <p:spPr>
              <a:xfrm>
                <a:off x="777043" y="2258113"/>
                <a:ext cx="618783" cy="618783"/>
              </a:xfrm>
              <a:custGeom>
                <a:avLst/>
                <a:gdLst/>
                <a:ahLst/>
                <a:cxnLst/>
                <a:rect l="l" t="t" r="r" b="b"/>
                <a:pathLst>
                  <a:path w="755" h="755" extrusionOk="0">
                    <a:moveTo>
                      <a:pt x="246" y="683"/>
                    </a:moveTo>
                    <a:cubicBezTo>
                      <a:pt x="414" y="755"/>
                      <a:pt x="609" y="678"/>
                      <a:pt x="682" y="510"/>
                    </a:cubicBezTo>
                    <a:cubicBezTo>
                      <a:pt x="755" y="342"/>
                      <a:pt x="678" y="146"/>
                      <a:pt x="509" y="73"/>
                    </a:cubicBezTo>
                    <a:cubicBezTo>
                      <a:pt x="341" y="0"/>
                      <a:pt x="146" y="78"/>
                      <a:pt x="73" y="246"/>
                    </a:cubicBezTo>
                    <a:cubicBezTo>
                      <a:pt x="0" y="414"/>
                      <a:pt x="77" y="610"/>
                      <a:pt x="246" y="683"/>
                    </a:cubicBezTo>
                    <a:close/>
                    <a:moveTo>
                      <a:pt x="626" y="485"/>
                    </a:moveTo>
                    <a:cubicBezTo>
                      <a:pt x="566" y="622"/>
                      <a:pt x="407" y="685"/>
                      <a:pt x="270" y="626"/>
                    </a:cubicBezTo>
                    <a:cubicBezTo>
                      <a:pt x="133" y="567"/>
                      <a:pt x="70" y="407"/>
                      <a:pt x="129" y="271"/>
                    </a:cubicBezTo>
                    <a:cubicBezTo>
                      <a:pt x="189" y="134"/>
                      <a:pt x="348" y="71"/>
                      <a:pt x="485" y="130"/>
                    </a:cubicBezTo>
                    <a:cubicBezTo>
                      <a:pt x="622" y="189"/>
                      <a:pt x="685" y="349"/>
                      <a:pt x="626" y="48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40" name="Google Shape;1040;p35"/>
            <p:cNvSpPr/>
            <p:nvPr/>
          </p:nvSpPr>
          <p:spPr>
            <a:xfrm>
              <a:off x="6775158" y="290718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35"/>
            <p:cNvSpPr/>
            <p:nvPr/>
          </p:nvSpPr>
          <p:spPr>
            <a:xfrm>
              <a:off x="8466784" y="1008263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42" name="Google Shape;1042;p35"/>
            <p:cNvGrpSpPr/>
            <p:nvPr/>
          </p:nvGrpSpPr>
          <p:grpSpPr>
            <a:xfrm>
              <a:off x="5755594" y="2823602"/>
              <a:ext cx="415198" cy="415198"/>
              <a:chOff x="1404969" y="1106377"/>
              <a:chExt cx="415198" cy="415198"/>
            </a:xfrm>
          </p:grpSpPr>
          <p:sp>
            <p:nvSpPr>
              <p:cNvPr id="1043" name="Google Shape;1043;p35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" name="Google Shape;1044;p35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5" name="Google Shape;1045;p35"/>
            <p:cNvGrpSpPr/>
            <p:nvPr/>
          </p:nvGrpSpPr>
          <p:grpSpPr>
            <a:xfrm>
              <a:off x="6293473" y="2569111"/>
              <a:ext cx="653332" cy="924225"/>
              <a:chOff x="6000261" y="1225220"/>
              <a:chExt cx="627600" cy="887824"/>
            </a:xfrm>
          </p:grpSpPr>
          <p:sp>
            <p:nvSpPr>
              <p:cNvPr id="1046" name="Google Shape;1046;p35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" name="Google Shape;1047;p35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" name="Google Shape;1048;p35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" name="Google Shape;1049;p35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" name="Google Shape;1050;p35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" name="Google Shape;1051;p35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35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35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35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" name="Google Shape;1055;p35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" name="Google Shape;1056;p35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35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" name="Google Shape;1058;p35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1.1 Introducción</a:t>
            </a:r>
            <a:endParaRPr dirty="0"/>
          </a:p>
        </p:txBody>
      </p:sp>
      <p:sp>
        <p:nvSpPr>
          <p:cNvPr id="1241" name="Google Shape;1241;p40"/>
          <p:cNvSpPr txBox="1">
            <a:spLocks noGrp="1"/>
          </p:cNvSpPr>
          <p:nvPr>
            <p:ph type="subTitle" idx="4294967295"/>
          </p:nvPr>
        </p:nvSpPr>
        <p:spPr>
          <a:xfrm>
            <a:off x="574430" y="932485"/>
            <a:ext cx="698874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 fontAlgn="t">
              <a:buNone/>
            </a:pPr>
            <a:r>
              <a:rPr lang="es-MX" sz="2400" dirty="0"/>
              <a:t>El </a:t>
            </a:r>
            <a:r>
              <a:rPr lang="es-MX" sz="2400" b="1" dirty="0"/>
              <a:t>cómputo en la nube (Cloud Computing)</a:t>
            </a:r>
            <a:r>
              <a:rPr lang="es-MX" sz="2400" dirty="0"/>
              <a:t> es un modelo tecnológico que permite acceder a recursos informáticos a través de Internet sin necesidad de instalar o administrar infraestructura física propia. Estos recursos pueden incluir servidores, almacenamiento, bases de datos, redes, software y herramientas de análisis.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>
          <a:extLst>
            <a:ext uri="{FF2B5EF4-FFF2-40B4-BE49-F238E27FC236}">
              <a16:creationId xmlns:a16="http://schemas.microsoft.com/office/drawing/2014/main" id="{18207E8B-D583-8F4A-0B85-6BB60900A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0">
            <a:extLst>
              <a:ext uri="{FF2B5EF4-FFF2-40B4-BE49-F238E27FC236}">
                <a16:creationId xmlns:a16="http://schemas.microsoft.com/office/drawing/2014/main" id="{4709330F-7D84-ADC4-C72D-2802EEE634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Tipos de nube</a:t>
            </a:r>
            <a:endParaRPr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84568E44-5FB9-071E-CBA5-1777F60B901B}"/>
              </a:ext>
            </a:extLst>
          </p:cNvPr>
          <p:cNvGrpSpPr/>
          <p:nvPr/>
        </p:nvGrpSpPr>
        <p:grpSpPr>
          <a:xfrm>
            <a:off x="2493291" y="909890"/>
            <a:ext cx="3990814" cy="1960382"/>
            <a:chOff x="1596324" y="937801"/>
            <a:chExt cx="3990814" cy="1960382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4DBE3190-0D10-242D-ABA7-4384DF664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6324" y="937801"/>
              <a:ext cx="3990814" cy="1940221"/>
            </a:xfrm>
            <a:prstGeom prst="rect">
              <a:avLst/>
            </a:prstGeom>
          </p:spPr>
        </p:pic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A11F7321-D7AE-5A3C-9CC2-CA2F85F19FA8}"/>
                </a:ext>
              </a:extLst>
            </p:cNvPr>
            <p:cNvSpPr/>
            <p:nvPr/>
          </p:nvSpPr>
          <p:spPr>
            <a:xfrm>
              <a:off x="1650569" y="2812942"/>
              <a:ext cx="271221" cy="8524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8" name="CuadroTexto 7">
            <a:extLst>
              <a:ext uri="{FF2B5EF4-FFF2-40B4-BE49-F238E27FC236}">
                <a16:creationId xmlns:a16="http://schemas.microsoft.com/office/drawing/2014/main" id="{27FC8585-3717-B72C-EE85-D211AD884B59}"/>
              </a:ext>
            </a:extLst>
          </p:cNvPr>
          <p:cNvSpPr txBox="1"/>
          <p:nvPr/>
        </p:nvSpPr>
        <p:spPr>
          <a:xfrm>
            <a:off x="4488698" y="3069416"/>
            <a:ext cx="21310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t">
              <a:lnSpc>
                <a:spcPct val="100000"/>
              </a:lnSpc>
              <a:buNone/>
            </a:pPr>
            <a:r>
              <a:rPr lang="es-MX" sz="1800" b="0" i="0" dirty="0">
                <a:effectLst/>
                <a:latin typeface="Baloo 2 ExtraBold" panose="020B0604020202020204" charset="0"/>
                <a:cs typeface="Baloo 2 ExtraBold" panose="020B0604020202020204" charset="0"/>
              </a:rPr>
              <a:t>Los servicios son ofrecidos por un proveedor externo y compartidos entre múltiples clientes.</a:t>
            </a:r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39E34AAA-DA6E-151A-7FB4-562C7D8E9BB7}"/>
              </a:ext>
            </a:extLst>
          </p:cNvPr>
          <p:cNvSpPr/>
          <p:nvPr/>
        </p:nvSpPr>
        <p:spPr>
          <a:xfrm rot="5400000">
            <a:off x="5633634" y="2957053"/>
            <a:ext cx="263471" cy="2557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04CBFDF-0664-2EBF-09A4-CE7A7BC748FC}"/>
              </a:ext>
            </a:extLst>
          </p:cNvPr>
          <p:cNvSpPr txBox="1"/>
          <p:nvPr/>
        </p:nvSpPr>
        <p:spPr>
          <a:xfrm>
            <a:off x="2210446" y="3089047"/>
            <a:ext cx="21310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t"/>
            <a:r>
              <a:rPr lang="es-MX" sz="1800" dirty="0">
                <a:latin typeface="Baloo 2 ExtraBold" panose="020B0604020202020204" charset="0"/>
                <a:cs typeface="Baloo 2 ExtraBold" panose="020B0604020202020204" charset="0"/>
              </a:rPr>
              <a:t>La infraestructura pertenece exclusivamente a una organización.</a:t>
            </a:r>
          </a:p>
          <a:p>
            <a:pPr algn="just" fontAlgn="t">
              <a:lnSpc>
                <a:spcPct val="100000"/>
              </a:lnSpc>
              <a:buNone/>
            </a:pPr>
            <a:endParaRPr lang="es-MX" sz="1800" b="0" i="0" dirty="0">
              <a:effectLst/>
              <a:latin typeface="Baloo 2 ExtraBold" panose="020B0604020202020204" charset="0"/>
              <a:cs typeface="Baloo 2 ExtraBold" panose="020B0604020202020204" charset="0"/>
            </a:endParaRP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5DDE9A54-05E4-56EE-4150-087C395FC294}"/>
              </a:ext>
            </a:extLst>
          </p:cNvPr>
          <p:cNvSpPr/>
          <p:nvPr/>
        </p:nvSpPr>
        <p:spPr>
          <a:xfrm rot="5400000">
            <a:off x="3163593" y="2941555"/>
            <a:ext cx="263471" cy="2557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0ADB1BA-599C-4987-45B9-880CBE36059A}"/>
              </a:ext>
            </a:extLst>
          </p:cNvPr>
          <p:cNvSpPr txBox="1"/>
          <p:nvPr/>
        </p:nvSpPr>
        <p:spPr>
          <a:xfrm>
            <a:off x="5970231" y="1287586"/>
            <a:ext cx="28939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s-MX" sz="1800" b="0" i="0" dirty="0">
                <a:effectLst/>
                <a:latin typeface="Baloo 2 ExtraBold" panose="020B0604020202020204" charset="0"/>
                <a:cs typeface="Baloo 2 ExtraBold" panose="020B0604020202020204" charset="0"/>
              </a:rPr>
              <a:t>Combina una nube pública y una privada.</a:t>
            </a:r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660DEB51-7694-3B29-00AB-23E304EB3279}"/>
              </a:ext>
            </a:extLst>
          </p:cNvPr>
          <p:cNvSpPr/>
          <p:nvPr/>
        </p:nvSpPr>
        <p:spPr>
          <a:xfrm rot="21398625">
            <a:off x="5699500" y="1534016"/>
            <a:ext cx="263471" cy="2557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8299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>
          <a:extLst>
            <a:ext uri="{FF2B5EF4-FFF2-40B4-BE49-F238E27FC236}">
              <a16:creationId xmlns:a16="http://schemas.microsoft.com/office/drawing/2014/main" id="{B72FC258-DD8F-4AEA-B70E-C9B6A6869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0">
            <a:extLst>
              <a:ext uri="{FF2B5EF4-FFF2-40B4-BE49-F238E27FC236}">
                <a16:creationId xmlns:a16="http://schemas.microsoft.com/office/drawing/2014/main" id="{3B407672-75BD-E8D6-FD52-996788D282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2.1.1 Características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0FC0075-148D-8C6F-0ADB-9A451E732179}"/>
              </a:ext>
            </a:extLst>
          </p:cNvPr>
          <p:cNvSpPr txBox="1"/>
          <p:nvPr/>
        </p:nvSpPr>
        <p:spPr>
          <a:xfrm>
            <a:off x="713225" y="1232922"/>
            <a:ext cx="783876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t"/>
            <a:r>
              <a:rPr lang="es-MX" sz="2400" dirty="0">
                <a:latin typeface="DM Sans" pitchFamily="2" charset="0"/>
              </a:rPr>
              <a:t>Las características principales del cómputo en la nube son:</a:t>
            </a:r>
          </a:p>
          <a:p>
            <a:pPr algn="just" fontAlgn="t"/>
            <a:endParaRPr lang="es-MX" sz="2400" dirty="0">
              <a:latin typeface="DM Sans" pitchFamily="2" charset="0"/>
            </a:endParaRPr>
          </a:p>
          <a:p>
            <a:pPr algn="just" fontAlgn="t"/>
            <a:r>
              <a:rPr lang="es-MX" sz="2400" b="1" dirty="0">
                <a:latin typeface="Baloo 2 ExtraBold" panose="020B0604020202020204" charset="0"/>
                <a:cs typeface="Baloo 2 ExtraBold" panose="020B0604020202020204" charset="0"/>
              </a:rPr>
              <a:t>1. Autoservicio bajo demanda</a:t>
            </a:r>
          </a:p>
          <a:p>
            <a:pPr algn="just" fontAlgn="t"/>
            <a:r>
              <a:rPr lang="es-MX" sz="2000" dirty="0">
                <a:latin typeface="DM Sans" pitchFamily="2" charset="0"/>
              </a:rPr>
              <a:t>Los usuarios pueden solicitar recursos tecnológicos sin intervención humana del proveedor.</a:t>
            </a:r>
          </a:p>
          <a:p>
            <a:pPr algn="just" fontAlgn="t"/>
            <a:endParaRPr lang="es-MX" sz="2000" dirty="0">
              <a:latin typeface="DM Sans" pitchFamily="2" charset="0"/>
            </a:endParaRPr>
          </a:p>
          <a:p>
            <a:pPr algn="just" fontAlgn="t"/>
            <a:r>
              <a:rPr lang="es-MX" sz="2400" b="1" dirty="0">
                <a:latin typeface="Baloo 2 ExtraBold" panose="020B0604020202020204" charset="0"/>
                <a:cs typeface="Baloo 2 ExtraBold" panose="020B0604020202020204" charset="0"/>
              </a:rPr>
              <a:t>Ejemplo:</a:t>
            </a:r>
          </a:p>
          <a:p>
            <a:pPr marL="342900" indent="-342900" algn="just" fontAlgn="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dirty="0">
                <a:latin typeface="DM Sans" pitchFamily="2" charset="0"/>
              </a:rPr>
              <a:t>Crear una máquina virtual en Azure en pocos minutos.</a:t>
            </a:r>
          </a:p>
        </p:txBody>
      </p:sp>
    </p:spTree>
    <p:extLst>
      <p:ext uri="{BB962C8B-B14F-4D97-AF65-F5344CB8AC3E}">
        <p14:creationId xmlns:p14="http://schemas.microsoft.com/office/powerpoint/2010/main" val="698846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>
          <a:extLst>
            <a:ext uri="{FF2B5EF4-FFF2-40B4-BE49-F238E27FC236}">
              <a16:creationId xmlns:a16="http://schemas.microsoft.com/office/drawing/2014/main" id="{D68DAD7D-3EA6-FAA9-41C8-473828C70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0">
            <a:extLst>
              <a:ext uri="{FF2B5EF4-FFF2-40B4-BE49-F238E27FC236}">
                <a16:creationId xmlns:a16="http://schemas.microsoft.com/office/drawing/2014/main" id="{332D330E-9130-AF6D-4D8E-4C9F10FAF5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2.1.1 Características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31D48FB-2053-0845-3FA7-D101B30407FE}"/>
              </a:ext>
            </a:extLst>
          </p:cNvPr>
          <p:cNvSpPr txBox="1"/>
          <p:nvPr/>
        </p:nvSpPr>
        <p:spPr>
          <a:xfrm>
            <a:off x="713225" y="1232922"/>
            <a:ext cx="783876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t"/>
            <a:r>
              <a:rPr lang="es-MX" sz="2400" b="1" dirty="0">
                <a:latin typeface="Baloo 2 ExtraBold" panose="020B0604020202020204" charset="0"/>
                <a:cs typeface="Baloo 2 ExtraBold" panose="020B0604020202020204" charset="0"/>
              </a:rPr>
              <a:t>2. Acceso amplio a la red</a:t>
            </a:r>
          </a:p>
          <a:p>
            <a:pPr algn="just" fontAlgn="t"/>
            <a:r>
              <a:rPr lang="es-MX" sz="2000" dirty="0">
                <a:latin typeface="DM Sans" pitchFamily="2" charset="0"/>
              </a:rPr>
              <a:t>Los usuarios pueden solicitar recursos tecnológicos sin intervención humana del proveedor.</a:t>
            </a:r>
          </a:p>
          <a:p>
            <a:pPr algn="just" fontAlgn="t"/>
            <a:endParaRPr lang="es-MX" sz="2000" dirty="0">
              <a:latin typeface="DM Sans" pitchFamily="2" charset="0"/>
            </a:endParaRPr>
          </a:p>
          <a:p>
            <a:pPr algn="just" fontAlgn="t"/>
            <a:r>
              <a:rPr lang="es-MX" sz="2000" dirty="0">
                <a:latin typeface="DM Sans" pitchFamily="2" charset="0"/>
              </a:rPr>
              <a:t>Los servicios pueden utilizarse desde cualquier dispositivo conectado a Internet.</a:t>
            </a:r>
          </a:p>
          <a:p>
            <a:pPr fontAlgn="t"/>
            <a:endParaRPr lang="es-MX" sz="2000" dirty="0">
              <a:latin typeface="DM Sans" pitchFamily="2" charset="0"/>
            </a:endParaRPr>
          </a:p>
          <a:p>
            <a:pPr fontAlgn="t"/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Ejemplos:</a:t>
            </a:r>
            <a:endParaRPr lang="es-MX" sz="2000" dirty="0">
              <a:latin typeface="Baloo 2 ExtraBold" panose="020B0604020202020204" charset="0"/>
              <a:cs typeface="Baloo 2 ExtraBold" panose="020B0604020202020204" charset="0"/>
            </a:endParaRPr>
          </a:p>
          <a:p>
            <a:pPr marL="342900" lvl="0" indent="-342900" fontAlgn="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dirty="0">
                <a:latin typeface="DM Sans" pitchFamily="2" charset="0"/>
              </a:rPr>
              <a:t>Computadoras</a:t>
            </a:r>
          </a:p>
          <a:p>
            <a:pPr marL="342900" lvl="0" indent="-342900" fontAlgn="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dirty="0" err="1">
                <a:latin typeface="DM Sans" pitchFamily="2" charset="0"/>
              </a:rPr>
              <a:t>Tablets</a:t>
            </a:r>
            <a:endParaRPr lang="es-MX" sz="2000" dirty="0">
              <a:latin typeface="DM Sans" pitchFamily="2" charset="0"/>
            </a:endParaRPr>
          </a:p>
          <a:p>
            <a:pPr marL="342900" lvl="0" indent="-342900" fontAlgn="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dirty="0">
                <a:latin typeface="DM Sans" pitchFamily="2" charset="0"/>
              </a:rPr>
              <a:t>Smartphones</a:t>
            </a:r>
          </a:p>
        </p:txBody>
      </p:sp>
    </p:spTree>
    <p:extLst>
      <p:ext uri="{BB962C8B-B14F-4D97-AF65-F5344CB8AC3E}">
        <p14:creationId xmlns:p14="http://schemas.microsoft.com/office/powerpoint/2010/main" val="3952422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>
          <a:extLst>
            <a:ext uri="{FF2B5EF4-FFF2-40B4-BE49-F238E27FC236}">
              <a16:creationId xmlns:a16="http://schemas.microsoft.com/office/drawing/2014/main" id="{9907D67B-0B4F-3009-91FD-8800CF34E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0">
            <a:extLst>
              <a:ext uri="{FF2B5EF4-FFF2-40B4-BE49-F238E27FC236}">
                <a16:creationId xmlns:a16="http://schemas.microsoft.com/office/drawing/2014/main" id="{41B4AC9C-456D-9516-86F7-A0260F4BE4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2.1.1 Características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1F4D230-7CC3-9567-4E43-916FCA1029EE}"/>
              </a:ext>
            </a:extLst>
          </p:cNvPr>
          <p:cNvSpPr txBox="1"/>
          <p:nvPr/>
        </p:nvSpPr>
        <p:spPr>
          <a:xfrm>
            <a:off x="713225" y="1279417"/>
            <a:ext cx="78387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3. Compartición de recursos</a:t>
            </a:r>
          </a:p>
          <a:p>
            <a:pPr fontAlgn="t"/>
            <a:r>
              <a:rPr lang="es-MX" sz="2000" dirty="0">
                <a:latin typeface="DM Sans" pitchFamily="2" charset="0"/>
              </a:rPr>
              <a:t>Los recursos físicos se comparten entre diversos usuarios.</a:t>
            </a:r>
          </a:p>
          <a:p>
            <a:pPr fontAlgn="t"/>
            <a:endParaRPr lang="es-MX" sz="2000" dirty="0">
              <a:latin typeface="DM Sans" pitchFamily="2" charset="0"/>
            </a:endParaRPr>
          </a:p>
          <a:p>
            <a:pPr fontAlgn="t"/>
            <a:r>
              <a:rPr lang="es-MX" sz="2000" dirty="0">
                <a:latin typeface="DM Sans" pitchFamily="2" charset="0"/>
              </a:rPr>
              <a:t>Esto permite:</a:t>
            </a:r>
          </a:p>
          <a:p>
            <a:pPr marL="342900" lvl="0" indent="-342900" fontAlgn="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dirty="0">
                <a:latin typeface="DM Sans" pitchFamily="2" charset="0"/>
              </a:rPr>
              <a:t>Reducir costos</a:t>
            </a:r>
          </a:p>
          <a:p>
            <a:pPr marL="342900" lvl="0" indent="-342900" fontAlgn="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dirty="0">
                <a:latin typeface="DM Sans" pitchFamily="2" charset="0"/>
              </a:rPr>
              <a:t>Optimizar la infraestructura</a:t>
            </a:r>
          </a:p>
          <a:p>
            <a:pPr marL="342900" lvl="0" indent="-342900" fontAlgn="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dirty="0">
                <a:latin typeface="DM Sans" pitchFamily="2" charset="0"/>
              </a:rPr>
              <a:t>Mejorar la eficiencia</a:t>
            </a:r>
          </a:p>
        </p:txBody>
      </p:sp>
    </p:spTree>
    <p:extLst>
      <p:ext uri="{BB962C8B-B14F-4D97-AF65-F5344CB8AC3E}">
        <p14:creationId xmlns:p14="http://schemas.microsoft.com/office/powerpoint/2010/main" val="1847690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>
          <a:extLst>
            <a:ext uri="{FF2B5EF4-FFF2-40B4-BE49-F238E27FC236}">
              <a16:creationId xmlns:a16="http://schemas.microsoft.com/office/drawing/2014/main" id="{ACE2FA30-744B-0704-24DC-2FCC6D3ED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0">
            <a:extLst>
              <a:ext uri="{FF2B5EF4-FFF2-40B4-BE49-F238E27FC236}">
                <a16:creationId xmlns:a16="http://schemas.microsoft.com/office/drawing/2014/main" id="{D6B5DA23-A52C-D45F-698C-65989B33D5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2.1.1 Características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53D40C9-A646-AA49-5F3B-C17B75700DD5}"/>
              </a:ext>
            </a:extLst>
          </p:cNvPr>
          <p:cNvSpPr txBox="1"/>
          <p:nvPr/>
        </p:nvSpPr>
        <p:spPr>
          <a:xfrm>
            <a:off x="713225" y="1279417"/>
            <a:ext cx="78387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4. Escalabilidad</a:t>
            </a:r>
          </a:p>
          <a:p>
            <a:pPr fontAlgn="t"/>
            <a:r>
              <a:rPr lang="es-MX" sz="2000" dirty="0">
                <a:latin typeface="DM Sans" pitchFamily="2" charset="0"/>
              </a:rPr>
              <a:t>Permite aumentar o disminuir recursos según la demanda.</a:t>
            </a:r>
          </a:p>
          <a:p>
            <a:pPr fontAlgn="t"/>
            <a:endParaRPr lang="es-MX" sz="2000" b="1" dirty="0">
              <a:latin typeface="DM Sans" pitchFamily="2" charset="0"/>
            </a:endParaRPr>
          </a:p>
          <a:p>
            <a:pPr fontAlgn="t"/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Ejemplo:</a:t>
            </a:r>
            <a:endParaRPr lang="es-MX" sz="2000" dirty="0">
              <a:latin typeface="Baloo 2 ExtraBold" panose="020B0604020202020204" charset="0"/>
              <a:cs typeface="Baloo 2 ExtraBold" panose="020B0604020202020204" charset="0"/>
            </a:endParaRPr>
          </a:p>
          <a:p>
            <a:pPr marL="342900" indent="-342900" algn="just" fontAlgn="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dirty="0">
                <a:latin typeface="DM Sans" pitchFamily="2" charset="0"/>
              </a:rPr>
              <a:t>Una tienda en línea puede aumentar la capacidad de sus servidores durante promociones o temporadas altas.</a:t>
            </a:r>
          </a:p>
        </p:txBody>
      </p:sp>
    </p:spTree>
    <p:extLst>
      <p:ext uri="{BB962C8B-B14F-4D97-AF65-F5344CB8AC3E}">
        <p14:creationId xmlns:p14="http://schemas.microsoft.com/office/powerpoint/2010/main" val="2008319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>
          <a:extLst>
            <a:ext uri="{FF2B5EF4-FFF2-40B4-BE49-F238E27FC236}">
              <a16:creationId xmlns:a16="http://schemas.microsoft.com/office/drawing/2014/main" id="{F10CE216-CF27-8675-A0B1-905C617FE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0">
            <a:extLst>
              <a:ext uri="{FF2B5EF4-FFF2-40B4-BE49-F238E27FC236}">
                <a16:creationId xmlns:a16="http://schemas.microsoft.com/office/drawing/2014/main" id="{995647DC-5EE4-DD8A-6D48-F95A287508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2.1.1 Características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3D22110-4F2A-7CBB-E891-601F65FF6F5A}"/>
              </a:ext>
            </a:extLst>
          </p:cNvPr>
          <p:cNvSpPr txBox="1"/>
          <p:nvPr/>
        </p:nvSpPr>
        <p:spPr>
          <a:xfrm>
            <a:off x="713225" y="1279417"/>
            <a:ext cx="78387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t"/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5. </a:t>
            </a:r>
            <a:r>
              <a:rPr lang="es-MX" sz="2000" b="1" dirty="0" err="1">
                <a:latin typeface="Baloo 2 ExtraBold" panose="020B0604020202020204" charset="0"/>
                <a:cs typeface="Baloo 2 ExtraBold" panose="020B0604020202020204" charset="0"/>
              </a:rPr>
              <a:t>Elasticidd</a:t>
            </a:r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 rápida</a:t>
            </a:r>
          </a:p>
          <a:p>
            <a:pPr algn="just" fontAlgn="t"/>
            <a:r>
              <a:rPr lang="es-MX" sz="2000" dirty="0">
                <a:latin typeface="DM Sans" pitchFamily="2" charset="0"/>
              </a:rPr>
              <a:t>Los recursos puede asignarse automáticamente en cuestión de segundos.</a:t>
            </a:r>
          </a:p>
          <a:p>
            <a:pPr algn="just" fontAlgn="t"/>
            <a:endParaRPr lang="es-MX" sz="2000" b="1" dirty="0">
              <a:latin typeface="DM Sans" pitchFamily="2" charset="0"/>
            </a:endParaRPr>
          </a:p>
          <a:p>
            <a:pPr algn="just" fontAlgn="t"/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Beneficio</a:t>
            </a:r>
            <a:endParaRPr lang="es-MX" sz="2000" dirty="0">
              <a:latin typeface="Baloo 2 ExtraBold" panose="020B0604020202020204" charset="0"/>
              <a:cs typeface="Baloo 2 ExtraBold" panose="020B0604020202020204" charset="0"/>
            </a:endParaRPr>
          </a:p>
          <a:p>
            <a:pPr marL="342900" indent="-342900" algn="just" fontAlgn="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dirty="0">
                <a:latin typeface="DM Sans" pitchFamily="2" charset="0"/>
              </a:rPr>
              <a:t>Garantiza que las aplicaciones continúen funcionando correctamente ante aumentos repentinos de usuarios.</a:t>
            </a:r>
          </a:p>
        </p:txBody>
      </p:sp>
    </p:spTree>
    <p:extLst>
      <p:ext uri="{BB962C8B-B14F-4D97-AF65-F5344CB8AC3E}">
        <p14:creationId xmlns:p14="http://schemas.microsoft.com/office/powerpoint/2010/main" val="23489061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>
          <a:extLst>
            <a:ext uri="{FF2B5EF4-FFF2-40B4-BE49-F238E27FC236}">
              <a16:creationId xmlns:a16="http://schemas.microsoft.com/office/drawing/2014/main" id="{228FDDAB-EA01-11EA-E3D1-99EB2ABA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0">
            <a:extLst>
              <a:ext uri="{FF2B5EF4-FFF2-40B4-BE49-F238E27FC236}">
                <a16:creationId xmlns:a16="http://schemas.microsoft.com/office/drawing/2014/main" id="{703AFC4E-094E-7F99-E06B-4EBFC4E656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2.1.1 Características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EC225BF-09CC-0924-8801-03BACF34F28C}"/>
              </a:ext>
            </a:extLst>
          </p:cNvPr>
          <p:cNvSpPr txBox="1"/>
          <p:nvPr/>
        </p:nvSpPr>
        <p:spPr>
          <a:xfrm>
            <a:off x="713225" y="1279417"/>
            <a:ext cx="783876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6. Servicio medible</a:t>
            </a:r>
          </a:p>
          <a:p>
            <a:pPr fontAlgn="t"/>
            <a:r>
              <a:rPr lang="es-MX" sz="2000" dirty="0">
                <a:latin typeface="DM Sans" pitchFamily="2" charset="0"/>
              </a:rPr>
              <a:t>El consumo de recursos puede monitorearse y medirse.</a:t>
            </a:r>
          </a:p>
          <a:p>
            <a:pPr fontAlgn="t"/>
            <a:endParaRPr lang="es-MX" sz="2000" b="1" dirty="0">
              <a:latin typeface="DM Sans" pitchFamily="2" charset="0"/>
            </a:endParaRPr>
          </a:p>
          <a:p>
            <a:pPr fontAlgn="t"/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Ejemplos</a:t>
            </a:r>
            <a:endParaRPr lang="es-MX" sz="2000" dirty="0">
              <a:latin typeface="Baloo 2 ExtraBold" panose="020B0604020202020204" charset="0"/>
              <a:cs typeface="Baloo 2 ExtraBold" panose="020B0604020202020204" charset="0"/>
            </a:endParaRPr>
          </a:p>
          <a:p>
            <a:pPr marL="342900" indent="-342900" algn="just" fontAlgn="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dirty="0">
                <a:latin typeface="DM Sans" pitchFamily="2" charset="0"/>
              </a:rPr>
              <a:t>Uso de CPU</a:t>
            </a:r>
          </a:p>
          <a:p>
            <a:pPr marL="342900" indent="-342900" algn="just" fontAlgn="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dirty="0">
                <a:latin typeface="DM Sans" pitchFamily="2" charset="0"/>
              </a:rPr>
              <a:t>Memoria utilizada</a:t>
            </a:r>
          </a:p>
          <a:p>
            <a:pPr marL="342900" indent="-342900" algn="just" fontAlgn="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dirty="0">
                <a:latin typeface="DM Sans" pitchFamily="2" charset="0"/>
              </a:rPr>
              <a:t>Espacio de almacenamiento</a:t>
            </a:r>
          </a:p>
          <a:p>
            <a:pPr marL="342900" indent="-342900" algn="just" fontAlgn="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dirty="0">
                <a:latin typeface="DM Sans" pitchFamily="2" charset="0"/>
              </a:rPr>
              <a:t>Tráfico de red</a:t>
            </a:r>
          </a:p>
          <a:p>
            <a:pPr algn="just" fontAlgn="t"/>
            <a:endParaRPr lang="es-MX" sz="2000" dirty="0">
              <a:latin typeface="DM Sans" pitchFamily="2" charset="0"/>
            </a:endParaRPr>
          </a:p>
          <a:p>
            <a:pPr algn="just" fontAlgn="t"/>
            <a:r>
              <a:rPr lang="es-MX" sz="2000" dirty="0">
                <a:latin typeface="DM Sans" pitchFamily="2" charset="0"/>
              </a:rPr>
              <a:t>Esto permite el modelo de pago por uso.</a:t>
            </a:r>
          </a:p>
        </p:txBody>
      </p:sp>
    </p:spTree>
    <p:extLst>
      <p:ext uri="{BB962C8B-B14F-4D97-AF65-F5344CB8AC3E}">
        <p14:creationId xmlns:p14="http://schemas.microsoft.com/office/powerpoint/2010/main" val="613262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>
          <a:extLst>
            <a:ext uri="{FF2B5EF4-FFF2-40B4-BE49-F238E27FC236}">
              <a16:creationId xmlns:a16="http://schemas.microsoft.com/office/drawing/2014/main" id="{4E0A7CC0-5A6D-1358-3EBE-F3859E92B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0">
            <a:extLst>
              <a:ext uri="{FF2B5EF4-FFF2-40B4-BE49-F238E27FC236}">
                <a16:creationId xmlns:a16="http://schemas.microsoft.com/office/drawing/2014/main" id="{2FE65CC6-5021-8D6F-EE78-BE14FCDE1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2744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2.1.2 Riesgos y Beneficios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8E041CB-BB6F-E852-2EBC-B54934D508CB}"/>
              </a:ext>
            </a:extLst>
          </p:cNvPr>
          <p:cNvSpPr txBox="1"/>
          <p:nvPr/>
        </p:nvSpPr>
        <p:spPr>
          <a:xfrm>
            <a:off x="542744" y="1017725"/>
            <a:ext cx="728887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s-MX" sz="2800" b="1" dirty="0">
                <a:latin typeface="Baloo 2 ExtraBold" panose="020B0604020202020204" charset="0"/>
                <a:cs typeface="Baloo 2 ExtraBold" panose="020B0604020202020204" charset="0"/>
              </a:rPr>
              <a:t>Beneficios</a:t>
            </a:r>
          </a:p>
          <a:p>
            <a:pPr fontAlgn="t"/>
            <a:endParaRPr lang="es-MX" sz="2800" b="1" dirty="0">
              <a:latin typeface="Baloo 2 ExtraBold" panose="020B0604020202020204" charset="0"/>
              <a:cs typeface="Baloo 2 ExtraBold" panose="020B0604020202020204" charset="0"/>
            </a:endParaRPr>
          </a:p>
          <a:p>
            <a:pPr marL="342900" indent="-342900" algn="just" fontAlgn="t">
              <a:buSzPct val="15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Reducción de costos</a:t>
            </a:r>
          </a:p>
          <a:p>
            <a:pPr algn="just" fontAlgn="t"/>
            <a:r>
              <a:rPr lang="es-MX" sz="2000" dirty="0">
                <a:latin typeface="DM Sans" pitchFamily="2" charset="0"/>
              </a:rPr>
              <a:t>No es necesario adquirir servidores físicos ni mantener centros de datos propios.</a:t>
            </a:r>
          </a:p>
          <a:p>
            <a:pPr marL="342900" indent="-342900" algn="just" fontAlgn="t">
              <a:buSzPct val="150000"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Escalabilidad</a:t>
            </a:r>
          </a:p>
          <a:p>
            <a:pPr algn="just" fontAlgn="t"/>
            <a:r>
              <a:rPr lang="es-MX" sz="2000" dirty="0">
                <a:latin typeface="DM Sans" pitchFamily="2" charset="0"/>
              </a:rPr>
              <a:t>La capacidad puede aumentar o disminuir según las necesidades del negocio.</a:t>
            </a:r>
          </a:p>
          <a:p>
            <a:pPr marL="342900" indent="-342900" algn="just" fontAlgn="t">
              <a:buSzPct val="150000"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Alta disponibilidad</a:t>
            </a:r>
          </a:p>
          <a:p>
            <a:pPr algn="just" fontAlgn="t"/>
            <a:r>
              <a:rPr lang="es-MX" sz="2000" dirty="0">
                <a:latin typeface="DM Sans" pitchFamily="2" charset="0"/>
              </a:rPr>
              <a:t>Los proveedores cuentan con infraestructura redundante que minimiza interrupciones.</a:t>
            </a:r>
          </a:p>
          <a:p>
            <a:pPr algn="just" fontAlgn="t"/>
            <a:endParaRPr lang="es-MX" sz="2000" dirty="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6322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>
          <a:extLst>
            <a:ext uri="{FF2B5EF4-FFF2-40B4-BE49-F238E27FC236}">
              <a16:creationId xmlns:a16="http://schemas.microsoft.com/office/drawing/2014/main" id="{03C1F5D2-C4FF-1419-29CF-E9A65AC7E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0">
            <a:extLst>
              <a:ext uri="{FF2B5EF4-FFF2-40B4-BE49-F238E27FC236}">
                <a16:creationId xmlns:a16="http://schemas.microsoft.com/office/drawing/2014/main" id="{3C9EC921-F166-6BCD-C7E9-CCB576B5FA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2744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2.1.2 Riesgos y Beneficios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3E5A4B7-5AED-789D-35D1-6384BC834424}"/>
              </a:ext>
            </a:extLst>
          </p:cNvPr>
          <p:cNvSpPr txBox="1"/>
          <p:nvPr/>
        </p:nvSpPr>
        <p:spPr>
          <a:xfrm>
            <a:off x="542744" y="1017725"/>
            <a:ext cx="728887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s-MX" sz="2800" b="1" dirty="0">
                <a:latin typeface="Baloo 2 ExtraBold" panose="020B0604020202020204" charset="0"/>
                <a:cs typeface="Baloo 2 ExtraBold" panose="020B0604020202020204" charset="0"/>
              </a:rPr>
              <a:t>Beneficios</a:t>
            </a:r>
          </a:p>
          <a:p>
            <a:pPr fontAlgn="t"/>
            <a:endParaRPr lang="es-MX" sz="2800" b="1" dirty="0">
              <a:latin typeface="Baloo 2 ExtraBold" panose="020B0604020202020204" charset="0"/>
              <a:cs typeface="Baloo 2 ExtraBold" panose="020B0604020202020204" charset="0"/>
            </a:endParaRPr>
          </a:p>
          <a:p>
            <a:pPr marL="342900" indent="-342900" fontAlgn="t">
              <a:buSzPct val="15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 Acceso remoto</a:t>
            </a:r>
          </a:p>
          <a:p>
            <a:pPr algn="just" fontAlgn="t"/>
            <a:r>
              <a:rPr lang="es-MX" sz="2000" dirty="0">
                <a:latin typeface="DM Sans" pitchFamily="2" charset="0"/>
              </a:rPr>
              <a:t>La información puede consultarse desde cualquier lugar con conexión a Internet.</a:t>
            </a:r>
          </a:p>
          <a:p>
            <a:pPr marL="342900" indent="-342900" algn="just" fontAlgn="t">
              <a:buSzPct val="150000"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Actualizaciones automáticas</a:t>
            </a:r>
          </a:p>
          <a:p>
            <a:pPr algn="just" fontAlgn="t"/>
            <a:r>
              <a:rPr lang="es-MX" sz="2000" dirty="0">
                <a:latin typeface="DM Sans" pitchFamily="2" charset="0"/>
              </a:rPr>
              <a:t>Los proveedores actualizan software y sistemas de seguridad de forma continua.</a:t>
            </a:r>
          </a:p>
          <a:p>
            <a:pPr marL="342900" indent="-342900" algn="just" fontAlgn="t">
              <a:buSzPct val="150000"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Recuperación ante desastres</a:t>
            </a:r>
          </a:p>
          <a:p>
            <a:pPr algn="just" fontAlgn="t"/>
            <a:r>
              <a:rPr lang="es-MX" sz="2000" dirty="0">
                <a:latin typeface="DM Sans" pitchFamily="2" charset="0"/>
              </a:rPr>
              <a:t>Los datos suelen respaldarse en diferentes ubicaciones geográficas.</a:t>
            </a:r>
          </a:p>
          <a:p>
            <a:pPr algn="just" fontAlgn="t"/>
            <a:endParaRPr lang="es-MX" sz="2000" dirty="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997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>
          <a:extLst>
            <a:ext uri="{FF2B5EF4-FFF2-40B4-BE49-F238E27FC236}">
              <a16:creationId xmlns:a16="http://schemas.microsoft.com/office/drawing/2014/main" id="{E93635D9-AABC-94C3-0C56-7C6F4914A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0">
            <a:extLst>
              <a:ext uri="{FF2B5EF4-FFF2-40B4-BE49-F238E27FC236}">
                <a16:creationId xmlns:a16="http://schemas.microsoft.com/office/drawing/2014/main" id="{5962ADAE-98F9-84FA-0D6D-049AC1EB8D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2744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2.1.2 Riesgos y Beneficios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ED52A32-E4AD-99C1-FE57-E83B850818E7}"/>
              </a:ext>
            </a:extLst>
          </p:cNvPr>
          <p:cNvSpPr txBox="1"/>
          <p:nvPr/>
        </p:nvSpPr>
        <p:spPr>
          <a:xfrm>
            <a:off x="542744" y="1017725"/>
            <a:ext cx="7288873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s-MX" sz="2800" b="1" dirty="0">
                <a:latin typeface="Baloo 2 ExtraBold" panose="020B0604020202020204" charset="0"/>
                <a:cs typeface="Baloo 2 ExtraBold" panose="020B0604020202020204" charset="0"/>
              </a:rPr>
              <a:t>Riesgos</a:t>
            </a:r>
          </a:p>
          <a:p>
            <a:pPr fontAlgn="t"/>
            <a:endParaRPr lang="es-MX" sz="2000" b="1" dirty="0">
              <a:latin typeface="Baloo 2 ExtraBold" panose="020B0604020202020204" charset="0"/>
              <a:cs typeface="Baloo 2 ExtraBold" panose="020B0604020202020204" charset="0"/>
            </a:endParaRPr>
          </a:p>
          <a:p>
            <a:pPr algn="just" fontAlgn="t"/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1. Dependencia de Internet</a:t>
            </a:r>
          </a:p>
          <a:p>
            <a:pPr algn="just" fontAlgn="t"/>
            <a:r>
              <a:rPr lang="es-MX" sz="2000" dirty="0"/>
              <a:t>Sin conexión a Internet el acceso a los servicios puede verse limitado.</a:t>
            </a:r>
          </a:p>
          <a:p>
            <a:pPr algn="just" fontAlgn="t"/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2. Seguridad y privacidad</a:t>
            </a:r>
          </a:p>
          <a:p>
            <a:pPr algn="just" fontAlgn="t"/>
            <a:r>
              <a:rPr lang="es-MX" sz="2000" dirty="0"/>
              <a:t>Existe el riesgo de accesos no autorizados o ataques informáticos.</a:t>
            </a:r>
          </a:p>
          <a:p>
            <a:pPr algn="just" fontAlgn="t"/>
            <a:r>
              <a:rPr lang="es-MX" sz="2000" dirty="0"/>
              <a:t>Por ello se utilizan mecanismos como:</a:t>
            </a:r>
          </a:p>
          <a:p>
            <a:pPr marL="342900" lvl="0" indent="-342900" algn="just" fontAlgn="t">
              <a:buSzPct val="15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dirty="0"/>
              <a:t>Cifrado de datos</a:t>
            </a:r>
          </a:p>
          <a:p>
            <a:pPr marL="342900" lvl="0" indent="-342900" algn="just" fontAlgn="t">
              <a:buSzPct val="15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dirty="0"/>
              <a:t>Autenticación </a:t>
            </a:r>
            <a:r>
              <a:rPr lang="es-MX" sz="2000" dirty="0" err="1"/>
              <a:t>multifactor</a:t>
            </a:r>
            <a:endParaRPr lang="es-MX" sz="2000" dirty="0"/>
          </a:p>
          <a:p>
            <a:pPr marL="342900" lvl="0" indent="-342900" algn="just" fontAlgn="t">
              <a:buSzPct val="15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dirty="0"/>
              <a:t>Firewalls</a:t>
            </a:r>
          </a:p>
          <a:p>
            <a:pPr fontAlgn="t"/>
            <a:br>
              <a:rPr lang="es-MX" dirty="0"/>
            </a:br>
            <a:endParaRPr lang="es-MX" sz="2000" dirty="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07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>
          <a:extLst>
            <a:ext uri="{FF2B5EF4-FFF2-40B4-BE49-F238E27FC236}">
              <a16:creationId xmlns:a16="http://schemas.microsoft.com/office/drawing/2014/main" id="{C52AABB0-9476-E0BD-02CC-70687CA63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0">
            <a:extLst>
              <a:ext uri="{FF2B5EF4-FFF2-40B4-BE49-F238E27FC236}">
                <a16:creationId xmlns:a16="http://schemas.microsoft.com/office/drawing/2014/main" id="{EADEE89C-AB57-B795-E128-68D0FBC18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2744" y="-3382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2.1.2 Riesgos y Beneficios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A18E990-220A-2AC2-4CE5-7B394A5207D8}"/>
              </a:ext>
            </a:extLst>
          </p:cNvPr>
          <p:cNvSpPr txBox="1"/>
          <p:nvPr/>
        </p:nvSpPr>
        <p:spPr>
          <a:xfrm>
            <a:off x="542744" y="569318"/>
            <a:ext cx="7288873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s-MX" sz="2800" b="1" dirty="0">
                <a:latin typeface="Baloo 2 ExtraBold" panose="020B0604020202020204" charset="0"/>
                <a:cs typeface="Baloo 2 ExtraBold" panose="020B0604020202020204" charset="0"/>
              </a:rPr>
              <a:t>Riesgos</a:t>
            </a:r>
          </a:p>
          <a:p>
            <a:pPr fontAlgn="t"/>
            <a:endParaRPr lang="es-MX" sz="2000" b="1" dirty="0">
              <a:latin typeface="Baloo 2 ExtraBold" panose="020B0604020202020204" charset="0"/>
              <a:cs typeface="Baloo 2 ExtraBold" panose="020B0604020202020204" charset="0"/>
            </a:endParaRPr>
          </a:p>
          <a:p>
            <a:pPr fontAlgn="t"/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3. Dependencia del proveedor</a:t>
            </a:r>
          </a:p>
          <a:p>
            <a:pPr algn="just" fontAlgn="t"/>
            <a:r>
              <a:rPr lang="es-MX" sz="2000" dirty="0">
                <a:latin typeface="DM Sans" pitchFamily="2" charset="0"/>
              </a:rPr>
              <a:t>Cambiar de proveedor puede ser complejo debido a formatos y servicios específicos.</a:t>
            </a:r>
          </a:p>
          <a:p>
            <a:pPr fontAlgn="t"/>
            <a:br>
              <a:rPr lang="es-MX" sz="2000" dirty="0"/>
            </a:br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4. Cumplimiento normativo</a:t>
            </a:r>
          </a:p>
          <a:p>
            <a:pPr algn="just" fontAlgn="t"/>
            <a:r>
              <a:rPr lang="es-MX" sz="2000" dirty="0">
                <a:latin typeface="DM Sans" pitchFamily="2" charset="0"/>
              </a:rPr>
              <a:t>Las organizaciones deben asegurarse de que el proveedor cumpla con las leyes de protección de datos.</a:t>
            </a:r>
          </a:p>
          <a:p>
            <a:pPr fontAlgn="t"/>
            <a:endParaRPr lang="es-MX" sz="2000" dirty="0"/>
          </a:p>
          <a:p>
            <a:pPr fontAlgn="t"/>
            <a:r>
              <a:rPr lang="es-MX" sz="2000" b="1" dirty="0"/>
              <a:t>5</a:t>
            </a:r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. Interrupciones del servicio</a:t>
            </a:r>
          </a:p>
          <a:p>
            <a:pPr fontAlgn="t"/>
            <a:r>
              <a:rPr lang="es-MX" sz="2000" dirty="0">
                <a:latin typeface="DM Sans" pitchFamily="2" charset="0"/>
              </a:rPr>
              <a:t>Aunque poco frecuentes, pueden ocurrir fallas en los centros de datos</a:t>
            </a:r>
            <a:r>
              <a:rPr lang="es-MX" sz="2000" dirty="0"/>
              <a:t>.</a:t>
            </a:r>
          </a:p>
          <a:p>
            <a:pPr fontAlgn="t"/>
            <a:br>
              <a:rPr lang="es-MX" dirty="0"/>
            </a:br>
            <a:endParaRPr lang="es-MX" sz="2000" dirty="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4158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>
          <a:extLst>
            <a:ext uri="{FF2B5EF4-FFF2-40B4-BE49-F238E27FC236}">
              <a16:creationId xmlns:a16="http://schemas.microsoft.com/office/drawing/2014/main" id="{F15653D8-4CE0-5827-9460-863A5F7C8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0">
            <a:extLst>
              <a:ext uri="{FF2B5EF4-FFF2-40B4-BE49-F238E27FC236}">
                <a16:creationId xmlns:a16="http://schemas.microsoft.com/office/drawing/2014/main" id="{80881B7C-E2AC-81C2-AF54-C1564B8060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2744" y="166056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2.1.3 Cómputo en la Nube en México y el Mundo</a:t>
            </a:r>
            <a:br>
              <a:rPr lang="es-MX" dirty="0"/>
            </a:br>
            <a:endParaRPr lang="es-MX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B4DBB7-51DF-8ADA-CC7E-B8588F4EDB16}"/>
              </a:ext>
            </a:extLst>
          </p:cNvPr>
          <p:cNvSpPr txBox="1"/>
          <p:nvPr/>
        </p:nvSpPr>
        <p:spPr>
          <a:xfrm>
            <a:off x="542744" y="1276197"/>
            <a:ext cx="7288873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s-MX" sz="2400" b="1" dirty="0">
                <a:latin typeface="Baloo 2 ExtraBold" panose="020B0604020202020204" charset="0"/>
                <a:cs typeface="Baloo 2 ExtraBold" panose="020B0604020202020204" charset="0"/>
              </a:rPr>
              <a:t>Situación Mundial</a:t>
            </a:r>
          </a:p>
          <a:p>
            <a:pPr fontAlgn="t"/>
            <a:endParaRPr lang="es-MX" sz="2400" b="1" dirty="0">
              <a:latin typeface="Baloo 2 ExtraBold" panose="020B0604020202020204" charset="0"/>
              <a:cs typeface="Baloo 2 ExtraBold" panose="020B0604020202020204" charset="0"/>
            </a:endParaRPr>
          </a:p>
          <a:p>
            <a:pPr algn="just" fontAlgn="t"/>
            <a:r>
              <a:rPr lang="es-MX" sz="2400" dirty="0">
                <a:latin typeface="DM Sans" pitchFamily="2" charset="0"/>
              </a:rPr>
              <a:t>El mercado global de servicios en la nube ha crecido considerablemente debido a:</a:t>
            </a:r>
          </a:p>
          <a:p>
            <a:pPr marL="342900" lvl="0" indent="-342900" algn="just" fontAlgn="t">
              <a:buSzPct val="15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400" dirty="0">
                <a:latin typeface="DM Sans" pitchFamily="2" charset="0"/>
              </a:rPr>
              <a:t>Transformación digital</a:t>
            </a:r>
          </a:p>
          <a:p>
            <a:pPr marL="342900" lvl="0" indent="-342900" algn="just" fontAlgn="t">
              <a:buSzPct val="15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400" dirty="0">
                <a:latin typeface="DM Sans" pitchFamily="2" charset="0"/>
              </a:rPr>
              <a:t>Inteligencia Artificial</a:t>
            </a:r>
          </a:p>
          <a:p>
            <a:pPr marL="342900" lvl="0" indent="-342900" algn="just" fontAlgn="t">
              <a:buSzPct val="15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400" dirty="0">
                <a:latin typeface="DM Sans" pitchFamily="2" charset="0"/>
              </a:rPr>
              <a:t>Big Data</a:t>
            </a:r>
          </a:p>
          <a:p>
            <a:pPr marL="342900" lvl="0" indent="-342900" algn="just" fontAlgn="t">
              <a:buSzPct val="15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400" dirty="0">
                <a:latin typeface="DM Sans" pitchFamily="2" charset="0"/>
              </a:rPr>
              <a:t>Internet de las Cosas (IoT)</a:t>
            </a:r>
          </a:p>
          <a:p>
            <a:pPr fontAlgn="t"/>
            <a:br>
              <a:rPr lang="es-MX" dirty="0"/>
            </a:br>
            <a:endParaRPr lang="es-MX" sz="2000" dirty="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629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>
          <a:extLst>
            <a:ext uri="{FF2B5EF4-FFF2-40B4-BE49-F238E27FC236}">
              <a16:creationId xmlns:a16="http://schemas.microsoft.com/office/drawing/2014/main" id="{AF5E0D29-AA1E-F94B-6ECF-1BCC3FC2A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0">
            <a:extLst>
              <a:ext uri="{FF2B5EF4-FFF2-40B4-BE49-F238E27FC236}">
                <a16:creationId xmlns:a16="http://schemas.microsoft.com/office/drawing/2014/main" id="{33F9DCEB-2555-9E2F-2DC8-DB28C12BF2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2744" y="166056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2.1.3 Cómputo en la Nube en México y el Mundo</a:t>
            </a:r>
            <a:br>
              <a:rPr lang="es-MX" dirty="0"/>
            </a:br>
            <a:endParaRPr lang="es-MX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3D89274-6FF9-0200-5894-7F48F37211AE}"/>
              </a:ext>
            </a:extLst>
          </p:cNvPr>
          <p:cNvSpPr txBox="1"/>
          <p:nvPr/>
        </p:nvSpPr>
        <p:spPr>
          <a:xfrm>
            <a:off x="542744" y="1268448"/>
            <a:ext cx="7288873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s-MX" sz="2000" b="1" dirty="0">
                <a:latin typeface="DM Sans" pitchFamily="2" charset="0"/>
              </a:rPr>
              <a:t>Los principales proveedores a nivel mundial son:</a:t>
            </a:r>
          </a:p>
          <a:p>
            <a:pPr marL="342900" lvl="0" indent="-342900" fontAlgn="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dirty="0">
                <a:latin typeface="DM Sans" pitchFamily="2" charset="0"/>
              </a:rPr>
              <a:t>Amazon Web </a:t>
            </a:r>
            <a:r>
              <a:rPr lang="es-MX" sz="2000" dirty="0" err="1">
                <a:latin typeface="DM Sans" pitchFamily="2" charset="0"/>
              </a:rPr>
              <a:t>Services</a:t>
            </a:r>
            <a:r>
              <a:rPr lang="es-MX" sz="2000" dirty="0">
                <a:latin typeface="DM Sans" pitchFamily="2" charset="0"/>
              </a:rPr>
              <a:t> (AWS)</a:t>
            </a:r>
          </a:p>
          <a:p>
            <a:pPr marL="342900" lvl="0" indent="-342900" fontAlgn="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dirty="0">
                <a:latin typeface="DM Sans" pitchFamily="2" charset="0"/>
              </a:rPr>
              <a:t>Microsoft Azure</a:t>
            </a:r>
          </a:p>
          <a:p>
            <a:pPr marL="342900" lvl="0" indent="-342900" fontAlgn="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dirty="0">
                <a:latin typeface="DM Sans" pitchFamily="2" charset="0"/>
              </a:rPr>
              <a:t>Google Cloud </a:t>
            </a:r>
            <a:r>
              <a:rPr lang="es-MX" sz="2000" dirty="0" err="1">
                <a:latin typeface="DM Sans" pitchFamily="2" charset="0"/>
              </a:rPr>
              <a:t>Platform</a:t>
            </a:r>
            <a:r>
              <a:rPr lang="es-MX" sz="2000" dirty="0">
                <a:latin typeface="DM Sans" pitchFamily="2" charset="0"/>
              </a:rPr>
              <a:t> (GCP)</a:t>
            </a:r>
          </a:p>
          <a:p>
            <a:pPr lvl="0" fontAlgn="t"/>
            <a:endParaRPr lang="es-MX" sz="2000" dirty="0">
              <a:latin typeface="DM Sans" pitchFamily="2" charset="0"/>
            </a:endParaRPr>
          </a:p>
          <a:p>
            <a:pPr fontAlgn="t"/>
            <a:r>
              <a:rPr lang="es-MX" sz="2000" dirty="0">
                <a:latin typeface="DM Sans" pitchFamily="2" charset="0"/>
              </a:rPr>
              <a:t>Sectores que más utilizan la nube:</a:t>
            </a:r>
          </a:p>
          <a:p>
            <a:pPr marL="342900" lvl="0" indent="-342900" fontAlgn="t"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s-MX" sz="2000" dirty="0">
                <a:latin typeface="DM Sans" pitchFamily="2" charset="0"/>
              </a:rPr>
              <a:t>Educación</a:t>
            </a:r>
          </a:p>
          <a:p>
            <a:pPr marL="342900" lvl="0" indent="-342900" fontAlgn="t"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s-MX" sz="2000" dirty="0">
                <a:latin typeface="DM Sans" pitchFamily="2" charset="0"/>
              </a:rPr>
              <a:t>Salud</a:t>
            </a:r>
          </a:p>
          <a:p>
            <a:pPr marL="342900" lvl="0" indent="-342900" fontAlgn="t"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s-MX" sz="2000" dirty="0">
                <a:latin typeface="DM Sans" pitchFamily="2" charset="0"/>
              </a:rPr>
              <a:t>Gobierno</a:t>
            </a:r>
          </a:p>
          <a:p>
            <a:pPr marL="342900" lvl="0" indent="-342900" fontAlgn="t"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s-MX" sz="2000" dirty="0">
                <a:latin typeface="DM Sans" pitchFamily="2" charset="0"/>
              </a:rPr>
              <a:t>Finanzas</a:t>
            </a:r>
          </a:p>
          <a:p>
            <a:pPr marL="342900" lvl="0" indent="-342900" fontAlgn="t"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s-MX" sz="2000" dirty="0">
                <a:latin typeface="DM Sans" pitchFamily="2" charset="0"/>
              </a:rPr>
              <a:t>Comercio electrónico</a:t>
            </a:r>
          </a:p>
          <a:p>
            <a:pPr fontAlgn="t"/>
            <a:br>
              <a:rPr lang="es-MX" dirty="0"/>
            </a:br>
            <a:endParaRPr lang="es-MX" sz="2000" dirty="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347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>
          <a:extLst>
            <a:ext uri="{FF2B5EF4-FFF2-40B4-BE49-F238E27FC236}">
              <a16:creationId xmlns:a16="http://schemas.microsoft.com/office/drawing/2014/main" id="{1EE38AB7-53D6-DBA4-EA51-95095CC1F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0">
            <a:extLst>
              <a:ext uri="{FF2B5EF4-FFF2-40B4-BE49-F238E27FC236}">
                <a16:creationId xmlns:a16="http://schemas.microsoft.com/office/drawing/2014/main" id="{4D1B029B-8390-9515-9378-1DB3B89165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8981" y="-15940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2.1.3 Cómputo en la Nube en México y el Mundo</a:t>
            </a:r>
            <a:br>
              <a:rPr lang="es-MX" dirty="0"/>
            </a:br>
            <a:br>
              <a:rPr lang="es-MX" dirty="0"/>
            </a:br>
            <a:endParaRPr lang="es-MX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E727B15-005A-454B-A987-E1AB464FB6E9}"/>
              </a:ext>
            </a:extLst>
          </p:cNvPr>
          <p:cNvSpPr txBox="1"/>
          <p:nvPr/>
        </p:nvSpPr>
        <p:spPr>
          <a:xfrm>
            <a:off x="658981" y="1028357"/>
            <a:ext cx="7288873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t"/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Situación en México</a:t>
            </a:r>
          </a:p>
          <a:p>
            <a:pPr algn="just" fontAlgn="t"/>
            <a:r>
              <a:rPr lang="es-MX" sz="2000" dirty="0">
                <a:latin typeface="DM Sans" pitchFamily="2" charset="0"/>
              </a:rPr>
              <a:t>En México la adopción de la nube ha aumentado significativamente en los últimos años.</a:t>
            </a:r>
          </a:p>
          <a:p>
            <a:pPr algn="just" fontAlgn="t"/>
            <a:r>
              <a:rPr lang="es-MX" sz="2000" dirty="0">
                <a:latin typeface="DM Sans" pitchFamily="2" charset="0"/>
              </a:rPr>
              <a:t>Los principales factores son:</a:t>
            </a:r>
          </a:p>
          <a:p>
            <a:pPr marL="342900" lvl="0" indent="-342900" algn="just" fontAlgn="t">
              <a:buSzPct val="150000"/>
              <a:buFont typeface="Arial" panose="020B0604020202020204" pitchFamily="34" charset="0"/>
              <a:buChar char="•"/>
            </a:pPr>
            <a:r>
              <a:rPr lang="es-MX" sz="2000" dirty="0">
                <a:latin typeface="DM Sans" pitchFamily="2" charset="0"/>
              </a:rPr>
              <a:t>Digitalización de empresas</a:t>
            </a:r>
          </a:p>
          <a:p>
            <a:pPr marL="342900" lvl="0" indent="-342900" algn="just" fontAlgn="t">
              <a:buSzPct val="150000"/>
              <a:buFont typeface="Arial" panose="020B0604020202020204" pitchFamily="34" charset="0"/>
              <a:buChar char="•"/>
            </a:pPr>
            <a:r>
              <a:rPr lang="es-MX" sz="2000" dirty="0">
                <a:latin typeface="DM Sans" pitchFamily="2" charset="0"/>
              </a:rPr>
              <a:t>Trabajo remoto</a:t>
            </a:r>
          </a:p>
          <a:p>
            <a:pPr marL="342900" lvl="0" indent="-342900" algn="just" fontAlgn="t">
              <a:buSzPct val="150000"/>
              <a:buFont typeface="Arial" panose="020B0604020202020204" pitchFamily="34" charset="0"/>
              <a:buChar char="•"/>
            </a:pPr>
            <a:r>
              <a:rPr lang="es-MX" sz="2000" dirty="0">
                <a:latin typeface="DM Sans" pitchFamily="2" charset="0"/>
              </a:rPr>
              <a:t>Gobierno digital</a:t>
            </a:r>
          </a:p>
          <a:p>
            <a:pPr marL="342900" lvl="0" indent="-342900" algn="just" fontAlgn="t">
              <a:buSzPct val="150000"/>
              <a:buFont typeface="Arial" panose="020B0604020202020204" pitchFamily="34" charset="0"/>
              <a:buChar char="•"/>
            </a:pPr>
            <a:r>
              <a:rPr lang="es-MX" sz="2000" dirty="0">
                <a:latin typeface="DM Sans" pitchFamily="2" charset="0"/>
              </a:rPr>
              <a:t>Crecimiento del comercio electrónico</a:t>
            </a:r>
          </a:p>
          <a:p>
            <a:pPr algn="just" fontAlgn="t"/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Aplicaciones en México</a:t>
            </a:r>
          </a:p>
          <a:p>
            <a:pPr algn="just" fontAlgn="t"/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Gobierno</a:t>
            </a:r>
          </a:p>
          <a:p>
            <a:pPr marL="342900" lvl="0" indent="-342900" algn="just" fontAlgn="t">
              <a:buSzPct val="150000"/>
              <a:buFont typeface="Arial" panose="020B0604020202020204" pitchFamily="34" charset="0"/>
              <a:buChar char="•"/>
            </a:pPr>
            <a:r>
              <a:rPr lang="es-MX" sz="2000" dirty="0">
                <a:latin typeface="DM Sans" pitchFamily="2" charset="0"/>
              </a:rPr>
              <a:t>Trámites digitales</a:t>
            </a:r>
          </a:p>
          <a:p>
            <a:pPr marL="342900" lvl="0" indent="-342900" algn="just" fontAlgn="t">
              <a:buSzPct val="150000"/>
              <a:buFont typeface="Arial" panose="020B0604020202020204" pitchFamily="34" charset="0"/>
              <a:buChar char="•"/>
            </a:pPr>
            <a:r>
              <a:rPr lang="es-MX" sz="2000" dirty="0">
                <a:latin typeface="DM Sans" pitchFamily="2" charset="0"/>
              </a:rPr>
              <a:t>Plataformas gubernamentales</a:t>
            </a:r>
          </a:p>
          <a:p>
            <a:pPr algn="just" fontAlgn="t"/>
            <a:br>
              <a:rPr lang="es-MX" dirty="0"/>
            </a:br>
            <a:endParaRPr lang="es-MX" sz="2000" dirty="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092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>
          <a:extLst>
            <a:ext uri="{FF2B5EF4-FFF2-40B4-BE49-F238E27FC236}">
              <a16:creationId xmlns:a16="http://schemas.microsoft.com/office/drawing/2014/main" id="{E2E1D89F-1AAD-EEB1-DA69-460B34326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0">
            <a:extLst>
              <a:ext uri="{FF2B5EF4-FFF2-40B4-BE49-F238E27FC236}">
                <a16:creationId xmlns:a16="http://schemas.microsoft.com/office/drawing/2014/main" id="{78F08EC6-4736-13BA-328D-A8C1C6FEE7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8981" y="-15940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2.1.3 Cómputo en la Nube en México y el Mundo</a:t>
            </a:r>
            <a:br>
              <a:rPr lang="es-MX" dirty="0"/>
            </a:br>
            <a:br>
              <a:rPr lang="es-MX" dirty="0"/>
            </a:br>
            <a:endParaRPr lang="es-MX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F3F7B49-6724-8259-CBE3-EDD37412F639}"/>
              </a:ext>
            </a:extLst>
          </p:cNvPr>
          <p:cNvSpPr txBox="1"/>
          <p:nvPr/>
        </p:nvSpPr>
        <p:spPr>
          <a:xfrm>
            <a:off x="658981" y="1012858"/>
            <a:ext cx="7288873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Educación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000" dirty="0">
                <a:latin typeface="DM Sans" pitchFamily="2" charset="0"/>
              </a:rPr>
              <a:t>Microsoft 365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000" dirty="0">
                <a:latin typeface="DM Sans" pitchFamily="2" charset="0"/>
              </a:rPr>
              <a:t>Google </a:t>
            </a:r>
            <a:r>
              <a:rPr lang="es-MX" sz="2000" dirty="0" err="1">
                <a:latin typeface="DM Sans" pitchFamily="2" charset="0"/>
              </a:rPr>
              <a:t>Workspace</a:t>
            </a:r>
            <a:endParaRPr lang="es-MX" sz="2000" dirty="0">
              <a:latin typeface="DM Sans" pitchFamily="2" charset="0"/>
            </a:endParaRP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000" dirty="0">
                <a:latin typeface="DM Sans" pitchFamily="2" charset="0"/>
              </a:rPr>
              <a:t>Plataformas de aprendizaje virtual</a:t>
            </a:r>
          </a:p>
          <a:p>
            <a:pPr fontAlgn="t"/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Empresas</a:t>
            </a:r>
          </a:p>
          <a:p>
            <a:pPr marL="34290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000" dirty="0">
                <a:latin typeface="DM Sans" pitchFamily="2" charset="0"/>
              </a:rPr>
              <a:t>Sistemas ERP</a:t>
            </a:r>
          </a:p>
          <a:p>
            <a:pPr marL="34290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000" dirty="0">
                <a:latin typeface="DM Sans" pitchFamily="2" charset="0"/>
              </a:rPr>
              <a:t>Bases de datos</a:t>
            </a:r>
          </a:p>
          <a:p>
            <a:pPr marL="34290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000" dirty="0">
                <a:latin typeface="DM Sans" pitchFamily="2" charset="0"/>
              </a:rPr>
              <a:t>Comercio electrónico</a:t>
            </a:r>
          </a:p>
          <a:p>
            <a:pPr fontAlgn="t"/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Salud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000" dirty="0">
                <a:latin typeface="DM Sans" pitchFamily="2" charset="0"/>
              </a:rPr>
              <a:t>Expedientes clínicos electrónicos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000" dirty="0">
                <a:latin typeface="DM Sans" pitchFamily="2" charset="0"/>
              </a:rPr>
              <a:t>Telemedicina</a:t>
            </a:r>
          </a:p>
          <a:p>
            <a:pPr algn="just" fontAlgn="t"/>
            <a:br>
              <a:rPr lang="es-MX" dirty="0"/>
            </a:br>
            <a:endParaRPr lang="es-MX" sz="2000" dirty="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27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>
          <a:extLst>
            <a:ext uri="{FF2B5EF4-FFF2-40B4-BE49-F238E27FC236}">
              <a16:creationId xmlns:a16="http://schemas.microsoft.com/office/drawing/2014/main" id="{29B93A76-D72D-013C-FDEE-C5BB3D895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0">
            <a:extLst>
              <a:ext uri="{FF2B5EF4-FFF2-40B4-BE49-F238E27FC236}">
                <a16:creationId xmlns:a16="http://schemas.microsoft.com/office/drawing/2014/main" id="{426AEEEA-3DDA-44A2-35E4-B8497CFE2F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8981" y="-15940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2.1.3 Cómputo en la Nube en México y el Mundo</a:t>
            </a:r>
            <a:br>
              <a:rPr lang="es-MX" dirty="0"/>
            </a:br>
            <a:br>
              <a:rPr lang="es-MX" dirty="0"/>
            </a:br>
            <a:endParaRPr lang="es-MX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972B52A-904E-EFEE-576D-B506529393AC}"/>
              </a:ext>
            </a:extLst>
          </p:cNvPr>
          <p:cNvSpPr txBox="1"/>
          <p:nvPr/>
        </p:nvSpPr>
        <p:spPr>
          <a:xfrm>
            <a:off x="658981" y="1136845"/>
            <a:ext cx="7288873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Retos para México</a:t>
            </a:r>
          </a:p>
          <a:p>
            <a:pPr fontAlgn="t"/>
            <a:r>
              <a:rPr lang="es-MX" sz="2000" dirty="0">
                <a:latin typeface="DM Sans" pitchFamily="2" charset="0"/>
              </a:rPr>
              <a:t>A pesar del crecimiento, existen desafíos importantes: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000" dirty="0">
                <a:latin typeface="DM Sans" pitchFamily="2" charset="0"/>
              </a:rPr>
              <a:t>Brecha digital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000" dirty="0">
                <a:latin typeface="DM Sans" pitchFamily="2" charset="0"/>
              </a:rPr>
              <a:t>Acceso desigual a Internet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000" dirty="0">
                <a:latin typeface="DM Sans" pitchFamily="2" charset="0"/>
              </a:rPr>
              <a:t>Capacitación tecnológica</a:t>
            </a:r>
          </a:p>
          <a:p>
            <a:pPr marL="342900" lvl="0" indent="-342900" fontAlgn="t">
              <a:buSzPct val="150000"/>
              <a:buFont typeface="Arial" panose="020B0604020202020204" pitchFamily="34" charset="0"/>
              <a:buChar char="•"/>
            </a:pPr>
            <a:r>
              <a:rPr lang="es-MX" sz="2000" dirty="0">
                <a:latin typeface="DM Sans" pitchFamily="2" charset="0"/>
              </a:rPr>
              <a:t>Seguridad informática</a:t>
            </a:r>
          </a:p>
          <a:p>
            <a:pPr algn="just" fontAlgn="t"/>
            <a:br>
              <a:rPr lang="es-MX" dirty="0"/>
            </a:br>
            <a:endParaRPr lang="es-MX" sz="2000" dirty="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8219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>
          <a:extLst>
            <a:ext uri="{FF2B5EF4-FFF2-40B4-BE49-F238E27FC236}">
              <a16:creationId xmlns:a16="http://schemas.microsoft.com/office/drawing/2014/main" id="{B28D6366-E74B-D096-C96D-3ED112113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0">
            <a:extLst>
              <a:ext uri="{FF2B5EF4-FFF2-40B4-BE49-F238E27FC236}">
                <a16:creationId xmlns:a16="http://schemas.microsoft.com/office/drawing/2014/main" id="{6D93E25A-0B09-1956-9650-6B54B8B635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8981" y="-15940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2.1.3 Cómputo en la Nube en México y el Mundo</a:t>
            </a:r>
            <a:br>
              <a:rPr lang="es-MX" dirty="0"/>
            </a:br>
            <a:br>
              <a:rPr lang="es-MX" dirty="0"/>
            </a:br>
            <a:endParaRPr lang="es-MX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C5C5C2E-470F-9DCB-26E8-FCC53403E415}"/>
              </a:ext>
            </a:extLst>
          </p:cNvPr>
          <p:cNvSpPr txBox="1"/>
          <p:nvPr/>
        </p:nvSpPr>
        <p:spPr>
          <a:xfrm>
            <a:off x="658981" y="934622"/>
            <a:ext cx="7288873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s-MX" sz="2000" b="1" dirty="0">
                <a:latin typeface="Baloo 2 ExtraBold" panose="020B0604020202020204" charset="0"/>
                <a:cs typeface="Baloo 2 ExtraBold" panose="020B0604020202020204" charset="0"/>
              </a:rPr>
              <a:t>Ejemplos </a:t>
            </a:r>
          </a:p>
          <a:p>
            <a:pPr fontAlgn="t"/>
            <a:endParaRPr lang="es-MX" dirty="0"/>
          </a:p>
          <a:p>
            <a:pPr algn="just" fontAlgn="t"/>
            <a:r>
              <a:rPr lang="es-MX" b="1" dirty="0">
                <a:latin typeface="DM Sans" pitchFamily="2" charset="0"/>
              </a:rPr>
              <a:t>SAT (México)</a:t>
            </a:r>
          </a:p>
          <a:p>
            <a:pPr algn="just" fontAlgn="t"/>
            <a:r>
              <a:rPr lang="es-MX" dirty="0">
                <a:latin typeface="DM Sans" pitchFamily="2" charset="0"/>
              </a:rPr>
              <a:t>El Servicio de Administración Tributaria (SAT) permite a los contribuyentes realizar trámites en línea, presentar declaraciones y consultar información fiscal desde cualquier lugar con acceso a Internet. Estos servicios se apoyan en tecnologías de cómputo en la nube para almacenar y procesar grandes volúmenes de información de manera segura.</a:t>
            </a:r>
          </a:p>
          <a:p>
            <a:pPr algn="just" fontAlgn="t"/>
            <a:endParaRPr lang="es-MX" b="1" dirty="0">
              <a:latin typeface="DM Sans" pitchFamily="2" charset="0"/>
            </a:endParaRPr>
          </a:p>
          <a:p>
            <a:pPr algn="just" fontAlgn="t"/>
            <a:r>
              <a:rPr lang="es-MX" b="1" dirty="0">
                <a:latin typeface="DM Sans" pitchFamily="2" charset="0"/>
              </a:rPr>
              <a:t>BBVA México</a:t>
            </a:r>
          </a:p>
          <a:p>
            <a:pPr algn="just" fontAlgn="t"/>
            <a:r>
              <a:rPr lang="es-MX" dirty="0">
                <a:latin typeface="DM Sans" pitchFamily="2" charset="0"/>
              </a:rPr>
              <a:t>BBVA México utiliza servicios en la nube para ofrecer banca digital, permitiendo que los clientes consulten saldos, realicen transferencias y paguen servicios desde sus teléfonos móviles sin necesidad de acudir a una sucursal.</a:t>
            </a:r>
          </a:p>
          <a:p>
            <a:pPr algn="just" fontAlgn="t"/>
            <a:endParaRPr lang="es-MX" b="1" dirty="0">
              <a:latin typeface="DM Sans" pitchFamily="2" charset="0"/>
            </a:endParaRPr>
          </a:p>
          <a:p>
            <a:pPr algn="just" fontAlgn="t"/>
            <a:r>
              <a:rPr lang="es-MX" b="1" dirty="0">
                <a:latin typeface="DM Sans" pitchFamily="2" charset="0"/>
              </a:rPr>
              <a:t>Mercado Libre México</a:t>
            </a:r>
          </a:p>
          <a:p>
            <a:pPr algn="just" fontAlgn="t"/>
            <a:r>
              <a:rPr lang="es-MX" dirty="0">
                <a:latin typeface="DM Sans" pitchFamily="2" charset="0"/>
              </a:rPr>
              <a:t>Durante eventos como el Buen Fin, Mercado Libre utiliza infraestructura en la nube para soportar el aumento masivo de usuarios y transacciones, ajustando sus recursos de manera automática según la demanda.</a:t>
            </a:r>
          </a:p>
          <a:p>
            <a:pPr fontAlgn="t"/>
            <a:br>
              <a:rPr lang="es-MX" dirty="0"/>
            </a:br>
            <a:endParaRPr lang="es-MX" sz="2000" dirty="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5715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9">
          <a:extLst>
            <a:ext uri="{FF2B5EF4-FFF2-40B4-BE49-F238E27FC236}">
              <a16:creationId xmlns:a16="http://schemas.microsoft.com/office/drawing/2014/main" id="{A7DFEB48-F61E-E7E2-07D5-2C12875D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37">
            <a:extLst>
              <a:ext uri="{FF2B5EF4-FFF2-40B4-BE49-F238E27FC236}">
                <a16:creationId xmlns:a16="http://schemas.microsoft.com/office/drawing/2014/main" id="{780D4B93-F82D-954F-E052-D004DD76E9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12423" y="1600541"/>
            <a:ext cx="3858775" cy="107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sz="3200" b="1" dirty="0">
                <a:solidFill>
                  <a:schemeClr val="accent1">
                    <a:lumMod val="25000"/>
                  </a:schemeClr>
                </a:solidFill>
              </a:rPr>
              <a:t>Actividad</a:t>
            </a:r>
            <a:endParaRPr sz="3200" dirty="0">
              <a:solidFill>
                <a:schemeClr val="accent1">
                  <a:lumMod val="25000"/>
                </a:schemeClr>
              </a:solidFill>
            </a:endParaRPr>
          </a:p>
        </p:txBody>
      </p:sp>
      <p:grpSp>
        <p:nvGrpSpPr>
          <p:cNvPr id="1082" name="Google Shape;1082;p37">
            <a:extLst>
              <a:ext uri="{FF2B5EF4-FFF2-40B4-BE49-F238E27FC236}">
                <a16:creationId xmlns:a16="http://schemas.microsoft.com/office/drawing/2014/main" id="{97E20E66-3F2F-BDEE-CBD7-D87CD41176C6}"/>
              </a:ext>
            </a:extLst>
          </p:cNvPr>
          <p:cNvGrpSpPr/>
          <p:nvPr/>
        </p:nvGrpSpPr>
        <p:grpSpPr>
          <a:xfrm>
            <a:off x="1137536" y="699006"/>
            <a:ext cx="3412448" cy="3413484"/>
            <a:chOff x="1017285" y="809699"/>
            <a:chExt cx="3497794" cy="3498857"/>
          </a:xfrm>
        </p:grpSpPr>
        <p:sp>
          <p:nvSpPr>
            <p:cNvPr id="1083" name="Google Shape;1083;p37">
              <a:extLst>
                <a:ext uri="{FF2B5EF4-FFF2-40B4-BE49-F238E27FC236}">
                  <a16:creationId xmlns:a16="http://schemas.microsoft.com/office/drawing/2014/main" id="{0C1C50FC-B8F8-1644-2848-3780BCD14102}"/>
                </a:ext>
              </a:extLst>
            </p:cNvPr>
            <p:cNvSpPr/>
            <p:nvPr/>
          </p:nvSpPr>
          <p:spPr>
            <a:xfrm>
              <a:off x="3785701" y="2959800"/>
              <a:ext cx="483175" cy="476826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rgbClr val="FF7A7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37">
              <a:extLst>
                <a:ext uri="{FF2B5EF4-FFF2-40B4-BE49-F238E27FC236}">
                  <a16:creationId xmlns:a16="http://schemas.microsoft.com/office/drawing/2014/main" id="{93F98737-4744-6F42-19A8-7B6B55F1F91E}"/>
                </a:ext>
              </a:extLst>
            </p:cNvPr>
            <p:cNvSpPr/>
            <p:nvPr/>
          </p:nvSpPr>
          <p:spPr>
            <a:xfrm>
              <a:off x="4506379" y="2776855"/>
              <a:ext cx="8700" cy="2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37">
              <a:extLst>
                <a:ext uri="{FF2B5EF4-FFF2-40B4-BE49-F238E27FC236}">
                  <a16:creationId xmlns:a16="http://schemas.microsoft.com/office/drawing/2014/main" id="{AB559FE1-A7CE-BC16-D486-626E19CA4F36}"/>
                </a:ext>
              </a:extLst>
            </p:cNvPr>
            <p:cNvSpPr/>
            <p:nvPr/>
          </p:nvSpPr>
          <p:spPr>
            <a:xfrm>
              <a:off x="4506379" y="2776855"/>
              <a:ext cx="8700" cy="2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86" name="Google Shape;1086;p37">
              <a:extLst>
                <a:ext uri="{FF2B5EF4-FFF2-40B4-BE49-F238E27FC236}">
                  <a16:creationId xmlns:a16="http://schemas.microsoft.com/office/drawing/2014/main" id="{B91CDF24-684C-0C9F-93FC-4536CD2FC72E}"/>
                </a:ext>
              </a:extLst>
            </p:cNvPr>
            <p:cNvGrpSpPr/>
            <p:nvPr/>
          </p:nvGrpSpPr>
          <p:grpSpPr>
            <a:xfrm>
              <a:off x="2291675" y="1423158"/>
              <a:ext cx="2214703" cy="1379528"/>
              <a:chOff x="2291675" y="1423158"/>
              <a:chExt cx="2214703" cy="1379528"/>
            </a:xfrm>
          </p:grpSpPr>
          <p:sp>
            <p:nvSpPr>
              <p:cNvPr id="1087" name="Google Shape;1087;p37">
                <a:extLst>
                  <a:ext uri="{FF2B5EF4-FFF2-40B4-BE49-F238E27FC236}">
                    <a16:creationId xmlns:a16="http://schemas.microsoft.com/office/drawing/2014/main" id="{1E485805-EA64-A65C-3B85-C34B965D739F}"/>
                  </a:ext>
                </a:extLst>
              </p:cNvPr>
              <p:cNvSpPr/>
              <p:nvPr/>
            </p:nvSpPr>
            <p:spPr>
              <a:xfrm>
                <a:off x="2291675" y="1423158"/>
                <a:ext cx="2214703" cy="1379528"/>
              </a:xfrm>
              <a:custGeom>
                <a:avLst/>
                <a:gdLst/>
                <a:ahLst/>
                <a:cxnLst/>
                <a:rect l="l" t="t" r="r" b="b"/>
                <a:pathLst>
                  <a:path w="2533" h="1577" extrusionOk="0">
                    <a:moveTo>
                      <a:pt x="47" y="0"/>
                    </a:moveTo>
                    <a:cubicBezTo>
                      <a:pt x="2485" y="0"/>
                      <a:pt x="2485" y="0"/>
                      <a:pt x="2485" y="0"/>
                    </a:cubicBezTo>
                    <a:cubicBezTo>
                      <a:pt x="2512" y="0"/>
                      <a:pt x="2533" y="21"/>
                      <a:pt x="2533" y="48"/>
                    </a:cubicBezTo>
                    <a:cubicBezTo>
                      <a:pt x="2533" y="1577"/>
                      <a:pt x="2533" y="1577"/>
                      <a:pt x="2533" y="1577"/>
                    </a:cubicBezTo>
                    <a:cubicBezTo>
                      <a:pt x="0" y="1577"/>
                      <a:pt x="0" y="1577"/>
                      <a:pt x="0" y="1577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21"/>
                      <a:pt x="21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8" name="Google Shape;1088;p37">
                <a:extLst>
                  <a:ext uri="{FF2B5EF4-FFF2-40B4-BE49-F238E27FC236}">
                    <a16:creationId xmlns:a16="http://schemas.microsoft.com/office/drawing/2014/main" id="{75050D80-AA05-262C-6E1B-10019D669797}"/>
                  </a:ext>
                </a:extLst>
              </p:cNvPr>
              <p:cNvSpPr/>
              <p:nvPr/>
            </p:nvSpPr>
            <p:spPr>
              <a:xfrm>
                <a:off x="3273351" y="2692523"/>
                <a:ext cx="262800" cy="46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9" name="Google Shape;1089;p37">
                <a:extLst>
                  <a:ext uri="{FF2B5EF4-FFF2-40B4-BE49-F238E27FC236}">
                    <a16:creationId xmlns:a16="http://schemas.microsoft.com/office/drawing/2014/main" id="{F40BBFF2-3318-EDDE-7172-51009151119D}"/>
                  </a:ext>
                </a:extLst>
              </p:cNvPr>
              <p:cNvSpPr/>
              <p:nvPr/>
            </p:nvSpPr>
            <p:spPr>
              <a:xfrm>
                <a:off x="2291675" y="2776855"/>
                <a:ext cx="2214600" cy="25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0" name="Google Shape;1090;p37">
                <a:extLst>
                  <a:ext uri="{FF2B5EF4-FFF2-40B4-BE49-F238E27FC236}">
                    <a16:creationId xmlns:a16="http://schemas.microsoft.com/office/drawing/2014/main" id="{A50DC720-E6AB-484A-F2AA-0A4226CAE9C4}"/>
                  </a:ext>
                </a:extLst>
              </p:cNvPr>
              <p:cNvSpPr/>
              <p:nvPr/>
            </p:nvSpPr>
            <p:spPr>
              <a:xfrm>
                <a:off x="2368209" y="1492996"/>
                <a:ext cx="2061633" cy="1161406"/>
              </a:xfrm>
              <a:custGeom>
                <a:avLst/>
                <a:gdLst/>
                <a:ahLst/>
                <a:cxnLst/>
                <a:rect l="l" t="t" r="r" b="b"/>
                <a:pathLst>
                  <a:path w="2357" h="1328" extrusionOk="0">
                    <a:moveTo>
                      <a:pt x="24" y="0"/>
                    </a:moveTo>
                    <a:cubicBezTo>
                      <a:pt x="2333" y="0"/>
                      <a:pt x="2333" y="0"/>
                      <a:pt x="2333" y="0"/>
                    </a:cubicBezTo>
                    <a:cubicBezTo>
                      <a:pt x="2346" y="0"/>
                      <a:pt x="2357" y="10"/>
                      <a:pt x="2357" y="23"/>
                    </a:cubicBezTo>
                    <a:cubicBezTo>
                      <a:pt x="2357" y="1304"/>
                      <a:pt x="2357" y="1304"/>
                      <a:pt x="2357" y="1304"/>
                    </a:cubicBezTo>
                    <a:cubicBezTo>
                      <a:pt x="2357" y="1318"/>
                      <a:pt x="2346" y="1328"/>
                      <a:pt x="2333" y="1328"/>
                    </a:cubicBezTo>
                    <a:cubicBezTo>
                      <a:pt x="24" y="1328"/>
                      <a:pt x="24" y="1328"/>
                      <a:pt x="24" y="1328"/>
                    </a:cubicBezTo>
                    <a:cubicBezTo>
                      <a:pt x="10" y="1328"/>
                      <a:pt x="0" y="1318"/>
                      <a:pt x="0" y="1304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10"/>
                      <a:pt x="10" y="0"/>
                      <a:pt x="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1" name="Google Shape;1091;p37">
                <a:extLst>
                  <a:ext uri="{FF2B5EF4-FFF2-40B4-BE49-F238E27FC236}">
                    <a16:creationId xmlns:a16="http://schemas.microsoft.com/office/drawing/2014/main" id="{53BF3D4C-AA40-2F93-449D-AF003F01CEFA}"/>
                  </a:ext>
                </a:extLst>
              </p:cNvPr>
              <p:cNvSpPr/>
              <p:nvPr/>
            </p:nvSpPr>
            <p:spPr>
              <a:xfrm>
                <a:off x="2990048" y="1492996"/>
                <a:ext cx="1171927" cy="1161406"/>
              </a:xfrm>
              <a:custGeom>
                <a:avLst/>
                <a:gdLst/>
                <a:ahLst/>
                <a:cxnLst/>
                <a:rect l="l" t="t" r="r" b="b"/>
                <a:pathLst>
                  <a:path w="1225" h="1214" extrusionOk="0">
                    <a:moveTo>
                      <a:pt x="0" y="1214"/>
                    </a:moveTo>
                    <a:lnTo>
                      <a:pt x="416" y="1214"/>
                    </a:lnTo>
                    <a:lnTo>
                      <a:pt x="1225" y="0"/>
                    </a:lnTo>
                    <a:lnTo>
                      <a:pt x="808" y="0"/>
                    </a:lnTo>
                    <a:lnTo>
                      <a:pt x="0" y="121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2" name="Google Shape;1092;p37">
                <a:extLst>
                  <a:ext uri="{FF2B5EF4-FFF2-40B4-BE49-F238E27FC236}">
                    <a16:creationId xmlns:a16="http://schemas.microsoft.com/office/drawing/2014/main" id="{8E36DBE4-B8BE-1AA9-FFCF-3ADDA7FDD01F}"/>
                  </a:ext>
                </a:extLst>
              </p:cNvPr>
              <p:cNvSpPr/>
              <p:nvPr/>
            </p:nvSpPr>
            <p:spPr>
              <a:xfrm>
                <a:off x="2648515" y="1492996"/>
                <a:ext cx="971982" cy="1161406"/>
              </a:xfrm>
              <a:custGeom>
                <a:avLst/>
                <a:gdLst/>
                <a:ahLst/>
                <a:cxnLst/>
                <a:rect l="l" t="t" r="r" b="b"/>
                <a:pathLst>
                  <a:path w="1016" h="1214" extrusionOk="0">
                    <a:moveTo>
                      <a:pt x="0" y="1214"/>
                    </a:moveTo>
                    <a:lnTo>
                      <a:pt x="208" y="1214"/>
                    </a:lnTo>
                    <a:lnTo>
                      <a:pt x="1016" y="0"/>
                    </a:lnTo>
                    <a:lnTo>
                      <a:pt x="809" y="0"/>
                    </a:lnTo>
                    <a:lnTo>
                      <a:pt x="0" y="121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3" name="Google Shape;1093;p37">
              <a:extLst>
                <a:ext uri="{FF2B5EF4-FFF2-40B4-BE49-F238E27FC236}">
                  <a16:creationId xmlns:a16="http://schemas.microsoft.com/office/drawing/2014/main" id="{DDCE25E0-7E66-AB62-C143-EF1DF2CA2A5D}"/>
                </a:ext>
              </a:extLst>
            </p:cNvPr>
            <p:cNvGrpSpPr/>
            <p:nvPr/>
          </p:nvGrpSpPr>
          <p:grpSpPr>
            <a:xfrm flipH="1">
              <a:off x="1017285" y="1615136"/>
              <a:ext cx="1176885" cy="2693420"/>
              <a:chOff x="1553545" y="1817994"/>
              <a:chExt cx="1123518" cy="2571284"/>
            </a:xfrm>
          </p:grpSpPr>
          <p:grpSp>
            <p:nvGrpSpPr>
              <p:cNvPr id="1094" name="Google Shape;1094;p37">
                <a:extLst>
                  <a:ext uri="{FF2B5EF4-FFF2-40B4-BE49-F238E27FC236}">
                    <a16:creationId xmlns:a16="http://schemas.microsoft.com/office/drawing/2014/main" id="{F126F478-9CEB-B12D-13AA-B5338106977B}"/>
                  </a:ext>
                </a:extLst>
              </p:cNvPr>
              <p:cNvGrpSpPr/>
              <p:nvPr/>
            </p:nvGrpSpPr>
            <p:grpSpPr>
              <a:xfrm>
                <a:off x="1553545" y="1817994"/>
                <a:ext cx="1123518" cy="2571284"/>
                <a:chOff x="1553545" y="1817994"/>
                <a:chExt cx="1123518" cy="2571284"/>
              </a:xfrm>
            </p:grpSpPr>
            <p:sp>
              <p:nvSpPr>
                <p:cNvPr id="1095" name="Google Shape;1095;p37">
                  <a:extLst>
                    <a:ext uri="{FF2B5EF4-FFF2-40B4-BE49-F238E27FC236}">
                      <a16:creationId xmlns:a16="http://schemas.microsoft.com/office/drawing/2014/main" id="{DB563573-5CFB-BE51-2221-FDD1A9816B78}"/>
                    </a:ext>
                  </a:extLst>
                </p:cNvPr>
                <p:cNvSpPr/>
                <p:nvPr/>
              </p:nvSpPr>
              <p:spPr>
                <a:xfrm>
                  <a:off x="1553545" y="2564602"/>
                  <a:ext cx="350879" cy="1623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879" h="162321" extrusionOk="0">
                      <a:moveTo>
                        <a:pt x="350880" y="72485"/>
                      </a:moveTo>
                      <a:cubicBezTo>
                        <a:pt x="320971" y="49244"/>
                        <a:pt x="291634" y="25146"/>
                        <a:pt x="263154" y="0"/>
                      </a:cubicBezTo>
                      <a:lnTo>
                        <a:pt x="154188" y="57912"/>
                      </a:lnTo>
                      <a:lnTo>
                        <a:pt x="146283" y="61531"/>
                      </a:lnTo>
                      <a:cubicBezTo>
                        <a:pt x="145616" y="62103"/>
                        <a:pt x="144854" y="62674"/>
                        <a:pt x="144187" y="63246"/>
                      </a:cubicBezTo>
                      <a:lnTo>
                        <a:pt x="133519" y="68866"/>
                      </a:lnTo>
                      <a:cubicBezTo>
                        <a:pt x="132567" y="69247"/>
                        <a:pt x="131805" y="69818"/>
                        <a:pt x="131043" y="70485"/>
                      </a:cubicBezTo>
                      <a:cubicBezTo>
                        <a:pt x="118184" y="73628"/>
                        <a:pt x="49604" y="90869"/>
                        <a:pt x="39412" y="98298"/>
                      </a:cubicBezTo>
                      <a:cubicBezTo>
                        <a:pt x="22077" y="102203"/>
                        <a:pt x="1788" y="107251"/>
                        <a:pt x="74" y="111442"/>
                      </a:cubicBezTo>
                      <a:cubicBezTo>
                        <a:pt x="-2212" y="117157"/>
                        <a:pt x="49223" y="113824"/>
                        <a:pt x="62558" y="114300"/>
                      </a:cubicBezTo>
                      <a:lnTo>
                        <a:pt x="65034" y="115633"/>
                      </a:lnTo>
                      <a:cubicBezTo>
                        <a:pt x="60939" y="118777"/>
                        <a:pt x="37317" y="126873"/>
                        <a:pt x="37317" y="126873"/>
                      </a:cubicBezTo>
                      <a:cubicBezTo>
                        <a:pt x="36174" y="127349"/>
                        <a:pt x="3503" y="140779"/>
                        <a:pt x="8646" y="145066"/>
                      </a:cubicBezTo>
                      <a:cubicBezTo>
                        <a:pt x="13790" y="149447"/>
                        <a:pt x="87323" y="125063"/>
                        <a:pt x="71892" y="130302"/>
                      </a:cubicBezTo>
                      <a:cubicBezTo>
                        <a:pt x="70845" y="130683"/>
                        <a:pt x="9408" y="148209"/>
                        <a:pt x="15123" y="155829"/>
                      </a:cubicBezTo>
                      <a:cubicBezTo>
                        <a:pt x="18933" y="160877"/>
                        <a:pt x="73702" y="144113"/>
                        <a:pt x="76274" y="144685"/>
                      </a:cubicBezTo>
                      <a:cubicBezTo>
                        <a:pt x="78846" y="145256"/>
                        <a:pt x="29697" y="154972"/>
                        <a:pt x="34173" y="161449"/>
                      </a:cubicBezTo>
                      <a:cubicBezTo>
                        <a:pt x="36174" y="164211"/>
                        <a:pt x="60748" y="159734"/>
                        <a:pt x="68749" y="157448"/>
                      </a:cubicBezTo>
                      <a:cubicBezTo>
                        <a:pt x="75702" y="155448"/>
                        <a:pt x="98277" y="149542"/>
                        <a:pt x="133233" y="138113"/>
                      </a:cubicBezTo>
                      <a:cubicBezTo>
                        <a:pt x="172476" y="129254"/>
                        <a:pt x="266774" y="106013"/>
                        <a:pt x="350880" y="72485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6" name="Google Shape;1096;p37">
                  <a:extLst>
                    <a:ext uri="{FF2B5EF4-FFF2-40B4-BE49-F238E27FC236}">
                      <a16:creationId xmlns:a16="http://schemas.microsoft.com/office/drawing/2014/main" id="{C6AB91D3-AB24-43AD-4BA8-0869BA8E20DA}"/>
                    </a:ext>
                  </a:extLst>
                </p:cNvPr>
                <p:cNvSpPr/>
                <p:nvPr/>
              </p:nvSpPr>
              <p:spPr>
                <a:xfrm>
                  <a:off x="1786988" y="2224592"/>
                  <a:ext cx="307186" cy="437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186" h="437982" extrusionOk="0">
                      <a:moveTo>
                        <a:pt x="206026" y="37552"/>
                      </a:moveTo>
                      <a:cubicBezTo>
                        <a:pt x="183070" y="84415"/>
                        <a:pt x="98965" y="280725"/>
                        <a:pt x="98965" y="280725"/>
                      </a:cubicBezTo>
                      <a:lnTo>
                        <a:pt x="0" y="336066"/>
                      </a:lnTo>
                      <a:lnTo>
                        <a:pt x="65532" y="437983"/>
                      </a:lnTo>
                      <a:cubicBezTo>
                        <a:pt x="65532" y="437983"/>
                        <a:pt x="158687" y="416171"/>
                        <a:pt x="205264" y="373880"/>
                      </a:cubicBezTo>
                      <a:cubicBezTo>
                        <a:pt x="250222" y="333208"/>
                        <a:pt x="307848" y="64984"/>
                        <a:pt x="307181" y="976"/>
                      </a:cubicBezTo>
                      <a:cubicBezTo>
                        <a:pt x="307181" y="976"/>
                        <a:pt x="228981" y="-9406"/>
                        <a:pt x="206026" y="3755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7" name="Google Shape;1097;p37">
                  <a:extLst>
                    <a:ext uri="{FF2B5EF4-FFF2-40B4-BE49-F238E27FC236}">
                      <a16:creationId xmlns:a16="http://schemas.microsoft.com/office/drawing/2014/main" id="{90B92197-250E-A2C2-9418-1ECC5F7FB50D}"/>
                    </a:ext>
                  </a:extLst>
                </p:cNvPr>
                <p:cNvSpPr/>
                <p:nvPr/>
              </p:nvSpPr>
              <p:spPr>
                <a:xfrm>
                  <a:off x="2049592" y="2091170"/>
                  <a:ext cx="99441" cy="99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41" h="99441" extrusionOk="0">
                      <a:moveTo>
                        <a:pt x="49721" y="99441"/>
                      </a:moveTo>
                      <a:cubicBezTo>
                        <a:pt x="22289" y="99441"/>
                        <a:pt x="0" y="77153"/>
                        <a:pt x="0" y="49721"/>
                      </a:cubicBezTo>
                      <a:cubicBezTo>
                        <a:pt x="0" y="22288"/>
                        <a:pt x="22289" y="0"/>
                        <a:pt x="49721" y="0"/>
                      </a:cubicBezTo>
                      <a:cubicBezTo>
                        <a:pt x="77153" y="0"/>
                        <a:pt x="99441" y="22288"/>
                        <a:pt x="99441" y="49721"/>
                      </a:cubicBezTo>
                      <a:cubicBezTo>
                        <a:pt x="99441" y="77153"/>
                        <a:pt x="77057" y="99441"/>
                        <a:pt x="49721" y="99441"/>
                      </a:cubicBezTo>
                      <a:close/>
                      <a:moveTo>
                        <a:pt x="49721" y="4477"/>
                      </a:moveTo>
                      <a:cubicBezTo>
                        <a:pt x="24765" y="4477"/>
                        <a:pt x="4382" y="24765"/>
                        <a:pt x="4382" y="49816"/>
                      </a:cubicBezTo>
                      <a:cubicBezTo>
                        <a:pt x="4382" y="74867"/>
                        <a:pt x="24670" y="95155"/>
                        <a:pt x="49721" y="95155"/>
                      </a:cubicBezTo>
                      <a:cubicBezTo>
                        <a:pt x="74771" y="95155"/>
                        <a:pt x="95060" y="74867"/>
                        <a:pt x="95060" y="49816"/>
                      </a:cubicBezTo>
                      <a:cubicBezTo>
                        <a:pt x="95060" y="24765"/>
                        <a:pt x="74676" y="4477"/>
                        <a:pt x="49721" y="44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8" name="Google Shape;1098;p37">
                  <a:extLst>
                    <a:ext uri="{FF2B5EF4-FFF2-40B4-BE49-F238E27FC236}">
                      <a16:creationId xmlns:a16="http://schemas.microsoft.com/office/drawing/2014/main" id="{8846E2A4-5C81-3F43-5F22-787A491167C5}"/>
                    </a:ext>
                  </a:extLst>
                </p:cNvPr>
                <p:cNvSpPr/>
                <p:nvPr/>
              </p:nvSpPr>
              <p:spPr>
                <a:xfrm>
                  <a:off x="2073164" y="1898589"/>
                  <a:ext cx="248512" cy="256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512" h="256494" extrusionOk="0">
                      <a:moveTo>
                        <a:pt x="336" y="101713"/>
                      </a:moveTo>
                      <a:cubicBezTo>
                        <a:pt x="-3379" y="84377"/>
                        <a:pt x="24625" y="39610"/>
                        <a:pt x="39198" y="29418"/>
                      </a:cubicBezTo>
                      <a:cubicBezTo>
                        <a:pt x="56915" y="17131"/>
                        <a:pt x="76917" y="8654"/>
                        <a:pt x="97872" y="3510"/>
                      </a:cubicBezTo>
                      <a:cubicBezTo>
                        <a:pt x="142163" y="-7253"/>
                        <a:pt x="183121" y="7320"/>
                        <a:pt x="215601" y="39229"/>
                      </a:cubicBezTo>
                      <a:cubicBezTo>
                        <a:pt x="319042" y="140956"/>
                        <a:pt x="145592" y="256494"/>
                        <a:pt x="145592" y="256494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9" name="Google Shape;1099;p37">
                  <a:extLst>
                    <a:ext uri="{FF2B5EF4-FFF2-40B4-BE49-F238E27FC236}">
                      <a16:creationId xmlns:a16="http://schemas.microsoft.com/office/drawing/2014/main" id="{23CB4CFC-8C57-28F7-844C-49991D286D0F}"/>
                    </a:ext>
                  </a:extLst>
                </p:cNvPr>
                <p:cNvSpPr/>
                <p:nvPr/>
              </p:nvSpPr>
              <p:spPr>
                <a:xfrm>
                  <a:off x="2156177" y="1817994"/>
                  <a:ext cx="96012" cy="96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12" h="96011" extrusionOk="0">
                      <a:moveTo>
                        <a:pt x="96012" y="48006"/>
                      </a:moveTo>
                      <a:cubicBezTo>
                        <a:pt x="96012" y="74519"/>
                        <a:pt x="74519" y="96012"/>
                        <a:pt x="48006" y="96012"/>
                      </a:cubicBezTo>
                      <a:cubicBezTo>
                        <a:pt x="21493" y="96012"/>
                        <a:pt x="0" y="74519"/>
                        <a:pt x="0" y="48006"/>
                      </a:cubicBezTo>
                      <a:cubicBezTo>
                        <a:pt x="0" y="21493"/>
                        <a:pt x="21493" y="0"/>
                        <a:pt x="48006" y="0"/>
                      </a:cubicBezTo>
                      <a:cubicBezTo>
                        <a:pt x="74519" y="0"/>
                        <a:pt x="96012" y="21493"/>
                        <a:pt x="96012" y="480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0" name="Google Shape;1100;p37">
                  <a:extLst>
                    <a:ext uri="{FF2B5EF4-FFF2-40B4-BE49-F238E27FC236}">
                      <a16:creationId xmlns:a16="http://schemas.microsoft.com/office/drawing/2014/main" id="{7C067EBE-EA34-A39F-9A69-62F9D72FDFE5}"/>
                    </a:ext>
                  </a:extLst>
                </p:cNvPr>
                <p:cNvSpPr/>
                <p:nvPr/>
              </p:nvSpPr>
              <p:spPr>
                <a:xfrm>
                  <a:off x="2295432" y="1910862"/>
                  <a:ext cx="96011" cy="96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11" h="96012" extrusionOk="0">
                      <a:moveTo>
                        <a:pt x="0" y="48006"/>
                      </a:moveTo>
                      <a:cubicBezTo>
                        <a:pt x="0" y="21431"/>
                        <a:pt x="21526" y="0"/>
                        <a:pt x="48006" y="0"/>
                      </a:cubicBezTo>
                      <a:cubicBezTo>
                        <a:pt x="74486" y="0"/>
                        <a:pt x="96012" y="21526"/>
                        <a:pt x="96012" y="48006"/>
                      </a:cubicBezTo>
                      <a:cubicBezTo>
                        <a:pt x="96012" y="74485"/>
                        <a:pt x="74486" y="96012"/>
                        <a:pt x="48006" y="96012"/>
                      </a:cubicBezTo>
                      <a:cubicBezTo>
                        <a:pt x="21526" y="96012"/>
                        <a:pt x="0" y="74581"/>
                        <a:pt x="0" y="480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1" name="Google Shape;1101;p37">
                  <a:extLst>
                    <a:ext uri="{FF2B5EF4-FFF2-40B4-BE49-F238E27FC236}">
                      <a16:creationId xmlns:a16="http://schemas.microsoft.com/office/drawing/2014/main" id="{A59474E4-2BFC-CF04-1DE1-F9F41013CE36}"/>
                    </a:ext>
                  </a:extLst>
                </p:cNvPr>
                <p:cNvSpPr/>
                <p:nvPr/>
              </p:nvSpPr>
              <p:spPr>
                <a:xfrm>
                  <a:off x="2066236" y="1927089"/>
                  <a:ext cx="223453" cy="4403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453" h="440306" extrusionOk="0">
                      <a:moveTo>
                        <a:pt x="180619" y="116551"/>
                      </a:moveTo>
                      <a:cubicBezTo>
                        <a:pt x="180714" y="118933"/>
                        <a:pt x="182809" y="120647"/>
                        <a:pt x="185095" y="120457"/>
                      </a:cubicBezTo>
                      <a:cubicBezTo>
                        <a:pt x="194811" y="119504"/>
                        <a:pt x="217195" y="115504"/>
                        <a:pt x="222624" y="140745"/>
                      </a:cubicBezTo>
                      <a:cubicBezTo>
                        <a:pt x="228148" y="166272"/>
                        <a:pt x="204812" y="182941"/>
                        <a:pt x="190048" y="185131"/>
                      </a:cubicBezTo>
                      <a:cubicBezTo>
                        <a:pt x="185762" y="185703"/>
                        <a:pt x="165379" y="202467"/>
                        <a:pt x="162807" y="205896"/>
                      </a:cubicBezTo>
                      <a:cubicBezTo>
                        <a:pt x="154711" y="216373"/>
                        <a:pt x="174427" y="319434"/>
                        <a:pt x="178809" y="351533"/>
                      </a:cubicBezTo>
                      <a:cubicBezTo>
                        <a:pt x="187000" y="411445"/>
                        <a:pt x="98704" y="440306"/>
                        <a:pt x="98704" y="440306"/>
                      </a:cubicBezTo>
                      <a:cubicBezTo>
                        <a:pt x="98704" y="440306"/>
                        <a:pt x="48126" y="426876"/>
                        <a:pt x="42887" y="351533"/>
                      </a:cubicBezTo>
                      <a:cubicBezTo>
                        <a:pt x="42887" y="351533"/>
                        <a:pt x="45173" y="205801"/>
                        <a:pt x="44411" y="205134"/>
                      </a:cubicBezTo>
                      <a:cubicBezTo>
                        <a:pt x="31457" y="194275"/>
                        <a:pt x="-15311" y="193228"/>
                        <a:pt x="5073" y="91977"/>
                      </a:cubicBezTo>
                      <a:cubicBezTo>
                        <a:pt x="23932" y="-1749"/>
                        <a:pt x="91560" y="-1178"/>
                        <a:pt x="108895" y="346"/>
                      </a:cubicBezTo>
                      <a:cubicBezTo>
                        <a:pt x="123659" y="1680"/>
                        <a:pt x="173856" y="346"/>
                        <a:pt x="180619" y="116551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2" name="Google Shape;1102;p37">
                  <a:extLst>
                    <a:ext uri="{FF2B5EF4-FFF2-40B4-BE49-F238E27FC236}">
                      <a16:creationId xmlns:a16="http://schemas.microsoft.com/office/drawing/2014/main" id="{1E184E44-E616-1E11-16D8-3263D8BD6105}"/>
                    </a:ext>
                  </a:extLst>
                </p:cNvPr>
                <p:cNvSpPr/>
                <p:nvPr/>
              </p:nvSpPr>
              <p:spPr>
                <a:xfrm>
                  <a:off x="2127316" y="1917239"/>
                  <a:ext cx="133661" cy="99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1" h="99928" extrusionOk="0">
                      <a:moveTo>
                        <a:pt x="0" y="5434"/>
                      </a:moveTo>
                      <a:cubicBezTo>
                        <a:pt x="0" y="5434"/>
                        <a:pt x="20479" y="120496"/>
                        <a:pt x="128778" y="96684"/>
                      </a:cubicBezTo>
                      <a:cubicBezTo>
                        <a:pt x="128683" y="96684"/>
                        <a:pt x="172402" y="-27046"/>
                        <a:pt x="0" y="543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3" name="Google Shape;1103;p37">
                  <a:extLst>
                    <a:ext uri="{FF2B5EF4-FFF2-40B4-BE49-F238E27FC236}">
                      <a16:creationId xmlns:a16="http://schemas.microsoft.com/office/drawing/2014/main" id="{3FADDCE1-99C0-FA72-0C45-2674A8025D56}"/>
                    </a:ext>
                  </a:extLst>
                </p:cNvPr>
                <p:cNvSpPr/>
                <p:nvPr/>
              </p:nvSpPr>
              <p:spPr>
                <a:xfrm>
                  <a:off x="2244664" y="2065805"/>
                  <a:ext cx="33813" cy="245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13" h="24508" extrusionOk="0">
                      <a:moveTo>
                        <a:pt x="33814" y="10411"/>
                      </a:moveTo>
                      <a:cubicBezTo>
                        <a:pt x="33814" y="10411"/>
                        <a:pt x="15621" y="-20640"/>
                        <a:pt x="0" y="24508"/>
                      </a:cubicBezTo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4" name="Google Shape;1104;p37">
                  <a:extLst>
                    <a:ext uri="{FF2B5EF4-FFF2-40B4-BE49-F238E27FC236}">
                      <a16:creationId xmlns:a16="http://schemas.microsoft.com/office/drawing/2014/main" id="{68C58CBB-E831-DCE2-3C76-A79ACF4AF03C}"/>
                    </a:ext>
                  </a:extLst>
                </p:cNvPr>
                <p:cNvSpPr/>
                <p:nvPr/>
              </p:nvSpPr>
              <p:spPr>
                <a:xfrm>
                  <a:off x="2134841" y="1998536"/>
                  <a:ext cx="20596" cy="15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96" h="15882" extrusionOk="0">
                      <a:moveTo>
                        <a:pt x="19145" y="15197"/>
                      </a:moveTo>
                      <a:cubicBezTo>
                        <a:pt x="22574" y="19197"/>
                        <a:pt x="19526" y="4529"/>
                        <a:pt x="14192" y="1576"/>
                      </a:cubicBezTo>
                      <a:cubicBezTo>
                        <a:pt x="8953" y="-1377"/>
                        <a:pt x="2572" y="-43"/>
                        <a:pt x="0" y="4433"/>
                      </a:cubicBezTo>
                      <a:cubicBezTo>
                        <a:pt x="0" y="4433"/>
                        <a:pt x="10954" y="5576"/>
                        <a:pt x="19145" y="1519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5" name="Google Shape;1105;p37">
                  <a:extLst>
                    <a:ext uri="{FF2B5EF4-FFF2-40B4-BE49-F238E27FC236}">
                      <a16:creationId xmlns:a16="http://schemas.microsoft.com/office/drawing/2014/main" id="{E3FD410F-46D6-DA43-8D05-8456F41E3BFA}"/>
                    </a:ext>
                  </a:extLst>
                </p:cNvPr>
                <p:cNvSpPr/>
                <p:nvPr/>
              </p:nvSpPr>
              <p:spPr>
                <a:xfrm>
                  <a:off x="2084558" y="1984965"/>
                  <a:ext cx="23231" cy="9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31" h="9817" extrusionOk="0">
                      <a:moveTo>
                        <a:pt x="1324" y="9622"/>
                      </a:moveTo>
                      <a:cubicBezTo>
                        <a:pt x="-3533" y="11432"/>
                        <a:pt x="6087" y="97"/>
                        <a:pt x="12183" y="2"/>
                      </a:cubicBezTo>
                      <a:cubicBezTo>
                        <a:pt x="18279" y="-94"/>
                        <a:pt x="23232" y="4097"/>
                        <a:pt x="23232" y="9336"/>
                      </a:cubicBezTo>
                      <a:cubicBezTo>
                        <a:pt x="23232" y="9336"/>
                        <a:pt x="13040" y="5145"/>
                        <a:pt x="1324" y="962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6" name="Google Shape;1106;p37">
                  <a:extLst>
                    <a:ext uri="{FF2B5EF4-FFF2-40B4-BE49-F238E27FC236}">
                      <a16:creationId xmlns:a16="http://schemas.microsoft.com/office/drawing/2014/main" id="{57FF9067-A94D-B2D5-71F8-2D177CAEF592}"/>
                    </a:ext>
                  </a:extLst>
                </p:cNvPr>
                <p:cNvSpPr/>
                <p:nvPr/>
              </p:nvSpPr>
              <p:spPr>
                <a:xfrm>
                  <a:off x="2131242" y="2024181"/>
                  <a:ext cx="11991" cy="21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99" h="15804" extrusionOk="0">
                      <a:moveTo>
                        <a:pt x="8310" y="9045"/>
                      </a:moveTo>
                      <a:cubicBezTo>
                        <a:pt x="6976" y="13331"/>
                        <a:pt x="4214" y="16379"/>
                        <a:pt x="2118" y="15713"/>
                      </a:cubicBezTo>
                      <a:cubicBezTo>
                        <a:pt x="23" y="15046"/>
                        <a:pt x="-644" y="11045"/>
                        <a:pt x="690" y="6759"/>
                      </a:cubicBezTo>
                      <a:cubicBezTo>
                        <a:pt x="2023" y="2473"/>
                        <a:pt x="4785" y="-575"/>
                        <a:pt x="6881" y="92"/>
                      </a:cubicBezTo>
                      <a:cubicBezTo>
                        <a:pt x="8976" y="663"/>
                        <a:pt x="9643" y="4759"/>
                        <a:pt x="8310" y="904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7" name="Google Shape;1107;p37">
                  <a:extLst>
                    <a:ext uri="{FF2B5EF4-FFF2-40B4-BE49-F238E27FC236}">
                      <a16:creationId xmlns:a16="http://schemas.microsoft.com/office/drawing/2014/main" id="{AC471797-9E5E-ABC9-EFF1-AC8B14D3553E}"/>
                    </a:ext>
                  </a:extLst>
                </p:cNvPr>
                <p:cNvSpPr/>
                <p:nvPr/>
              </p:nvSpPr>
              <p:spPr>
                <a:xfrm>
                  <a:off x="2086775" y="2007961"/>
                  <a:ext cx="11438" cy="20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4" h="15099" extrusionOk="0">
                      <a:moveTo>
                        <a:pt x="7891" y="8645"/>
                      </a:moveTo>
                      <a:cubicBezTo>
                        <a:pt x="6652" y="12741"/>
                        <a:pt x="3985" y="15598"/>
                        <a:pt x="1985" y="15027"/>
                      </a:cubicBezTo>
                      <a:cubicBezTo>
                        <a:pt x="-15" y="14455"/>
                        <a:pt x="-587" y="10550"/>
                        <a:pt x="652" y="6455"/>
                      </a:cubicBezTo>
                      <a:cubicBezTo>
                        <a:pt x="1890" y="2359"/>
                        <a:pt x="4557" y="-499"/>
                        <a:pt x="6557" y="73"/>
                      </a:cubicBezTo>
                      <a:cubicBezTo>
                        <a:pt x="8557" y="644"/>
                        <a:pt x="9224" y="4549"/>
                        <a:pt x="7891" y="864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8" name="Google Shape;1108;p37">
                  <a:extLst>
                    <a:ext uri="{FF2B5EF4-FFF2-40B4-BE49-F238E27FC236}">
                      <a16:creationId xmlns:a16="http://schemas.microsoft.com/office/drawing/2014/main" id="{85CC8F62-2232-11C7-7072-EC4BD06AD27D}"/>
                    </a:ext>
                  </a:extLst>
                </p:cNvPr>
                <p:cNvSpPr/>
                <p:nvPr/>
              </p:nvSpPr>
              <p:spPr>
                <a:xfrm>
                  <a:off x="2110672" y="2132223"/>
                  <a:ext cx="69674" cy="30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674" h="30272" extrusionOk="0">
                      <a:moveTo>
                        <a:pt x="70" y="0"/>
                      </a:moveTo>
                      <a:cubicBezTo>
                        <a:pt x="70" y="0"/>
                        <a:pt x="44362" y="4477"/>
                        <a:pt x="66269" y="1143"/>
                      </a:cubicBezTo>
                      <a:cubicBezTo>
                        <a:pt x="88177" y="-2286"/>
                        <a:pt x="-2882" y="69152"/>
                        <a:pt x="70" y="0"/>
                      </a:cubicBez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9" name="Google Shape;1109;p37">
                  <a:extLst>
                    <a:ext uri="{FF2B5EF4-FFF2-40B4-BE49-F238E27FC236}">
                      <a16:creationId xmlns:a16="http://schemas.microsoft.com/office/drawing/2014/main" id="{286FC3A7-C5BC-8BF0-C9AE-14304F8C96D1}"/>
                    </a:ext>
                  </a:extLst>
                </p:cNvPr>
                <p:cNvSpPr/>
                <p:nvPr/>
              </p:nvSpPr>
              <p:spPr>
                <a:xfrm>
                  <a:off x="2023112" y="4149142"/>
                  <a:ext cx="120110" cy="168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110" h="168520" extrusionOk="0">
                      <a:moveTo>
                        <a:pt x="120110" y="2953"/>
                      </a:moveTo>
                      <a:lnTo>
                        <a:pt x="104204" y="115919"/>
                      </a:lnTo>
                      <a:cubicBezTo>
                        <a:pt x="104204" y="115919"/>
                        <a:pt x="78677" y="190881"/>
                        <a:pt x="54959" y="161830"/>
                      </a:cubicBezTo>
                      <a:cubicBezTo>
                        <a:pt x="31242" y="132779"/>
                        <a:pt x="7810" y="117443"/>
                        <a:pt x="7810" y="117443"/>
                      </a:cubicBezTo>
                      <a:lnTo>
                        <a:pt x="0" y="0"/>
                      </a:lnTo>
                      <a:lnTo>
                        <a:pt x="120110" y="2953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0" name="Google Shape;1110;p37">
                  <a:extLst>
                    <a:ext uri="{FF2B5EF4-FFF2-40B4-BE49-F238E27FC236}">
                      <a16:creationId xmlns:a16="http://schemas.microsoft.com/office/drawing/2014/main" id="{746ADC4C-B9AC-AE87-A890-2F2A68AAE67C}"/>
                    </a:ext>
                  </a:extLst>
                </p:cNvPr>
                <p:cNvSpPr/>
                <p:nvPr/>
              </p:nvSpPr>
              <p:spPr>
                <a:xfrm>
                  <a:off x="2520889" y="4143237"/>
                  <a:ext cx="101155" cy="135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155" h="135646" extrusionOk="0">
                      <a:moveTo>
                        <a:pt x="0" y="95"/>
                      </a:moveTo>
                      <a:lnTo>
                        <a:pt x="35147" y="112776"/>
                      </a:lnTo>
                      <a:cubicBezTo>
                        <a:pt x="35147" y="112776"/>
                        <a:pt x="61912" y="136207"/>
                        <a:pt x="71533" y="135636"/>
                      </a:cubicBezTo>
                      <a:cubicBezTo>
                        <a:pt x="89154" y="134493"/>
                        <a:pt x="98298" y="104204"/>
                        <a:pt x="98298" y="104204"/>
                      </a:cubicBezTo>
                      <a:lnTo>
                        <a:pt x="10115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1" name="Google Shape;1111;p37">
                  <a:extLst>
                    <a:ext uri="{FF2B5EF4-FFF2-40B4-BE49-F238E27FC236}">
                      <a16:creationId xmlns:a16="http://schemas.microsoft.com/office/drawing/2014/main" id="{7F775F0C-D318-B0D5-22CA-A145238CDD61}"/>
                    </a:ext>
                  </a:extLst>
                </p:cNvPr>
                <p:cNvSpPr/>
                <p:nvPr/>
              </p:nvSpPr>
              <p:spPr>
                <a:xfrm>
                  <a:off x="1926160" y="4247215"/>
                  <a:ext cx="213243" cy="106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243" h="106333" extrusionOk="0">
                      <a:moveTo>
                        <a:pt x="96952" y="18799"/>
                      </a:moveTo>
                      <a:lnTo>
                        <a:pt x="2274" y="95475"/>
                      </a:lnTo>
                      <a:cubicBezTo>
                        <a:pt x="-2584" y="99095"/>
                        <a:pt x="845" y="105095"/>
                        <a:pt x="7799" y="105191"/>
                      </a:cubicBezTo>
                      <a:lnTo>
                        <a:pt x="147530" y="106333"/>
                      </a:lnTo>
                      <a:cubicBezTo>
                        <a:pt x="150864" y="106333"/>
                        <a:pt x="153912" y="104810"/>
                        <a:pt x="155055" y="102524"/>
                      </a:cubicBezTo>
                      <a:lnTo>
                        <a:pt x="165628" y="80902"/>
                      </a:lnTo>
                      <a:cubicBezTo>
                        <a:pt x="168676" y="74615"/>
                        <a:pt x="174772" y="74139"/>
                        <a:pt x="174200" y="80807"/>
                      </a:cubicBezTo>
                      <a:lnTo>
                        <a:pt x="179344" y="101666"/>
                      </a:lnTo>
                      <a:cubicBezTo>
                        <a:pt x="179058" y="105000"/>
                        <a:pt x="212491" y="104048"/>
                        <a:pt x="212777" y="101095"/>
                      </a:cubicBezTo>
                      <a:cubicBezTo>
                        <a:pt x="214586" y="82521"/>
                        <a:pt x="210776" y="21942"/>
                        <a:pt x="207442" y="4988"/>
                      </a:cubicBezTo>
                      <a:cubicBezTo>
                        <a:pt x="206966" y="2606"/>
                        <a:pt x="204490" y="606"/>
                        <a:pt x="201156" y="130"/>
                      </a:cubicBezTo>
                      <a:lnTo>
                        <a:pt x="201156" y="130"/>
                      </a:lnTo>
                      <a:cubicBezTo>
                        <a:pt x="198203" y="-346"/>
                        <a:pt x="195155" y="511"/>
                        <a:pt x="193346" y="2321"/>
                      </a:cubicBezTo>
                      <a:cubicBezTo>
                        <a:pt x="183916" y="11465"/>
                        <a:pt x="153721" y="38897"/>
                        <a:pt x="137719" y="33372"/>
                      </a:cubicBezTo>
                      <a:cubicBezTo>
                        <a:pt x="126956" y="29657"/>
                        <a:pt x="112954" y="22990"/>
                        <a:pt x="108668" y="19180"/>
                      </a:cubicBezTo>
                      <a:cubicBezTo>
                        <a:pt x="105620" y="16513"/>
                        <a:pt x="100191" y="16418"/>
                        <a:pt x="96952" y="1879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2" name="Google Shape;1112;p37">
                  <a:extLst>
                    <a:ext uri="{FF2B5EF4-FFF2-40B4-BE49-F238E27FC236}">
                      <a16:creationId xmlns:a16="http://schemas.microsoft.com/office/drawing/2014/main" id="{73509268-0352-E6C6-D23E-34C317157C3E}"/>
                    </a:ext>
                  </a:extLst>
                </p:cNvPr>
                <p:cNvSpPr/>
                <p:nvPr/>
              </p:nvSpPr>
              <p:spPr>
                <a:xfrm>
                  <a:off x="2539790" y="4242903"/>
                  <a:ext cx="137273" cy="14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273" h="146375" extrusionOk="0">
                      <a:moveTo>
                        <a:pt x="80730" y="727"/>
                      </a:moveTo>
                      <a:lnTo>
                        <a:pt x="134451" y="90738"/>
                      </a:lnTo>
                      <a:cubicBezTo>
                        <a:pt x="140166" y="99501"/>
                        <a:pt x="137023" y="109979"/>
                        <a:pt x="126641" y="116074"/>
                      </a:cubicBezTo>
                      <a:cubicBezTo>
                        <a:pt x="109877" y="126076"/>
                        <a:pt x="96065" y="145983"/>
                        <a:pt x="85493" y="146364"/>
                      </a:cubicBezTo>
                      <a:cubicBezTo>
                        <a:pt x="66348" y="146936"/>
                        <a:pt x="36725" y="126742"/>
                        <a:pt x="19389" y="119218"/>
                      </a:cubicBezTo>
                      <a:cubicBezTo>
                        <a:pt x="7769" y="114170"/>
                        <a:pt x="-1280" y="106740"/>
                        <a:pt x="149" y="97024"/>
                      </a:cubicBezTo>
                      <a:lnTo>
                        <a:pt x="13484" y="6728"/>
                      </a:lnTo>
                      <a:cubicBezTo>
                        <a:pt x="13674" y="5584"/>
                        <a:pt x="15579" y="5204"/>
                        <a:pt x="16627" y="6061"/>
                      </a:cubicBezTo>
                      <a:lnTo>
                        <a:pt x="37201" y="24730"/>
                      </a:lnTo>
                      <a:cubicBezTo>
                        <a:pt x="43964" y="30826"/>
                        <a:pt x="62252" y="30064"/>
                        <a:pt x="66824" y="22730"/>
                      </a:cubicBezTo>
                      <a:cubicBezTo>
                        <a:pt x="70062" y="17491"/>
                        <a:pt x="77682" y="631"/>
                        <a:pt x="77682" y="631"/>
                      </a:cubicBezTo>
                      <a:cubicBezTo>
                        <a:pt x="78349" y="-226"/>
                        <a:pt x="80159" y="-226"/>
                        <a:pt x="80730" y="72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3" name="Google Shape;1113;p37">
                  <a:extLst>
                    <a:ext uri="{FF2B5EF4-FFF2-40B4-BE49-F238E27FC236}">
                      <a16:creationId xmlns:a16="http://schemas.microsoft.com/office/drawing/2014/main" id="{8D3D700E-E082-61D7-964D-39060F41C3EC}"/>
                    </a:ext>
                  </a:extLst>
                </p:cNvPr>
                <p:cNvSpPr/>
                <p:nvPr/>
              </p:nvSpPr>
              <p:spPr>
                <a:xfrm>
                  <a:off x="1955027" y="2647812"/>
                  <a:ext cx="690544" cy="1529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544" h="1529945" extrusionOk="0">
                      <a:moveTo>
                        <a:pt x="380506" y="10668"/>
                      </a:moveTo>
                      <a:cubicBezTo>
                        <a:pt x="423845" y="87344"/>
                        <a:pt x="446800" y="143542"/>
                        <a:pt x="471755" y="241078"/>
                      </a:cubicBezTo>
                      <a:cubicBezTo>
                        <a:pt x="500711" y="354139"/>
                        <a:pt x="676924" y="1310830"/>
                        <a:pt x="690545" y="1516475"/>
                      </a:cubicBezTo>
                      <a:cubicBezTo>
                        <a:pt x="654921" y="1525048"/>
                        <a:pt x="554909" y="1523810"/>
                        <a:pt x="532334" y="1522571"/>
                      </a:cubicBezTo>
                      <a:cubicBezTo>
                        <a:pt x="460706" y="1317307"/>
                        <a:pt x="303163" y="639128"/>
                        <a:pt x="272492" y="509778"/>
                      </a:cubicBezTo>
                      <a:cubicBezTo>
                        <a:pt x="267730" y="489871"/>
                        <a:pt x="237059" y="494252"/>
                        <a:pt x="239441" y="514540"/>
                      </a:cubicBezTo>
                      <a:cubicBezTo>
                        <a:pt x="256871" y="662273"/>
                        <a:pt x="168670" y="1295781"/>
                        <a:pt x="215438" y="1522952"/>
                      </a:cubicBezTo>
                      <a:cubicBezTo>
                        <a:pt x="196769" y="1532477"/>
                        <a:pt x="83802" y="1530382"/>
                        <a:pt x="62180" y="1527620"/>
                      </a:cubicBezTo>
                      <a:cubicBezTo>
                        <a:pt x="38749" y="1274254"/>
                        <a:pt x="-85933" y="315278"/>
                        <a:pt x="102185" y="4381"/>
                      </a:cubicBezTo>
                      <a:cubicBezTo>
                        <a:pt x="188291" y="-7430"/>
                        <a:pt x="293257" y="8096"/>
                        <a:pt x="380506" y="1066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4" name="Google Shape;1114;p37">
                  <a:extLst>
                    <a:ext uri="{FF2B5EF4-FFF2-40B4-BE49-F238E27FC236}">
                      <a16:creationId xmlns:a16="http://schemas.microsoft.com/office/drawing/2014/main" id="{FF0BC67D-10EE-B1AD-B24C-1FA0A4739256}"/>
                    </a:ext>
                  </a:extLst>
                </p:cNvPr>
                <p:cNvSpPr/>
                <p:nvPr/>
              </p:nvSpPr>
              <p:spPr>
                <a:xfrm>
                  <a:off x="2011415" y="2221758"/>
                  <a:ext cx="427558" cy="457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558" h="457609" extrusionOk="0">
                      <a:moveTo>
                        <a:pt x="83135" y="23717"/>
                      </a:moveTo>
                      <a:cubicBezTo>
                        <a:pt x="85611" y="29813"/>
                        <a:pt x="-2971" y="218599"/>
                        <a:pt x="77" y="278130"/>
                      </a:cubicBezTo>
                      <a:cubicBezTo>
                        <a:pt x="3125" y="338137"/>
                        <a:pt x="44082" y="439102"/>
                        <a:pt x="40844" y="448056"/>
                      </a:cubicBezTo>
                      <a:cubicBezTo>
                        <a:pt x="40844" y="448056"/>
                        <a:pt x="170765" y="476250"/>
                        <a:pt x="427559" y="435769"/>
                      </a:cubicBezTo>
                      <a:cubicBezTo>
                        <a:pt x="411176" y="289465"/>
                        <a:pt x="353740" y="140494"/>
                        <a:pt x="327261" y="66199"/>
                      </a:cubicBezTo>
                      <a:cubicBezTo>
                        <a:pt x="327261" y="66199"/>
                        <a:pt x="245250" y="1619"/>
                        <a:pt x="223533" y="0"/>
                      </a:cubicBezTo>
                      <a:cubicBezTo>
                        <a:pt x="223438" y="0"/>
                        <a:pt x="184386" y="53816"/>
                        <a:pt x="83135" y="237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5" name="Google Shape;1115;p37">
                  <a:extLst>
                    <a:ext uri="{FF2B5EF4-FFF2-40B4-BE49-F238E27FC236}">
                      <a16:creationId xmlns:a16="http://schemas.microsoft.com/office/drawing/2014/main" id="{CEBF5426-FDBE-C0B5-0150-E8AA1359F449}"/>
                    </a:ext>
                  </a:extLst>
                </p:cNvPr>
                <p:cNvSpPr/>
                <p:nvPr/>
              </p:nvSpPr>
              <p:spPr>
                <a:xfrm>
                  <a:off x="1664696" y="2342048"/>
                  <a:ext cx="371180" cy="270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180" h="270520" extrusionOk="0">
                      <a:moveTo>
                        <a:pt x="371180" y="270521"/>
                      </a:moveTo>
                      <a:lnTo>
                        <a:pt x="310030" y="68877"/>
                      </a:lnTo>
                      <a:cubicBezTo>
                        <a:pt x="304981" y="52208"/>
                        <a:pt x="291265" y="39730"/>
                        <a:pt x="274216" y="36111"/>
                      </a:cubicBezTo>
                      <a:lnTo>
                        <a:pt x="26470" y="487"/>
                      </a:lnTo>
                      <a:cubicBezTo>
                        <a:pt x="10183" y="-2942"/>
                        <a:pt x="-3819" y="12298"/>
                        <a:pt x="943" y="28300"/>
                      </a:cubicBezTo>
                      <a:lnTo>
                        <a:pt x="52664" y="201750"/>
                      </a:lnTo>
                      <a:cubicBezTo>
                        <a:pt x="54950" y="209371"/>
                        <a:pt x="61046" y="215086"/>
                        <a:pt x="68761" y="216895"/>
                      </a:cubicBezTo>
                      <a:lnTo>
                        <a:pt x="371180" y="27052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6" name="Google Shape;1116;p37">
                  <a:extLst>
                    <a:ext uri="{FF2B5EF4-FFF2-40B4-BE49-F238E27FC236}">
                      <a16:creationId xmlns:a16="http://schemas.microsoft.com/office/drawing/2014/main" id="{F53E9DD2-BD3F-8F18-7C7B-C56D0E093AC1}"/>
                    </a:ext>
                  </a:extLst>
                </p:cNvPr>
                <p:cNvSpPr/>
                <p:nvPr/>
              </p:nvSpPr>
              <p:spPr>
                <a:xfrm>
                  <a:off x="1880521" y="2448333"/>
                  <a:ext cx="236793" cy="224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793" h="224719" extrusionOk="0">
                      <a:moveTo>
                        <a:pt x="204980" y="224720"/>
                      </a:moveTo>
                      <a:cubicBezTo>
                        <a:pt x="99158" y="152235"/>
                        <a:pt x="39626" y="95371"/>
                        <a:pt x="28292" y="85369"/>
                      </a:cubicBezTo>
                      <a:cubicBezTo>
                        <a:pt x="21815" y="79654"/>
                        <a:pt x="4098" y="60319"/>
                        <a:pt x="5527" y="57080"/>
                      </a:cubicBezTo>
                      <a:cubicBezTo>
                        <a:pt x="8861" y="49650"/>
                        <a:pt x="44865" y="87750"/>
                        <a:pt x="44008" y="85179"/>
                      </a:cubicBezTo>
                      <a:cubicBezTo>
                        <a:pt x="43055" y="82702"/>
                        <a:pt x="-2379" y="43269"/>
                        <a:pt x="98" y="37268"/>
                      </a:cubicBezTo>
                      <a:cubicBezTo>
                        <a:pt x="3908" y="28124"/>
                        <a:pt x="53819" y="72891"/>
                        <a:pt x="54676" y="73654"/>
                      </a:cubicBezTo>
                      <a:cubicBezTo>
                        <a:pt x="67916" y="84512"/>
                        <a:pt x="5241" y="32696"/>
                        <a:pt x="6289" y="25743"/>
                      </a:cubicBezTo>
                      <a:cubicBezTo>
                        <a:pt x="7337" y="18885"/>
                        <a:pt x="37626" y="40506"/>
                        <a:pt x="38674" y="41269"/>
                      </a:cubicBezTo>
                      <a:cubicBezTo>
                        <a:pt x="38674" y="41269"/>
                        <a:pt x="63439" y="61366"/>
                        <a:pt x="65344" y="59842"/>
                      </a:cubicBezTo>
                      <a:cubicBezTo>
                        <a:pt x="67154" y="58318"/>
                        <a:pt x="24672" y="1168"/>
                        <a:pt x="32102" y="25"/>
                      </a:cubicBezTo>
                      <a:cubicBezTo>
                        <a:pt x="39531" y="-1118"/>
                        <a:pt x="74393" y="36982"/>
                        <a:pt x="82965" y="45079"/>
                      </a:cubicBezTo>
                      <a:cubicBezTo>
                        <a:pt x="91538" y="53175"/>
                        <a:pt x="106587" y="61080"/>
                        <a:pt x="111445" y="60319"/>
                      </a:cubicBezTo>
                      <a:cubicBezTo>
                        <a:pt x="115541" y="59652"/>
                        <a:pt x="118970" y="41745"/>
                        <a:pt x="114874" y="32601"/>
                      </a:cubicBezTo>
                      <a:cubicBezTo>
                        <a:pt x="114874" y="32601"/>
                        <a:pt x="135829" y="54604"/>
                        <a:pt x="142211" y="73082"/>
                      </a:cubicBezTo>
                      <a:cubicBezTo>
                        <a:pt x="145544" y="82797"/>
                        <a:pt x="147640" y="95180"/>
                        <a:pt x="147640" y="95180"/>
                      </a:cubicBezTo>
                      <a:lnTo>
                        <a:pt x="236794" y="154045"/>
                      </a:lnTo>
                      <a:lnTo>
                        <a:pt x="204980" y="224720"/>
                      </a:lnTo>
                      <a:close/>
                    </a:path>
                  </a:pathLst>
                </a:custGeom>
                <a:solidFill>
                  <a:srgbClr val="D460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7" name="Google Shape;1117;p37">
                  <a:extLst>
                    <a:ext uri="{FF2B5EF4-FFF2-40B4-BE49-F238E27FC236}">
                      <a16:creationId xmlns:a16="http://schemas.microsoft.com/office/drawing/2014/main" id="{48D4C6EB-60CA-50F6-999C-B4EF23CA37BF}"/>
                    </a:ext>
                  </a:extLst>
                </p:cNvPr>
                <p:cNvSpPr/>
                <p:nvPr/>
              </p:nvSpPr>
              <p:spPr>
                <a:xfrm>
                  <a:off x="1985775" y="2277890"/>
                  <a:ext cx="410182" cy="4982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182" h="498297" extrusionOk="0">
                      <a:moveTo>
                        <a:pt x="283369" y="73313"/>
                      </a:moveTo>
                      <a:cubicBezTo>
                        <a:pt x="283369" y="73313"/>
                        <a:pt x="306419" y="-21556"/>
                        <a:pt x="348996" y="4543"/>
                      </a:cubicBezTo>
                      <a:cubicBezTo>
                        <a:pt x="421100" y="48644"/>
                        <a:pt x="449866" y="263051"/>
                        <a:pt x="319564" y="482984"/>
                      </a:cubicBezTo>
                      <a:cubicBezTo>
                        <a:pt x="277273" y="554326"/>
                        <a:pt x="0" y="353253"/>
                        <a:pt x="0" y="353253"/>
                      </a:cubicBezTo>
                      <a:lnTo>
                        <a:pt x="65627" y="250288"/>
                      </a:lnTo>
                      <a:lnTo>
                        <a:pt x="215360" y="343252"/>
                      </a:lnTo>
                      <a:lnTo>
                        <a:pt x="283369" y="7331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8" name="Google Shape;1118;p37">
                  <a:extLst>
                    <a:ext uri="{FF2B5EF4-FFF2-40B4-BE49-F238E27FC236}">
                      <a16:creationId xmlns:a16="http://schemas.microsoft.com/office/drawing/2014/main" id="{92742901-0863-B31E-86EF-9077DAD7A1B8}"/>
                    </a:ext>
                  </a:extLst>
                </p:cNvPr>
                <p:cNvSpPr/>
                <p:nvPr/>
              </p:nvSpPr>
              <p:spPr>
                <a:xfrm>
                  <a:off x="2205135" y="2091170"/>
                  <a:ext cx="99441" cy="99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41" h="99441" extrusionOk="0">
                      <a:moveTo>
                        <a:pt x="49721" y="99441"/>
                      </a:moveTo>
                      <a:cubicBezTo>
                        <a:pt x="22289" y="99441"/>
                        <a:pt x="0" y="77153"/>
                        <a:pt x="0" y="49721"/>
                      </a:cubicBezTo>
                      <a:cubicBezTo>
                        <a:pt x="0" y="22288"/>
                        <a:pt x="22289" y="0"/>
                        <a:pt x="49721" y="0"/>
                      </a:cubicBezTo>
                      <a:cubicBezTo>
                        <a:pt x="77152" y="0"/>
                        <a:pt x="99441" y="22288"/>
                        <a:pt x="99441" y="49721"/>
                      </a:cubicBezTo>
                      <a:cubicBezTo>
                        <a:pt x="99441" y="77153"/>
                        <a:pt x="77152" y="99441"/>
                        <a:pt x="49721" y="99441"/>
                      </a:cubicBezTo>
                      <a:close/>
                      <a:moveTo>
                        <a:pt x="49721" y="4477"/>
                      </a:moveTo>
                      <a:cubicBezTo>
                        <a:pt x="24765" y="4477"/>
                        <a:pt x="4381" y="24765"/>
                        <a:pt x="4381" y="49816"/>
                      </a:cubicBezTo>
                      <a:cubicBezTo>
                        <a:pt x="4381" y="74867"/>
                        <a:pt x="24670" y="95155"/>
                        <a:pt x="49721" y="95155"/>
                      </a:cubicBezTo>
                      <a:cubicBezTo>
                        <a:pt x="74771" y="95155"/>
                        <a:pt x="95060" y="74867"/>
                        <a:pt x="95060" y="49816"/>
                      </a:cubicBezTo>
                      <a:cubicBezTo>
                        <a:pt x="95060" y="24765"/>
                        <a:pt x="74676" y="4477"/>
                        <a:pt x="49721" y="44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119" name="Google Shape;1119;p37">
                <a:extLst>
                  <a:ext uri="{FF2B5EF4-FFF2-40B4-BE49-F238E27FC236}">
                    <a16:creationId xmlns:a16="http://schemas.microsoft.com/office/drawing/2014/main" id="{F0DD4D39-3759-84EC-0271-EC2A9DCE21CD}"/>
                  </a:ext>
                </a:extLst>
              </p:cNvPr>
              <p:cNvSpPr/>
              <p:nvPr/>
            </p:nvSpPr>
            <p:spPr>
              <a:xfrm rot="-9414398">
                <a:off x="2144222" y="2053107"/>
                <a:ext cx="41373" cy="23141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0" name="Google Shape;1120;p37">
              <a:extLst>
                <a:ext uri="{FF2B5EF4-FFF2-40B4-BE49-F238E27FC236}">
                  <a16:creationId xmlns:a16="http://schemas.microsoft.com/office/drawing/2014/main" id="{F2020032-056B-6F1F-C982-4A3CF3A6C95E}"/>
                </a:ext>
              </a:extLst>
            </p:cNvPr>
            <p:cNvGrpSpPr/>
            <p:nvPr/>
          </p:nvGrpSpPr>
          <p:grpSpPr>
            <a:xfrm>
              <a:off x="3240259" y="1052240"/>
              <a:ext cx="1031754" cy="966798"/>
              <a:chOff x="1932280" y="1331475"/>
              <a:chExt cx="637200" cy="597084"/>
            </a:xfrm>
          </p:grpSpPr>
          <p:sp>
            <p:nvSpPr>
              <p:cNvPr id="1121" name="Google Shape;1121;p37">
                <a:extLst>
                  <a:ext uri="{FF2B5EF4-FFF2-40B4-BE49-F238E27FC236}">
                    <a16:creationId xmlns:a16="http://schemas.microsoft.com/office/drawing/2014/main" id="{E2B5FB9A-AF88-0C68-79F6-F45D657C863D}"/>
                  </a:ext>
                </a:extLst>
              </p:cNvPr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2" name="Google Shape;1122;p37">
                <a:extLst>
                  <a:ext uri="{FF2B5EF4-FFF2-40B4-BE49-F238E27FC236}">
                    <a16:creationId xmlns:a16="http://schemas.microsoft.com/office/drawing/2014/main" id="{7D7EEF51-0A8F-DC0E-5132-84FB691F75D7}"/>
                  </a:ext>
                </a:extLst>
              </p:cNvPr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3" name="Google Shape;1123;p37">
                <a:extLst>
                  <a:ext uri="{FF2B5EF4-FFF2-40B4-BE49-F238E27FC236}">
                    <a16:creationId xmlns:a16="http://schemas.microsoft.com/office/drawing/2014/main" id="{5F939E51-91C6-E6A1-908B-06578758C9E0}"/>
                  </a:ext>
                </a:extLst>
              </p:cNvPr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4" name="Google Shape;1124;p37">
                <a:extLst>
                  <a:ext uri="{FF2B5EF4-FFF2-40B4-BE49-F238E27FC236}">
                    <a16:creationId xmlns:a16="http://schemas.microsoft.com/office/drawing/2014/main" id="{CC5C1B98-0549-A739-0864-F8BC4581172B}"/>
                  </a:ext>
                </a:extLst>
              </p:cNvPr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5" name="Google Shape;1125;p37">
                <a:extLst>
                  <a:ext uri="{FF2B5EF4-FFF2-40B4-BE49-F238E27FC236}">
                    <a16:creationId xmlns:a16="http://schemas.microsoft.com/office/drawing/2014/main" id="{287AF6C6-CFEE-FB9C-9FD5-FA0BCB91739E}"/>
                  </a:ext>
                </a:extLst>
              </p:cNvPr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6" name="Google Shape;1126;p37">
                <a:extLst>
                  <a:ext uri="{FF2B5EF4-FFF2-40B4-BE49-F238E27FC236}">
                    <a16:creationId xmlns:a16="http://schemas.microsoft.com/office/drawing/2014/main" id="{BFFC9D0C-D9B5-C40F-A51B-763200423DD9}"/>
                  </a:ext>
                </a:extLst>
              </p:cNvPr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7" name="Google Shape;1127;p37">
                <a:extLst>
                  <a:ext uri="{FF2B5EF4-FFF2-40B4-BE49-F238E27FC236}">
                    <a16:creationId xmlns:a16="http://schemas.microsoft.com/office/drawing/2014/main" id="{A8398629-7F35-BC9E-3E12-501D680CC1A3}"/>
                  </a:ext>
                </a:extLst>
              </p:cNvPr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7">
                <a:extLst>
                  <a:ext uri="{FF2B5EF4-FFF2-40B4-BE49-F238E27FC236}">
                    <a16:creationId xmlns:a16="http://schemas.microsoft.com/office/drawing/2014/main" id="{907203AB-E9A9-813C-F781-D5299392B09A}"/>
                  </a:ext>
                </a:extLst>
              </p:cNvPr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7">
                <a:extLst>
                  <a:ext uri="{FF2B5EF4-FFF2-40B4-BE49-F238E27FC236}">
                    <a16:creationId xmlns:a16="http://schemas.microsoft.com/office/drawing/2014/main" id="{7EEAD873-A5A8-9BCE-2093-0B011262C4B0}"/>
                  </a:ext>
                </a:extLst>
              </p:cNvPr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0" name="Google Shape;1130;p37">
                <a:extLst>
                  <a:ext uri="{FF2B5EF4-FFF2-40B4-BE49-F238E27FC236}">
                    <a16:creationId xmlns:a16="http://schemas.microsoft.com/office/drawing/2014/main" id="{7397740C-50F8-29F0-CC18-9B66FF6409B6}"/>
                  </a:ext>
                </a:extLst>
              </p:cNvPr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1" name="Google Shape;1131;p37">
                <a:extLst>
                  <a:ext uri="{FF2B5EF4-FFF2-40B4-BE49-F238E27FC236}">
                    <a16:creationId xmlns:a16="http://schemas.microsoft.com/office/drawing/2014/main" id="{012973F8-B863-6824-3CC1-FF67F1B128B2}"/>
                  </a:ext>
                </a:extLst>
              </p:cNvPr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2" name="Google Shape;1132;p37">
                <a:extLst>
                  <a:ext uri="{FF2B5EF4-FFF2-40B4-BE49-F238E27FC236}">
                    <a16:creationId xmlns:a16="http://schemas.microsoft.com/office/drawing/2014/main" id="{4DCBC2EA-F900-3B73-FEBB-EDB2031AB589}"/>
                  </a:ext>
                </a:extLst>
              </p:cNvPr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3" name="Google Shape;1133;p37">
              <a:extLst>
                <a:ext uri="{FF2B5EF4-FFF2-40B4-BE49-F238E27FC236}">
                  <a16:creationId xmlns:a16="http://schemas.microsoft.com/office/drawing/2014/main" id="{ABC20055-A209-267F-4421-403F10E4DCA5}"/>
                </a:ext>
              </a:extLst>
            </p:cNvPr>
            <p:cNvGrpSpPr/>
            <p:nvPr/>
          </p:nvGrpSpPr>
          <p:grpSpPr>
            <a:xfrm>
              <a:off x="2506206" y="2214150"/>
              <a:ext cx="1122628" cy="1495382"/>
              <a:chOff x="8029471" y="1308462"/>
              <a:chExt cx="617100" cy="822000"/>
            </a:xfrm>
          </p:grpSpPr>
          <p:sp>
            <p:nvSpPr>
              <p:cNvPr id="1134" name="Google Shape;1134;p37">
                <a:extLst>
                  <a:ext uri="{FF2B5EF4-FFF2-40B4-BE49-F238E27FC236}">
                    <a16:creationId xmlns:a16="http://schemas.microsoft.com/office/drawing/2014/main" id="{48C648D4-CC5F-E1DA-398A-7403188BA61C}"/>
                  </a:ext>
                </a:extLst>
              </p:cNvPr>
              <p:cNvSpPr/>
              <p:nvPr/>
            </p:nvSpPr>
            <p:spPr>
              <a:xfrm>
                <a:off x="8029471" y="1308462"/>
                <a:ext cx="617100" cy="822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5" name="Google Shape;1135;p37">
                <a:extLst>
                  <a:ext uri="{FF2B5EF4-FFF2-40B4-BE49-F238E27FC236}">
                    <a16:creationId xmlns:a16="http://schemas.microsoft.com/office/drawing/2014/main" id="{76AE1AD6-B1BF-905D-04D3-0DE227429262}"/>
                  </a:ext>
                </a:extLst>
              </p:cNvPr>
              <p:cNvSpPr/>
              <p:nvPr/>
            </p:nvSpPr>
            <p:spPr>
              <a:xfrm>
                <a:off x="8079218" y="1651909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6" name="Google Shape;1136;p37">
                <a:extLst>
                  <a:ext uri="{FF2B5EF4-FFF2-40B4-BE49-F238E27FC236}">
                    <a16:creationId xmlns:a16="http://schemas.microsoft.com/office/drawing/2014/main" id="{4C0AB4D7-B066-A92B-2E10-32775EEADCFE}"/>
                  </a:ext>
                </a:extLst>
              </p:cNvPr>
              <p:cNvSpPr/>
              <p:nvPr/>
            </p:nvSpPr>
            <p:spPr>
              <a:xfrm>
                <a:off x="8079218" y="1695916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7" name="Google Shape;1137;p37">
                <a:extLst>
                  <a:ext uri="{FF2B5EF4-FFF2-40B4-BE49-F238E27FC236}">
                    <a16:creationId xmlns:a16="http://schemas.microsoft.com/office/drawing/2014/main" id="{E5CA071E-9C48-9007-B2C8-38EFDF08CDEE}"/>
                  </a:ext>
                </a:extLst>
              </p:cNvPr>
              <p:cNvSpPr/>
              <p:nvPr/>
            </p:nvSpPr>
            <p:spPr>
              <a:xfrm>
                <a:off x="8079218" y="1738966"/>
                <a:ext cx="5349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8" name="Google Shape;1138;p37">
                <a:extLst>
                  <a:ext uri="{FF2B5EF4-FFF2-40B4-BE49-F238E27FC236}">
                    <a16:creationId xmlns:a16="http://schemas.microsoft.com/office/drawing/2014/main" id="{89DCFC24-E4E4-C716-A1FE-837A4FA78BA2}"/>
                  </a:ext>
                </a:extLst>
              </p:cNvPr>
              <p:cNvSpPr/>
              <p:nvPr/>
            </p:nvSpPr>
            <p:spPr>
              <a:xfrm>
                <a:off x="8079218" y="1782973"/>
                <a:ext cx="3090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9" name="Google Shape;1139;p37">
                <a:extLst>
                  <a:ext uri="{FF2B5EF4-FFF2-40B4-BE49-F238E27FC236}">
                    <a16:creationId xmlns:a16="http://schemas.microsoft.com/office/drawing/2014/main" id="{B9CADED5-A878-D5C8-298B-A5FBFAEDE3E3}"/>
                  </a:ext>
                </a:extLst>
              </p:cNvPr>
              <p:cNvSpPr/>
              <p:nvPr/>
            </p:nvSpPr>
            <p:spPr>
              <a:xfrm>
                <a:off x="8079218" y="1826981"/>
                <a:ext cx="3090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0" name="Google Shape;1140;p37">
                <a:extLst>
                  <a:ext uri="{FF2B5EF4-FFF2-40B4-BE49-F238E27FC236}">
                    <a16:creationId xmlns:a16="http://schemas.microsoft.com/office/drawing/2014/main" id="{1BAAFD8E-1263-3C03-A6AC-25E40EE4443E}"/>
                  </a:ext>
                </a:extLst>
              </p:cNvPr>
              <p:cNvSpPr/>
              <p:nvPr/>
            </p:nvSpPr>
            <p:spPr>
              <a:xfrm>
                <a:off x="8077305" y="1389780"/>
                <a:ext cx="204600" cy="204600"/>
              </a:xfrm>
              <a:prstGeom prst="ellipse">
                <a:avLst/>
              </a:prstGeom>
              <a:solidFill>
                <a:srgbClr val="FF494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1" name="Google Shape;1141;p37">
                <a:extLst>
                  <a:ext uri="{FF2B5EF4-FFF2-40B4-BE49-F238E27FC236}">
                    <a16:creationId xmlns:a16="http://schemas.microsoft.com/office/drawing/2014/main" id="{07F6C356-BCFA-1272-57A2-8C52C909C7FB}"/>
                  </a:ext>
                </a:extLst>
              </p:cNvPr>
              <p:cNvSpPr/>
              <p:nvPr/>
            </p:nvSpPr>
            <p:spPr>
              <a:xfrm>
                <a:off x="8066781" y="1380213"/>
                <a:ext cx="224819" cy="223862"/>
              </a:xfrm>
              <a:custGeom>
                <a:avLst/>
                <a:gdLst/>
                <a:ahLst/>
                <a:cxnLst/>
                <a:rect l="l" t="t" r="r" b="b"/>
                <a:pathLst>
                  <a:path w="257" h="257" extrusionOk="0">
                    <a:moveTo>
                      <a:pt x="129" y="257"/>
                    </a:moveTo>
                    <a:cubicBezTo>
                      <a:pt x="58" y="257"/>
                      <a:pt x="0" y="199"/>
                      <a:pt x="0" y="128"/>
                    </a:cubicBezTo>
                    <a:cubicBezTo>
                      <a:pt x="0" y="58"/>
                      <a:pt x="58" y="0"/>
                      <a:pt x="129" y="0"/>
                    </a:cubicBezTo>
                    <a:cubicBezTo>
                      <a:pt x="200" y="0"/>
                      <a:pt x="257" y="58"/>
                      <a:pt x="257" y="128"/>
                    </a:cubicBezTo>
                    <a:cubicBezTo>
                      <a:pt x="257" y="135"/>
                      <a:pt x="252" y="140"/>
                      <a:pt x="246" y="140"/>
                    </a:cubicBezTo>
                    <a:cubicBezTo>
                      <a:pt x="240" y="140"/>
                      <a:pt x="234" y="135"/>
                      <a:pt x="234" y="128"/>
                    </a:cubicBezTo>
                    <a:cubicBezTo>
                      <a:pt x="234" y="70"/>
                      <a:pt x="187" y="23"/>
                      <a:pt x="129" y="23"/>
                    </a:cubicBezTo>
                    <a:cubicBezTo>
                      <a:pt x="71" y="23"/>
                      <a:pt x="23" y="70"/>
                      <a:pt x="23" y="128"/>
                    </a:cubicBezTo>
                    <a:cubicBezTo>
                      <a:pt x="23" y="187"/>
                      <a:pt x="71" y="234"/>
                      <a:pt x="129" y="234"/>
                    </a:cubicBezTo>
                    <a:cubicBezTo>
                      <a:pt x="135" y="234"/>
                      <a:pt x="140" y="239"/>
                      <a:pt x="140" y="245"/>
                    </a:cubicBezTo>
                    <a:cubicBezTo>
                      <a:pt x="140" y="252"/>
                      <a:pt x="135" y="257"/>
                      <a:pt x="129" y="25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2" name="Google Shape;1142;p37">
                <a:extLst>
                  <a:ext uri="{FF2B5EF4-FFF2-40B4-BE49-F238E27FC236}">
                    <a16:creationId xmlns:a16="http://schemas.microsoft.com/office/drawing/2014/main" id="{9C58E4C6-4C4C-B874-AA89-8E5159A87E8E}"/>
                  </a:ext>
                </a:extLst>
              </p:cNvPr>
              <p:cNvSpPr/>
              <p:nvPr/>
            </p:nvSpPr>
            <p:spPr>
              <a:xfrm>
                <a:off x="8114615" y="1428047"/>
                <a:ext cx="130200" cy="12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3" name="Google Shape;1143;p37">
                <a:extLst>
                  <a:ext uri="{FF2B5EF4-FFF2-40B4-BE49-F238E27FC236}">
                    <a16:creationId xmlns:a16="http://schemas.microsoft.com/office/drawing/2014/main" id="{4FAA2854-C0A7-290A-873E-C39B90A68EB9}"/>
                  </a:ext>
                </a:extLst>
              </p:cNvPr>
              <p:cNvSpPr/>
              <p:nvPr/>
            </p:nvSpPr>
            <p:spPr>
              <a:xfrm>
                <a:off x="8317430" y="1380213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4" name="Google Shape;1144;p37">
                <a:extLst>
                  <a:ext uri="{FF2B5EF4-FFF2-40B4-BE49-F238E27FC236}">
                    <a16:creationId xmlns:a16="http://schemas.microsoft.com/office/drawing/2014/main" id="{82621F34-9B81-FA59-45EC-CC64DB349992}"/>
                  </a:ext>
                </a:extLst>
              </p:cNvPr>
              <p:cNvSpPr/>
              <p:nvPr/>
            </p:nvSpPr>
            <p:spPr>
              <a:xfrm>
                <a:off x="8317430" y="1424220"/>
                <a:ext cx="2964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5" name="Google Shape;1145;p37">
                <a:extLst>
                  <a:ext uri="{FF2B5EF4-FFF2-40B4-BE49-F238E27FC236}">
                    <a16:creationId xmlns:a16="http://schemas.microsoft.com/office/drawing/2014/main" id="{7FBDC2B4-444F-A710-45FE-BF43ACF4F985}"/>
                  </a:ext>
                </a:extLst>
              </p:cNvPr>
              <p:cNvSpPr/>
              <p:nvPr/>
            </p:nvSpPr>
            <p:spPr>
              <a:xfrm>
                <a:off x="8317430" y="1468227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6" name="Google Shape;1146;p37">
                <a:extLst>
                  <a:ext uri="{FF2B5EF4-FFF2-40B4-BE49-F238E27FC236}">
                    <a16:creationId xmlns:a16="http://schemas.microsoft.com/office/drawing/2014/main" id="{422BD2BA-9CD9-3E82-5B8E-BC35222E61A6}"/>
                  </a:ext>
                </a:extLst>
              </p:cNvPr>
              <p:cNvSpPr/>
              <p:nvPr/>
            </p:nvSpPr>
            <p:spPr>
              <a:xfrm>
                <a:off x="8317430" y="1512234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7" name="Google Shape;1147;p37">
                <a:extLst>
                  <a:ext uri="{FF2B5EF4-FFF2-40B4-BE49-F238E27FC236}">
                    <a16:creationId xmlns:a16="http://schemas.microsoft.com/office/drawing/2014/main" id="{0A7779C6-3E81-DC31-885A-B6A10D438CDF}"/>
                  </a:ext>
                </a:extLst>
              </p:cNvPr>
              <p:cNvSpPr/>
              <p:nvPr/>
            </p:nvSpPr>
            <p:spPr>
              <a:xfrm>
                <a:off x="8317430" y="1557198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8" name="Google Shape;1148;p37">
                <a:extLst>
                  <a:ext uri="{FF2B5EF4-FFF2-40B4-BE49-F238E27FC236}">
                    <a16:creationId xmlns:a16="http://schemas.microsoft.com/office/drawing/2014/main" id="{D073447A-D47D-7C15-7650-83E58111DC6C}"/>
                  </a:ext>
                </a:extLst>
              </p:cNvPr>
              <p:cNvSpPr/>
              <p:nvPr/>
            </p:nvSpPr>
            <p:spPr>
              <a:xfrm>
                <a:off x="8190192" y="1887251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9" name="Google Shape;1149;p37">
                <a:extLst>
                  <a:ext uri="{FF2B5EF4-FFF2-40B4-BE49-F238E27FC236}">
                    <a16:creationId xmlns:a16="http://schemas.microsoft.com/office/drawing/2014/main" id="{7A5D1A5D-2DDD-1A63-0F86-18A01CDF2210}"/>
                  </a:ext>
                </a:extLst>
              </p:cNvPr>
              <p:cNvSpPr/>
              <p:nvPr/>
            </p:nvSpPr>
            <p:spPr>
              <a:xfrm>
                <a:off x="8190192" y="1911168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0" name="Google Shape;1150;p37">
                <a:extLst>
                  <a:ext uri="{FF2B5EF4-FFF2-40B4-BE49-F238E27FC236}">
                    <a16:creationId xmlns:a16="http://schemas.microsoft.com/office/drawing/2014/main" id="{C7B5B979-A5DC-038C-409A-B0B396640C0E}"/>
                  </a:ext>
                </a:extLst>
              </p:cNvPr>
              <p:cNvSpPr/>
              <p:nvPr/>
            </p:nvSpPr>
            <p:spPr>
              <a:xfrm>
                <a:off x="8190192" y="19350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1" name="Google Shape;1151;p37">
                <a:extLst>
                  <a:ext uri="{FF2B5EF4-FFF2-40B4-BE49-F238E27FC236}">
                    <a16:creationId xmlns:a16="http://schemas.microsoft.com/office/drawing/2014/main" id="{445EDD08-AA4D-3FFA-0C69-0233398019EF}"/>
                  </a:ext>
                </a:extLst>
              </p:cNvPr>
              <p:cNvSpPr/>
              <p:nvPr/>
            </p:nvSpPr>
            <p:spPr>
              <a:xfrm>
                <a:off x="8079218" y="1887251"/>
                <a:ext cx="79500" cy="7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2" name="Google Shape;1152;p37">
                <a:extLst>
                  <a:ext uri="{FF2B5EF4-FFF2-40B4-BE49-F238E27FC236}">
                    <a16:creationId xmlns:a16="http://schemas.microsoft.com/office/drawing/2014/main" id="{386B37DA-9158-46AE-019D-1CDD8B1F7CE3}"/>
                  </a:ext>
                </a:extLst>
              </p:cNvPr>
              <p:cNvSpPr/>
              <p:nvPr/>
            </p:nvSpPr>
            <p:spPr>
              <a:xfrm>
                <a:off x="8499198" y="1887251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3" name="Google Shape;1153;p37">
                <a:extLst>
                  <a:ext uri="{FF2B5EF4-FFF2-40B4-BE49-F238E27FC236}">
                    <a16:creationId xmlns:a16="http://schemas.microsoft.com/office/drawing/2014/main" id="{B2678013-9AA0-4154-F32E-27C662827F53}"/>
                  </a:ext>
                </a:extLst>
              </p:cNvPr>
              <p:cNvSpPr/>
              <p:nvPr/>
            </p:nvSpPr>
            <p:spPr>
              <a:xfrm>
                <a:off x="8499198" y="1911168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4" name="Google Shape;1154;p37">
                <a:extLst>
                  <a:ext uri="{FF2B5EF4-FFF2-40B4-BE49-F238E27FC236}">
                    <a16:creationId xmlns:a16="http://schemas.microsoft.com/office/drawing/2014/main" id="{CB96BE50-EA72-22A7-F344-318A875E724A}"/>
                  </a:ext>
                </a:extLst>
              </p:cNvPr>
              <p:cNvSpPr/>
              <p:nvPr/>
            </p:nvSpPr>
            <p:spPr>
              <a:xfrm>
                <a:off x="8499198" y="19350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5" name="Google Shape;1155;p37">
                <a:extLst>
                  <a:ext uri="{FF2B5EF4-FFF2-40B4-BE49-F238E27FC236}">
                    <a16:creationId xmlns:a16="http://schemas.microsoft.com/office/drawing/2014/main" id="{A4F3D8A8-C7E9-0A5E-2B1A-BF032DEC929C}"/>
                  </a:ext>
                </a:extLst>
              </p:cNvPr>
              <p:cNvSpPr/>
              <p:nvPr/>
            </p:nvSpPr>
            <p:spPr>
              <a:xfrm>
                <a:off x="8388224" y="1887251"/>
                <a:ext cx="79500" cy="79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6" name="Google Shape;1156;p37">
                <a:extLst>
                  <a:ext uri="{FF2B5EF4-FFF2-40B4-BE49-F238E27FC236}">
                    <a16:creationId xmlns:a16="http://schemas.microsoft.com/office/drawing/2014/main" id="{593D9C37-1730-CC9C-C256-2696FC621097}"/>
                  </a:ext>
                </a:extLst>
              </p:cNvPr>
              <p:cNvSpPr/>
              <p:nvPr/>
            </p:nvSpPr>
            <p:spPr>
              <a:xfrm>
                <a:off x="8190192" y="1999182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7" name="Google Shape;1157;p37">
                <a:extLst>
                  <a:ext uri="{FF2B5EF4-FFF2-40B4-BE49-F238E27FC236}">
                    <a16:creationId xmlns:a16="http://schemas.microsoft.com/office/drawing/2014/main" id="{50E04C2C-9766-A0F3-4E6C-35D8C2B2B744}"/>
                  </a:ext>
                </a:extLst>
              </p:cNvPr>
              <p:cNvSpPr/>
              <p:nvPr/>
            </p:nvSpPr>
            <p:spPr>
              <a:xfrm>
                <a:off x="8190192" y="2023099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8" name="Google Shape;1158;p37">
                <a:extLst>
                  <a:ext uri="{FF2B5EF4-FFF2-40B4-BE49-F238E27FC236}">
                    <a16:creationId xmlns:a16="http://schemas.microsoft.com/office/drawing/2014/main" id="{7D889721-4D83-357D-7213-E9BC52562CFA}"/>
                  </a:ext>
                </a:extLst>
              </p:cNvPr>
              <p:cNvSpPr/>
              <p:nvPr/>
            </p:nvSpPr>
            <p:spPr>
              <a:xfrm>
                <a:off x="8190192" y="20479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9" name="Google Shape;1159;p37">
                <a:extLst>
                  <a:ext uri="{FF2B5EF4-FFF2-40B4-BE49-F238E27FC236}">
                    <a16:creationId xmlns:a16="http://schemas.microsoft.com/office/drawing/2014/main" id="{43592F2A-9976-702B-44B5-6AA42F5AE9CE}"/>
                  </a:ext>
                </a:extLst>
              </p:cNvPr>
              <p:cNvSpPr/>
              <p:nvPr/>
            </p:nvSpPr>
            <p:spPr>
              <a:xfrm>
                <a:off x="8079218" y="1999182"/>
                <a:ext cx="79500" cy="79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0" name="Google Shape;1160;p37">
                <a:extLst>
                  <a:ext uri="{FF2B5EF4-FFF2-40B4-BE49-F238E27FC236}">
                    <a16:creationId xmlns:a16="http://schemas.microsoft.com/office/drawing/2014/main" id="{029CD306-A8A5-64DF-D6DB-48794B6564DD}"/>
                  </a:ext>
                </a:extLst>
              </p:cNvPr>
              <p:cNvSpPr/>
              <p:nvPr/>
            </p:nvSpPr>
            <p:spPr>
              <a:xfrm>
                <a:off x="8499198" y="1999182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1" name="Google Shape;1161;p37">
                <a:extLst>
                  <a:ext uri="{FF2B5EF4-FFF2-40B4-BE49-F238E27FC236}">
                    <a16:creationId xmlns:a16="http://schemas.microsoft.com/office/drawing/2014/main" id="{B7E9BD68-E00D-A5C3-D0DD-62A94997308B}"/>
                  </a:ext>
                </a:extLst>
              </p:cNvPr>
              <p:cNvSpPr/>
              <p:nvPr/>
            </p:nvSpPr>
            <p:spPr>
              <a:xfrm>
                <a:off x="8499198" y="2023099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2" name="Google Shape;1162;p37">
                <a:extLst>
                  <a:ext uri="{FF2B5EF4-FFF2-40B4-BE49-F238E27FC236}">
                    <a16:creationId xmlns:a16="http://schemas.microsoft.com/office/drawing/2014/main" id="{7AE1CB60-D315-9A9B-1DD0-ECE782772533}"/>
                  </a:ext>
                </a:extLst>
              </p:cNvPr>
              <p:cNvSpPr/>
              <p:nvPr/>
            </p:nvSpPr>
            <p:spPr>
              <a:xfrm>
                <a:off x="8499198" y="20479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3" name="Google Shape;1163;p37">
                <a:extLst>
                  <a:ext uri="{FF2B5EF4-FFF2-40B4-BE49-F238E27FC236}">
                    <a16:creationId xmlns:a16="http://schemas.microsoft.com/office/drawing/2014/main" id="{4B4BA0DD-2A9E-3583-645F-5443E098E41A}"/>
                  </a:ext>
                </a:extLst>
              </p:cNvPr>
              <p:cNvSpPr/>
              <p:nvPr/>
            </p:nvSpPr>
            <p:spPr>
              <a:xfrm>
                <a:off x="8388224" y="1999182"/>
                <a:ext cx="79500" cy="79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4" name="Google Shape;1164;p37">
              <a:extLst>
                <a:ext uri="{FF2B5EF4-FFF2-40B4-BE49-F238E27FC236}">
                  <a16:creationId xmlns:a16="http://schemas.microsoft.com/office/drawing/2014/main" id="{22317BFF-9B21-D016-F78C-9A7D31981B51}"/>
                </a:ext>
              </a:extLst>
            </p:cNvPr>
            <p:cNvGrpSpPr/>
            <p:nvPr/>
          </p:nvGrpSpPr>
          <p:grpSpPr>
            <a:xfrm>
              <a:off x="2506200" y="917307"/>
              <a:ext cx="540534" cy="882935"/>
              <a:chOff x="6346165" y="636875"/>
              <a:chExt cx="308049" cy="503212"/>
            </a:xfrm>
          </p:grpSpPr>
          <p:sp>
            <p:nvSpPr>
              <p:cNvPr id="1165" name="Google Shape;1165;p37">
                <a:extLst>
                  <a:ext uri="{FF2B5EF4-FFF2-40B4-BE49-F238E27FC236}">
                    <a16:creationId xmlns:a16="http://schemas.microsoft.com/office/drawing/2014/main" id="{E0F05E6A-784E-722F-31FE-799787BE432F}"/>
                  </a:ext>
                </a:extLst>
              </p:cNvPr>
              <p:cNvSpPr/>
              <p:nvPr/>
            </p:nvSpPr>
            <p:spPr>
              <a:xfrm>
                <a:off x="6347122" y="707669"/>
                <a:ext cx="273610" cy="426678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6" name="Google Shape;1166;p37">
                <a:extLst>
                  <a:ext uri="{FF2B5EF4-FFF2-40B4-BE49-F238E27FC236}">
                    <a16:creationId xmlns:a16="http://schemas.microsoft.com/office/drawing/2014/main" id="{16E420B2-F485-4E9E-9FCC-AD13B85FDC49}"/>
                  </a:ext>
                </a:extLst>
              </p:cNvPr>
              <p:cNvSpPr/>
              <p:nvPr/>
            </p:nvSpPr>
            <p:spPr>
              <a:xfrm>
                <a:off x="6347122" y="1010936"/>
                <a:ext cx="100451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7" name="Google Shape;1167;p37">
                <a:extLst>
                  <a:ext uri="{FF2B5EF4-FFF2-40B4-BE49-F238E27FC236}">
                    <a16:creationId xmlns:a16="http://schemas.microsoft.com/office/drawing/2014/main" id="{D943A1DD-93BA-85ED-9F48-DD7DCD14C5E6}"/>
                  </a:ext>
                </a:extLst>
              </p:cNvPr>
              <p:cNvSpPr/>
              <p:nvPr/>
            </p:nvSpPr>
            <p:spPr>
              <a:xfrm>
                <a:off x="6346165" y="1122867"/>
                <a:ext cx="15307" cy="172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8" name="Google Shape;1168;p37">
                <a:extLst>
                  <a:ext uri="{FF2B5EF4-FFF2-40B4-BE49-F238E27FC236}">
                    <a16:creationId xmlns:a16="http://schemas.microsoft.com/office/drawing/2014/main" id="{A7D118A1-F175-D3BB-237D-F8758E3252B7}"/>
                  </a:ext>
                </a:extLst>
              </p:cNvPr>
              <p:cNvSpPr/>
              <p:nvPr/>
            </p:nvSpPr>
            <p:spPr>
              <a:xfrm>
                <a:off x="6602554" y="636875"/>
                <a:ext cx="51660" cy="56444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9" name="Google Shape;1169;p37">
                <a:extLst>
                  <a:ext uri="{FF2B5EF4-FFF2-40B4-BE49-F238E27FC236}">
                    <a16:creationId xmlns:a16="http://schemas.microsoft.com/office/drawing/2014/main" id="{1CEC5C05-8833-CA3F-367D-47E009BB6909}"/>
                  </a:ext>
                </a:extLst>
              </p:cNvPr>
              <p:cNvSpPr/>
              <p:nvPr/>
            </p:nvSpPr>
            <p:spPr>
              <a:xfrm>
                <a:off x="6569071" y="710539"/>
                <a:ext cx="81318" cy="192292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0" name="Google Shape;1170;p37">
                <a:extLst>
                  <a:ext uri="{FF2B5EF4-FFF2-40B4-BE49-F238E27FC236}">
                    <a16:creationId xmlns:a16="http://schemas.microsoft.com/office/drawing/2014/main" id="{9CDC22E6-9502-6E81-DE13-6A77DA4D7837}"/>
                  </a:ext>
                </a:extLst>
              </p:cNvPr>
              <p:cNvSpPr/>
              <p:nvPr/>
            </p:nvSpPr>
            <p:spPr>
              <a:xfrm>
                <a:off x="6566201" y="677055"/>
                <a:ext cx="74621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1" name="Google Shape;1171;p37">
              <a:extLst>
                <a:ext uri="{FF2B5EF4-FFF2-40B4-BE49-F238E27FC236}">
                  <a16:creationId xmlns:a16="http://schemas.microsoft.com/office/drawing/2014/main" id="{713CEC8B-0EEB-6501-1F76-D57ABBA61647}"/>
                </a:ext>
              </a:extLst>
            </p:cNvPr>
            <p:cNvGrpSpPr/>
            <p:nvPr/>
          </p:nvGrpSpPr>
          <p:grpSpPr>
            <a:xfrm>
              <a:off x="2232569" y="835727"/>
              <a:ext cx="415198" cy="415198"/>
              <a:chOff x="1404969" y="1106377"/>
              <a:chExt cx="415198" cy="415198"/>
            </a:xfrm>
          </p:grpSpPr>
          <p:sp>
            <p:nvSpPr>
              <p:cNvPr id="1172" name="Google Shape;1172;p37">
                <a:extLst>
                  <a:ext uri="{FF2B5EF4-FFF2-40B4-BE49-F238E27FC236}">
                    <a16:creationId xmlns:a16="http://schemas.microsoft.com/office/drawing/2014/main" id="{8A93DA19-4FEA-4E83-CA27-CC0D85A466F4}"/>
                  </a:ext>
                </a:extLst>
              </p:cNvPr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3" name="Google Shape;1173;p37">
                <a:extLst>
                  <a:ext uri="{FF2B5EF4-FFF2-40B4-BE49-F238E27FC236}">
                    <a16:creationId xmlns:a16="http://schemas.microsoft.com/office/drawing/2014/main" id="{AF169DF1-B3AE-4B41-3372-558B0EBE29C1}"/>
                  </a:ext>
                </a:extLst>
              </p:cNvPr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74" name="Google Shape;1174;p37">
              <a:extLst>
                <a:ext uri="{FF2B5EF4-FFF2-40B4-BE49-F238E27FC236}">
                  <a16:creationId xmlns:a16="http://schemas.microsoft.com/office/drawing/2014/main" id="{275AD4B1-01C3-1C99-F9E8-1F298749CA66}"/>
                </a:ext>
              </a:extLst>
            </p:cNvPr>
            <p:cNvSpPr/>
            <p:nvPr/>
          </p:nvSpPr>
          <p:spPr>
            <a:xfrm>
              <a:off x="1551075" y="809699"/>
              <a:ext cx="333550" cy="5501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37">
              <a:extLst>
                <a:ext uri="{FF2B5EF4-FFF2-40B4-BE49-F238E27FC236}">
                  <a16:creationId xmlns:a16="http://schemas.microsoft.com/office/drawing/2014/main" id="{69829C0C-7060-3929-2281-406A2B0F6271}"/>
                </a:ext>
              </a:extLst>
            </p:cNvPr>
            <p:cNvSpPr/>
            <p:nvPr/>
          </p:nvSpPr>
          <p:spPr>
            <a:xfrm>
              <a:off x="1962697" y="1509313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23115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33;p40">
            <a:extLst>
              <a:ext uri="{FF2B5EF4-FFF2-40B4-BE49-F238E27FC236}">
                <a16:creationId xmlns:a16="http://schemas.microsoft.com/office/drawing/2014/main" id="{FB582767-F004-D2FA-ED64-3E554C92E1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2744" y="166056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Caso de estudio</a:t>
            </a:r>
            <a:br>
              <a:rPr lang="es-MX" dirty="0"/>
            </a:br>
            <a:endParaRPr lang="es-MX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0986080-12FE-2F7D-85ED-9BF565C2E2FD}"/>
              </a:ext>
            </a:extLst>
          </p:cNvPr>
          <p:cNvSpPr txBox="1"/>
          <p:nvPr/>
        </p:nvSpPr>
        <p:spPr>
          <a:xfrm>
            <a:off x="979274" y="901488"/>
            <a:ext cx="752154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s-MX" sz="2000" b="0" i="0" dirty="0">
                <a:effectLst/>
                <a:latin typeface="DM Sans" pitchFamily="2" charset="0"/>
              </a:rPr>
              <a:t>Una universidad cuenta con:</a:t>
            </a:r>
          </a:p>
          <a:p>
            <a:pPr fontAlgn="t">
              <a:lnSpc>
                <a:spcPct val="100000"/>
              </a:lnSpc>
              <a:buNone/>
            </a:pPr>
            <a:endParaRPr lang="es-MX" sz="2000" b="0" i="0" dirty="0">
              <a:effectLst/>
              <a:latin typeface="DM Sans" pitchFamily="2" charset="0"/>
            </a:endParaRPr>
          </a:p>
          <a:p>
            <a:pPr marL="342900" lvl="0" indent="-342900" fontAlgn="t">
              <a:lnSpc>
                <a:spcPct val="100000"/>
              </a:lnSpc>
              <a:buSzPct val="15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b="0" i="0" dirty="0">
                <a:effectLst/>
                <a:latin typeface="DM Sans" pitchFamily="2" charset="0"/>
              </a:rPr>
              <a:t>5,000 alumnos.</a:t>
            </a:r>
          </a:p>
          <a:p>
            <a:pPr marL="342900" lvl="0" indent="-342900" fontAlgn="t">
              <a:lnSpc>
                <a:spcPct val="100000"/>
              </a:lnSpc>
              <a:buSzPct val="15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b="0" i="0" dirty="0">
                <a:effectLst/>
                <a:latin typeface="DM Sans" pitchFamily="2" charset="0"/>
              </a:rPr>
              <a:t>500 docentes.</a:t>
            </a:r>
          </a:p>
          <a:p>
            <a:pPr marL="342900" lvl="0" indent="-342900" fontAlgn="t">
              <a:lnSpc>
                <a:spcPct val="100000"/>
              </a:lnSpc>
              <a:buSzPct val="15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b="0" i="0" dirty="0">
                <a:effectLst/>
                <a:latin typeface="DM Sans" pitchFamily="2" charset="0"/>
              </a:rPr>
              <a:t>Servidores locales con más de 8 años de antigüedad.</a:t>
            </a:r>
          </a:p>
          <a:p>
            <a:pPr marL="342900" lvl="0" indent="-342900" fontAlgn="t">
              <a:lnSpc>
                <a:spcPct val="100000"/>
              </a:lnSpc>
              <a:buSzPct val="15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b="0" i="0" dirty="0">
                <a:effectLst/>
                <a:latin typeface="DM Sans" pitchFamily="2" charset="0"/>
              </a:rPr>
              <a:t>Plataforma de educación virtual.</a:t>
            </a:r>
          </a:p>
          <a:p>
            <a:pPr marL="342900" lvl="0" indent="-342900" fontAlgn="t">
              <a:lnSpc>
                <a:spcPct val="100000"/>
              </a:lnSpc>
              <a:buSzPct val="15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b="0" i="0" dirty="0">
                <a:effectLst/>
                <a:latin typeface="DM Sans" pitchFamily="2" charset="0"/>
              </a:rPr>
              <a:t>Sistema de control escolar.</a:t>
            </a:r>
          </a:p>
          <a:p>
            <a:pPr marL="342900" lvl="0" indent="-342900" fontAlgn="t">
              <a:lnSpc>
                <a:spcPct val="100000"/>
              </a:lnSpc>
              <a:buSzPct val="15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b="0" i="0" dirty="0">
                <a:effectLst/>
                <a:latin typeface="DM Sans" pitchFamily="2" charset="0"/>
              </a:rPr>
              <a:t>Repositorio de documentos institucionales.</a:t>
            </a:r>
          </a:p>
          <a:p>
            <a:pPr marL="342900" lvl="0" indent="-342900" fontAlgn="t">
              <a:lnSpc>
                <a:spcPct val="100000"/>
              </a:lnSpc>
              <a:buSzPct val="15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000" b="0" i="0" dirty="0">
                <a:effectLst/>
                <a:latin typeface="DM Sans" pitchFamily="2" charset="0"/>
              </a:rPr>
              <a:t>Presupuesto limitado para infraestructura.</a:t>
            </a:r>
          </a:p>
          <a:p>
            <a:pPr lvl="0" fontAlgn="t">
              <a:lnSpc>
                <a:spcPct val="100000"/>
              </a:lnSpc>
            </a:pPr>
            <a:endParaRPr lang="es-MX" sz="2000" b="0" i="0" dirty="0">
              <a:effectLst/>
              <a:latin typeface="DM Sans" pitchFamily="2" charset="0"/>
            </a:endParaRPr>
          </a:p>
          <a:p>
            <a:pPr fontAlgn="t">
              <a:lnSpc>
                <a:spcPct val="100000"/>
              </a:lnSpc>
              <a:buNone/>
            </a:pPr>
            <a:r>
              <a:rPr lang="es-MX" sz="2000" b="0" i="0" dirty="0">
                <a:effectLst/>
                <a:latin typeface="DM Sans" pitchFamily="2" charset="0"/>
              </a:rPr>
              <a:t>La rectoría desea evaluar la migración de sus servicios a la nube</a:t>
            </a:r>
            <a:r>
              <a:rPr lang="es-MX" sz="1400" b="0" i="0" dirty="0">
                <a:effectLst/>
                <a:latin typeface="Arial"/>
              </a:rPr>
              <a:t>.</a:t>
            </a:r>
            <a:endParaRPr lang="es-MX" sz="1400" b="0" i="0" dirty="0">
              <a:effectLst/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9">
          <a:extLst>
            <a:ext uri="{FF2B5EF4-FFF2-40B4-BE49-F238E27FC236}">
              <a16:creationId xmlns:a16="http://schemas.microsoft.com/office/drawing/2014/main" id="{30F9BEF6-E53C-7E13-573F-73E5D9487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33;p40">
            <a:extLst>
              <a:ext uri="{FF2B5EF4-FFF2-40B4-BE49-F238E27FC236}">
                <a16:creationId xmlns:a16="http://schemas.microsoft.com/office/drawing/2014/main" id="{7A5FCC72-1206-5DCC-8C64-92D73B4D44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2744" y="166056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Caso de estudio</a:t>
            </a:r>
            <a:br>
              <a:rPr lang="es-MX" dirty="0"/>
            </a:br>
            <a:endParaRPr lang="es-MX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B61639A-3D7C-BEB4-0A6E-4B4EFC031563}"/>
              </a:ext>
            </a:extLst>
          </p:cNvPr>
          <p:cNvSpPr txBox="1"/>
          <p:nvPr/>
        </p:nvSpPr>
        <p:spPr>
          <a:xfrm>
            <a:off x="979274" y="901488"/>
            <a:ext cx="752154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t"/>
            <a:r>
              <a:rPr lang="es-MX" sz="2400" b="1" dirty="0">
                <a:latin typeface="DM Sans" pitchFamily="2" charset="0"/>
              </a:rPr>
              <a:t>Analizar y responder:</a:t>
            </a:r>
          </a:p>
          <a:p>
            <a:pPr marL="342900" lvl="0" indent="-342900" algn="just" fontAlgn="t">
              <a:buFont typeface="+mj-lt"/>
              <a:buAutoNum type="arabicPeriod"/>
            </a:pPr>
            <a:r>
              <a:rPr lang="es-MX" sz="2400" b="1" dirty="0">
                <a:latin typeface="DM Sans" pitchFamily="2" charset="0"/>
              </a:rPr>
              <a:t>¿Qué características del cómputo en la nube aportarían mayor valor a la universidad?</a:t>
            </a:r>
          </a:p>
          <a:p>
            <a:pPr marL="342900" lvl="0" indent="-342900" algn="just" fontAlgn="t">
              <a:buFont typeface="+mj-lt"/>
              <a:buAutoNum type="arabicPeriod"/>
            </a:pPr>
            <a:r>
              <a:rPr lang="es-MX" sz="2400" b="1" dirty="0">
                <a:latin typeface="DM Sans" pitchFamily="2" charset="0"/>
              </a:rPr>
              <a:t>¿Qué tipo de nube recomendarían? </a:t>
            </a:r>
          </a:p>
          <a:p>
            <a:pPr marL="800100" lvl="1" indent="-342900" algn="just" fontAlgn="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400" dirty="0">
                <a:latin typeface="DM Sans" pitchFamily="2" charset="0"/>
              </a:rPr>
              <a:t>Pública</a:t>
            </a:r>
          </a:p>
          <a:p>
            <a:pPr marL="800100" lvl="1" indent="-342900" algn="just" fontAlgn="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400" dirty="0">
                <a:latin typeface="DM Sans" pitchFamily="2" charset="0"/>
              </a:rPr>
              <a:t>Privada</a:t>
            </a:r>
          </a:p>
          <a:p>
            <a:pPr marL="800100" lvl="1" indent="-342900" algn="just" fontAlgn="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MX" sz="2400" dirty="0">
                <a:latin typeface="DM Sans" pitchFamily="2" charset="0"/>
              </a:rPr>
              <a:t>Híbrida</a:t>
            </a:r>
          </a:p>
          <a:p>
            <a:pPr marL="342900" lvl="0" indent="-342900" algn="just" fontAlgn="t">
              <a:buFont typeface="+mj-lt"/>
              <a:buAutoNum type="arabicPeriod"/>
            </a:pPr>
            <a:r>
              <a:rPr lang="es-MX" sz="2400" b="1" dirty="0">
                <a:latin typeface="DM Sans" pitchFamily="2" charset="0"/>
              </a:rPr>
              <a:t>Justificar la decisión.</a:t>
            </a:r>
          </a:p>
        </p:txBody>
      </p:sp>
    </p:spTree>
    <p:extLst>
      <p:ext uri="{BB962C8B-B14F-4D97-AF65-F5344CB8AC3E}">
        <p14:creationId xmlns:p14="http://schemas.microsoft.com/office/powerpoint/2010/main" val="4598007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9">
          <a:extLst>
            <a:ext uri="{FF2B5EF4-FFF2-40B4-BE49-F238E27FC236}">
              <a16:creationId xmlns:a16="http://schemas.microsoft.com/office/drawing/2014/main" id="{4FC7E817-C1EB-38A0-EA45-F415D4BDC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33;p40">
            <a:extLst>
              <a:ext uri="{FF2B5EF4-FFF2-40B4-BE49-F238E27FC236}">
                <a16:creationId xmlns:a16="http://schemas.microsoft.com/office/drawing/2014/main" id="{C025B2E9-C4A3-574B-8F9E-E7DA265A07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2744" y="166056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Caso de estudio</a:t>
            </a:r>
            <a:br>
              <a:rPr lang="es-MX" dirty="0"/>
            </a:br>
            <a:endParaRPr lang="es-MX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22616AE-9B8A-C169-F74F-B59B114F3EAB}"/>
              </a:ext>
            </a:extLst>
          </p:cNvPr>
          <p:cNvSpPr txBox="1"/>
          <p:nvPr/>
        </p:nvSpPr>
        <p:spPr>
          <a:xfrm>
            <a:off x="987023" y="738756"/>
            <a:ext cx="771750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s-MX" sz="2000" dirty="0">
                <a:latin typeface="DM Sans" pitchFamily="2" charset="0"/>
              </a:rPr>
              <a:t>Identificar mínimo: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2000" dirty="0">
                <a:latin typeface="DM Sans" pitchFamily="2" charset="0"/>
              </a:rPr>
              <a:t>5 beneficios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2000" dirty="0">
                <a:latin typeface="DM Sans" pitchFamily="2" charset="0"/>
              </a:rPr>
              <a:t>5 riesgos</a:t>
            </a:r>
          </a:p>
          <a:p>
            <a:pPr marL="342900" lvl="0" indent="-342900" algn="just" fontAlgn="t">
              <a:buFont typeface="Arial" panose="020B0604020202020204" pitchFamily="34" charset="0"/>
              <a:buChar char="•"/>
            </a:pPr>
            <a:endParaRPr lang="es-MX" sz="2000" dirty="0">
              <a:latin typeface="DM Sans" pitchFamily="2" charset="0"/>
            </a:endParaRPr>
          </a:p>
          <a:p>
            <a:pPr lvl="0" fontAlgn="t"/>
            <a:r>
              <a:rPr lang="es-MX" sz="2000" b="1" dirty="0">
                <a:latin typeface="DM Sans" pitchFamily="2" charset="0"/>
              </a:rPr>
              <a:t>¿Qué proveedor de nube elegirían?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s-MX" sz="2000" dirty="0">
                <a:latin typeface="DM Sans" pitchFamily="2" charset="0"/>
              </a:rPr>
              <a:t>AWS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s-MX" sz="2000" dirty="0">
                <a:latin typeface="DM Sans" pitchFamily="2" charset="0"/>
              </a:rPr>
              <a:t>Microsoft Azure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s-MX" sz="2000" dirty="0">
                <a:latin typeface="DM Sans" pitchFamily="2" charset="0"/>
              </a:rPr>
              <a:t>Google Cloud</a:t>
            </a:r>
          </a:p>
          <a:p>
            <a:pPr lvl="0" fontAlgn="t"/>
            <a:r>
              <a:rPr lang="es-MX" sz="2000" b="1" dirty="0">
                <a:latin typeface="DM Sans" pitchFamily="2" charset="0"/>
              </a:rPr>
              <a:t>¿Qué ventajas ofrece dicho proveedor?</a:t>
            </a:r>
          </a:p>
          <a:p>
            <a:pPr lvl="0" fontAlgn="t"/>
            <a:r>
              <a:rPr lang="es-MX" sz="2000" b="1" dirty="0">
                <a:latin typeface="DM Sans" pitchFamily="2" charset="0"/>
              </a:rPr>
              <a:t>¿Qué casos de éxito existen en México?</a:t>
            </a:r>
          </a:p>
          <a:p>
            <a:pPr lvl="0" algn="just" fontAlgn="t"/>
            <a:r>
              <a:rPr lang="es-MX" sz="2000" b="1" dirty="0">
                <a:latin typeface="DM Sans" pitchFamily="2" charset="0"/>
              </a:rPr>
              <a:t>¿Cómo contribuye la nube a la transformación digital de organizaciones mexicanas?</a:t>
            </a:r>
          </a:p>
          <a:p>
            <a:pPr lvl="0" fontAlgn="t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481971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9">
          <a:extLst>
            <a:ext uri="{FF2B5EF4-FFF2-40B4-BE49-F238E27FC236}">
              <a16:creationId xmlns:a16="http://schemas.microsoft.com/office/drawing/2014/main" id="{9A95E343-0CBE-FD87-F384-B75FA0799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33;p40">
            <a:extLst>
              <a:ext uri="{FF2B5EF4-FFF2-40B4-BE49-F238E27FC236}">
                <a16:creationId xmlns:a16="http://schemas.microsoft.com/office/drawing/2014/main" id="{943E37DC-FCF5-FC26-46C4-2D82079401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2744" y="166056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Proyecto</a:t>
            </a:r>
            <a:br>
              <a:rPr lang="es-MX" dirty="0"/>
            </a:br>
            <a:endParaRPr lang="es-MX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7E844A2-A59B-BD00-E6C0-5B43F8C812F9}"/>
              </a:ext>
            </a:extLst>
          </p:cNvPr>
          <p:cNvSpPr txBox="1"/>
          <p:nvPr/>
        </p:nvSpPr>
        <p:spPr>
          <a:xfrm>
            <a:off x="852760" y="1343190"/>
            <a:ext cx="8094984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t">
              <a:buClr>
                <a:schemeClr val="tx1">
                  <a:lumMod val="75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es-MX" sz="2400" dirty="0">
                <a:latin typeface="DM Sans" pitchFamily="2" charset="0"/>
              </a:rPr>
              <a:t>Análisis de Ventas de una Tienda</a:t>
            </a:r>
          </a:p>
          <a:p>
            <a:pPr marL="342900" indent="-342900" fontAlgn="t">
              <a:buClr>
                <a:schemeClr val="tx1">
                  <a:lumMod val="75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es-MX" sz="2400" dirty="0">
                <a:latin typeface="DM Sans" pitchFamily="2" charset="0"/>
              </a:rPr>
              <a:t>Sistema de Análisis Académico Universitario</a:t>
            </a:r>
          </a:p>
          <a:p>
            <a:pPr marL="342900" indent="-342900" fontAlgn="t">
              <a:buClr>
                <a:schemeClr val="tx1">
                  <a:lumMod val="75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es-MX" sz="2400" dirty="0">
                <a:latin typeface="DM Sans" pitchFamily="2" charset="0"/>
              </a:rPr>
              <a:t>Base de Datos para Análisis de COVID o Salud</a:t>
            </a:r>
          </a:p>
          <a:p>
            <a:pPr marL="342900" indent="-342900" fontAlgn="t">
              <a:buClr>
                <a:schemeClr val="tx1">
                  <a:lumMod val="75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es-MX" sz="2400" dirty="0">
                <a:latin typeface="DM Sans" pitchFamily="2" charset="0"/>
              </a:rPr>
              <a:t>Sistema de Recomendación de Películas</a:t>
            </a:r>
          </a:p>
          <a:p>
            <a:pPr marL="342900" indent="-342900" fontAlgn="t">
              <a:buClr>
                <a:schemeClr val="tx1">
                  <a:lumMod val="75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es-MX" sz="2400" dirty="0">
                <a:latin typeface="DM Sans" pitchFamily="2" charset="0"/>
              </a:rPr>
              <a:t>Análisis de Redes Sociales</a:t>
            </a:r>
          </a:p>
          <a:p>
            <a:pPr marL="342900" indent="-342900" fontAlgn="t">
              <a:buFont typeface="Arial"/>
              <a:buAutoNum type="arabicPeriod"/>
            </a:pPr>
            <a:endParaRPr lang="es-MX" dirty="0"/>
          </a:p>
          <a:p>
            <a:pPr marL="342900" indent="-342900" fontAlgn="t">
              <a:buFont typeface="Arial"/>
              <a:buAutoNum type="arabicPeriod"/>
            </a:pPr>
            <a:endParaRPr lang="es-MX" dirty="0"/>
          </a:p>
          <a:p>
            <a:pPr marL="342900" indent="-342900" fontAlgn="t">
              <a:buFont typeface="Arial"/>
              <a:buAutoNum type="arabicPeriod"/>
            </a:pPr>
            <a:endParaRPr lang="es-MX" dirty="0"/>
          </a:p>
          <a:p>
            <a:pPr marL="342900" indent="-342900" fontAlgn="t">
              <a:buAutoNum type="arabicPeriod"/>
            </a:pPr>
            <a:endParaRPr lang="es-MX" dirty="0"/>
          </a:p>
          <a:p>
            <a:pPr lvl="0" fontAlgn="t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700563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9">
          <a:extLst>
            <a:ext uri="{FF2B5EF4-FFF2-40B4-BE49-F238E27FC236}">
              <a16:creationId xmlns:a16="http://schemas.microsoft.com/office/drawing/2014/main" id="{78D45FBC-07A7-6017-6441-3B7C09589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33;p40">
            <a:extLst>
              <a:ext uri="{FF2B5EF4-FFF2-40B4-BE49-F238E27FC236}">
                <a16:creationId xmlns:a16="http://schemas.microsoft.com/office/drawing/2014/main" id="{C88BD780-F469-BE2D-FC20-F299E49BB3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791" y="15055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sz="3600" dirty="0"/>
              <a:t>Evaluación</a:t>
            </a:r>
            <a:br>
              <a:rPr lang="es-MX" dirty="0"/>
            </a:br>
            <a:endParaRPr lang="es-MX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6C5F1DB-EEA1-B8F4-3615-7BD03DBB3587}"/>
              </a:ext>
            </a:extLst>
          </p:cNvPr>
          <p:cNvSpPr txBox="1"/>
          <p:nvPr/>
        </p:nvSpPr>
        <p:spPr>
          <a:xfrm>
            <a:off x="2208508" y="1343190"/>
            <a:ext cx="6739236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t">
              <a:buClr>
                <a:schemeClr val="tx1">
                  <a:lumMod val="75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es-MX" sz="2400" dirty="0">
                <a:latin typeface="DM Sans" pitchFamily="2" charset="0"/>
              </a:rPr>
              <a:t>Descripción del proyecto</a:t>
            </a:r>
          </a:p>
          <a:p>
            <a:pPr marL="342900" indent="-342900" fontAlgn="t">
              <a:buClr>
                <a:schemeClr val="tx1">
                  <a:lumMod val="75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es-MX" sz="2400" dirty="0">
                <a:latin typeface="DM Sans" pitchFamily="2" charset="0"/>
              </a:rPr>
              <a:t>Objetivo general y específico</a:t>
            </a:r>
          </a:p>
          <a:p>
            <a:pPr marL="342900" indent="-342900" fontAlgn="t">
              <a:buClr>
                <a:schemeClr val="tx1">
                  <a:lumMod val="75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es-MX" sz="2400" dirty="0">
                <a:latin typeface="DM Sans" pitchFamily="2" charset="0"/>
              </a:rPr>
              <a:t>Alcance del proyecto</a:t>
            </a:r>
          </a:p>
          <a:p>
            <a:pPr marL="342900" indent="-342900" fontAlgn="t">
              <a:buClr>
                <a:schemeClr val="tx1">
                  <a:lumMod val="75000"/>
                </a:schemeClr>
              </a:buClr>
              <a:buSzPct val="150000"/>
              <a:buFont typeface="Arial" panose="020B0604020202020204" pitchFamily="34" charset="0"/>
              <a:buChar char="•"/>
            </a:pPr>
            <a:r>
              <a:rPr lang="es-MX" sz="2400" dirty="0">
                <a:latin typeface="DM Sans" pitchFamily="2" charset="0"/>
              </a:rPr>
              <a:t>Fuente de obtención del conjunto de datos</a:t>
            </a:r>
          </a:p>
          <a:p>
            <a:pPr fontAlgn="t"/>
            <a:endParaRPr lang="es-MX" dirty="0"/>
          </a:p>
          <a:p>
            <a:pPr marL="342900" indent="-342900" fontAlgn="t">
              <a:buFont typeface="Arial"/>
              <a:buAutoNum type="arabicPeriod"/>
            </a:pPr>
            <a:endParaRPr lang="es-MX" dirty="0"/>
          </a:p>
          <a:p>
            <a:pPr marL="342900" indent="-342900" fontAlgn="t">
              <a:buFont typeface="Arial"/>
              <a:buAutoNum type="arabicPeriod"/>
            </a:pPr>
            <a:endParaRPr lang="es-MX" dirty="0"/>
          </a:p>
          <a:p>
            <a:pPr marL="342900" indent="-342900" fontAlgn="t">
              <a:buAutoNum type="arabicPeriod"/>
            </a:pPr>
            <a:endParaRPr lang="es-MX" dirty="0"/>
          </a:p>
          <a:p>
            <a:pPr lvl="0" fontAlgn="t"/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C338974-96BC-8BE5-9FA1-DBF714E23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2" y="1053884"/>
            <a:ext cx="2209120" cy="254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5944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9">
          <a:extLst>
            <a:ext uri="{FF2B5EF4-FFF2-40B4-BE49-F238E27FC236}">
              <a16:creationId xmlns:a16="http://schemas.microsoft.com/office/drawing/2014/main" id="{3C018A7F-86CA-CC11-C21F-7308954B9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1354;p46">
            <a:extLst>
              <a:ext uri="{FF2B5EF4-FFF2-40B4-BE49-F238E27FC236}">
                <a16:creationId xmlns:a16="http://schemas.microsoft.com/office/drawing/2014/main" id="{B6F7E859-1F5D-C24C-B98A-C0B3EB91F809}"/>
              </a:ext>
            </a:extLst>
          </p:cNvPr>
          <p:cNvGrpSpPr/>
          <p:nvPr/>
        </p:nvGrpSpPr>
        <p:grpSpPr>
          <a:xfrm>
            <a:off x="4984885" y="952956"/>
            <a:ext cx="3460669" cy="3679360"/>
            <a:chOff x="4977785" y="924631"/>
            <a:chExt cx="3460669" cy="3679360"/>
          </a:xfrm>
        </p:grpSpPr>
        <p:grpSp>
          <p:nvGrpSpPr>
            <p:cNvPr id="6" name="Google Shape;1355;p46">
              <a:extLst>
                <a:ext uri="{FF2B5EF4-FFF2-40B4-BE49-F238E27FC236}">
                  <a16:creationId xmlns:a16="http://schemas.microsoft.com/office/drawing/2014/main" id="{4148C724-38E2-A26F-23FE-1A2EA35D2E0D}"/>
                </a:ext>
              </a:extLst>
            </p:cNvPr>
            <p:cNvGrpSpPr/>
            <p:nvPr/>
          </p:nvGrpSpPr>
          <p:grpSpPr>
            <a:xfrm>
              <a:off x="5409492" y="1599100"/>
              <a:ext cx="1988668" cy="1400059"/>
              <a:chOff x="3622711" y="1331469"/>
              <a:chExt cx="959226" cy="675313"/>
            </a:xfrm>
          </p:grpSpPr>
          <p:sp>
            <p:nvSpPr>
              <p:cNvPr id="1216" name="Google Shape;1356;p46">
                <a:extLst>
                  <a:ext uri="{FF2B5EF4-FFF2-40B4-BE49-F238E27FC236}">
                    <a16:creationId xmlns:a16="http://schemas.microsoft.com/office/drawing/2014/main" id="{0462B8C8-25FA-AD3F-0540-BE2161A461C8}"/>
                  </a:ext>
                </a:extLst>
              </p:cNvPr>
              <p:cNvSpPr/>
              <p:nvPr/>
            </p:nvSpPr>
            <p:spPr>
              <a:xfrm>
                <a:off x="3622711" y="1331469"/>
                <a:ext cx="959226" cy="67531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65" extrusionOk="0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357;p46">
                <a:extLst>
                  <a:ext uri="{FF2B5EF4-FFF2-40B4-BE49-F238E27FC236}">
                    <a16:creationId xmlns:a16="http://schemas.microsoft.com/office/drawing/2014/main" id="{83EEE7E0-056C-7608-2D91-27CC78FCB192}"/>
                  </a:ext>
                </a:extLst>
              </p:cNvPr>
              <p:cNvSpPr/>
              <p:nvPr/>
            </p:nvSpPr>
            <p:spPr>
              <a:xfrm>
                <a:off x="3728165" y="1367972"/>
                <a:ext cx="750345" cy="332586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64" extrusionOk="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rgbClr val="41578B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358;p46">
                <a:extLst>
                  <a:ext uri="{FF2B5EF4-FFF2-40B4-BE49-F238E27FC236}">
                    <a16:creationId xmlns:a16="http://schemas.microsoft.com/office/drawing/2014/main" id="{DAA0FD89-0AE7-8F03-3140-86925967CD09}"/>
                  </a:ext>
                </a:extLst>
              </p:cNvPr>
              <p:cNvSpPr/>
              <p:nvPr/>
            </p:nvSpPr>
            <p:spPr>
              <a:xfrm>
                <a:off x="3963408" y="1513985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359;p46">
                <a:extLst>
                  <a:ext uri="{FF2B5EF4-FFF2-40B4-BE49-F238E27FC236}">
                    <a16:creationId xmlns:a16="http://schemas.microsoft.com/office/drawing/2014/main" id="{86DFD6AB-C92D-D786-2AE3-32FD68512759}"/>
                  </a:ext>
                </a:extLst>
              </p:cNvPr>
              <p:cNvSpPr/>
              <p:nvPr/>
            </p:nvSpPr>
            <p:spPr>
              <a:xfrm>
                <a:off x="4083059" y="1597131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360;p46">
                <a:extLst>
                  <a:ext uri="{FF2B5EF4-FFF2-40B4-BE49-F238E27FC236}">
                    <a16:creationId xmlns:a16="http://schemas.microsoft.com/office/drawing/2014/main" id="{E78FB32E-88B8-F4BB-2801-3F2416C606B8}"/>
                  </a:ext>
                </a:extLst>
              </p:cNvPr>
              <p:cNvSpPr/>
              <p:nvPr/>
            </p:nvSpPr>
            <p:spPr>
              <a:xfrm>
                <a:off x="4208792" y="144503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361;p46">
                <a:extLst>
                  <a:ext uri="{FF2B5EF4-FFF2-40B4-BE49-F238E27FC236}">
                    <a16:creationId xmlns:a16="http://schemas.microsoft.com/office/drawing/2014/main" id="{61E2F593-CBAC-D375-B666-04DC4EBA3BE1}"/>
                  </a:ext>
                </a:extLst>
              </p:cNvPr>
              <p:cNvSpPr/>
              <p:nvPr/>
            </p:nvSpPr>
            <p:spPr>
              <a:xfrm>
                <a:off x="4332497" y="1516013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362;p46">
                <a:extLst>
                  <a:ext uri="{FF2B5EF4-FFF2-40B4-BE49-F238E27FC236}">
                    <a16:creationId xmlns:a16="http://schemas.microsoft.com/office/drawing/2014/main" id="{7508BEDC-10F7-81F4-303C-22C6806F1BA0}"/>
                  </a:ext>
                </a:extLst>
              </p:cNvPr>
              <p:cNvSpPr/>
              <p:nvPr/>
            </p:nvSpPr>
            <p:spPr>
              <a:xfrm>
                <a:off x="4458231" y="1351748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363;p46">
                <a:extLst>
                  <a:ext uri="{FF2B5EF4-FFF2-40B4-BE49-F238E27FC236}">
                    <a16:creationId xmlns:a16="http://schemas.microsoft.com/office/drawing/2014/main" id="{AD7142DB-8A50-8549-C071-69779F033E0F}"/>
                  </a:ext>
                </a:extLst>
              </p:cNvPr>
              <p:cNvSpPr/>
              <p:nvPr/>
            </p:nvSpPr>
            <p:spPr>
              <a:xfrm>
                <a:off x="3709914" y="167825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364;p46">
                <a:extLst>
                  <a:ext uri="{FF2B5EF4-FFF2-40B4-BE49-F238E27FC236}">
                    <a16:creationId xmlns:a16="http://schemas.microsoft.com/office/drawing/2014/main" id="{48EEE8B3-91B5-7CA0-EAC4-A1DEF97491DF}"/>
                  </a:ext>
                </a:extLst>
              </p:cNvPr>
              <p:cNvSpPr/>
              <p:nvPr/>
            </p:nvSpPr>
            <p:spPr>
              <a:xfrm>
                <a:off x="3701802" y="1765453"/>
                <a:ext cx="66923" cy="152098"/>
              </a:xfrm>
              <a:custGeom>
                <a:avLst/>
                <a:gdLst/>
                <a:ahLst/>
                <a:cxnLst/>
                <a:rect l="l" t="t" r="r" b="b"/>
                <a:pathLst>
                  <a:path w="36" h="83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5" name="Google Shape;1365;p46">
                <a:extLst>
                  <a:ext uri="{FF2B5EF4-FFF2-40B4-BE49-F238E27FC236}">
                    <a16:creationId xmlns:a16="http://schemas.microsoft.com/office/drawing/2014/main" id="{8B356F4F-A6E2-8782-8272-53F53283CE86}"/>
                  </a:ext>
                </a:extLst>
              </p:cNvPr>
              <p:cNvSpPr/>
              <p:nvPr/>
            </p:nvSpPr>
            <p:spPr>
              <a:xfrm>
                <a:off x="3825507" y="1694474"/>
                <a:ext cx="66923" cy="223076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1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6" name="Google Shape;1366;p46">
                <a:extLst>
                  <a:ext uri="{FF2B5EF4-FFF2-40B4-BE49-F238E27FC236}">
                    <a16:creationId xmlns:a16="http://schemas.microsoft.com/office/drawing/2014/main" id="{61A27AEB-6F15-3C76-8026-F16234D4BD24}"/>
                  </a:ext>
                </a:extLst>
              </p:cNvPr>
              <p:cNvSpPr/>
              <p:nvPr/>
            </p:nvSpPr>
            <p:spPr>
              <a:xfrm>
                <a:off x="3947185" y="1621467"/>
                <a:ext cx="66923" cy="296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0" extrusionOk="0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7" name="Google Shape;1367;p46">
                <a:extLst>
                  <a:ext uri="{FF2B5EF4-FFF2-40B4-BE49-F238E27FC236}">
                    <a16:creationId xmlns:a16="http://schemas.microsoft.com/office/drawing/2014/main" id="{C83B03D7-71DB-1F74-6812-E0A765D4F752}"/>
                  </a:ext>
                </a:extLst>
              </p:cNvPr>
              <p:cNvSpPr/>
              <p:nvPr/>
            </p:nvSpPr>
            <p:spPr>
              <a:xfrm>
                <a:off x="4072918" y="1678250"/>
                <a:ext cx="64895" cy="23930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9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8" name="Google Shape;1368;p46">
                <a:extLst>
                  <a:ext uri="{FF2B5EF4-FFF2-40B4-BE49-F238E27FC236}">
                    <a16:creationId xmlns:a16="http://schemas.microsoft.com/office/drawing/2014/main" id="{5171E0D0-6A15-E06B-63E7-C5D4D14FED36}"/>
                  </a:ext>
                </a:extLst>
              </p:cNvPr>
              <p:cNvSpPr/>
              <p:nvPr/>
            </p:nvSpPr>
            <p:spPr>
              <a:xfrm>
                <a:off x="4196624" y="1548460"/>
                <a:ext cx="66923" cy="369089"/>
              </a:xfrm>
              <a:custGeom>
                <a:avLst/>
                <a:gdLst/>
                <a:ahLst/>
                <a:cxnLst/>
                <a:rect l="l" t="t" r="r" b="b"/>
                <a:pathLst>
                  <a:path w="36" h="199" extrusionOk="0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9" name="Google Shape;1369;p46">
                <a:extLst>
                  <a:ext uri="{FF2B5EF4-FFF2-40B4-BE49-F238E27FC236}">
                    <a16:creationId xmlns:a16="http://schemas.microsoft.com/office/drawing/2014/main" id="{C2B575A3-075F-5614-D49D-8FDBD8C10448}"/>
                  </a:ext>
                </a:extLst>
              </p:cNvPr>
              <p:cNvSpPr/>
              <p:nvPr/>
            </p:nvSpPr>
            <p:spPr>
              <a:xfrm>
                <a:off x="4318302" y="1609299"/>
                <a:ext cx="66923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7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370;p46">
                <a:extLst>
                  <a:ext uri="{FF2B5EF4-FFF2-40B4-BE49-F238E27FC236}">
                    <a16:creationId xmlns:a16="http://schemas.microsoft.com/office/drawing/2014/main" id="{123DC108-938B-AAA0-8B5F-E9544A768E36}"/>
                  </a:ext>
                </a:extLst>
              </p:cNvPr>
              <p:cNvSpPr/>
              <p:nvPr/>
            </p:nvSpPr>
            <p:spPr>
              <a:xfrm>
                <a:off x="4442007" y="1459230"/>
                <a:ext cx="66923" cy="458319"/>
              </a:xfrm>
              <a:custGeom>
                <a:avLst/>
                <a:gdLst/>
                <a:ahLst/>
                <a:cxnLst/>
                <a:rect l="l" t="t" r="r" b="b"/>
                <a:pathLst>
                  <a:path w="36" h="248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" name="Google Shape;1371;p46">
              <a:extLst>
                <a:ext uri="{FF2B5EF4-FFF2-40B4-BE49-F238E27FC236}">
                  <a16:creationId xmlns:a16="http://schemas.microsoft.com/office/drawing/2014/main" id="{8398CAFE-2EFD-059B-0901-819A09173DF8}"/>
                </a:ext>
              </a:extLst>
            </p:cNvPr>
            <p:cNvGrpSpPr/>
            <p:nvPr/>
          </p:nvGrpSpPr>
          <p:grpSpPr>
            <a:xfrm flipH="1">
              <a:off x="6979971" y="1968812"/>
              <a:ext cx="1458483" cy="2635179"/>
              <a:chOff x="5132143" y="1520276"/>
              <a:chExt cx="1241051" cy="2242324"/>
            </a:xfrm>
          </p:grpSpPr>
          <p:sp>
            <p:nvSpPr>
              <p:cNvPr id="37" name="Google Shape;1372;p46">
                <a:extLst>
                  <a:ext uri="{FF2B5EF4-FFF2-40B4-BE49-F238E27FC236}">
                    <a16:creationId xmlns:a16="http://schemas.microsoft.com/office/drawing/2014/main" id="{C14C5F47-0ED8-8738-5E9F-6A439D6EE3B0}"/>
                  </a:ext>
                </a:extLst>
              </p:cNvPr>
              <p:cNvSpPr/>
              <p:nvPr/>
            </p:nvSpPr>
            <p:spPr>
              <a:xfrm flipH="1">
                <a:off x="5171192" y="3562026"/>
                <a:ext cx="209023" cy="187554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45" extrusionOk="0">
                    <a:moveTo>
                      <a:pt x="0" y="10"/>
                    </a:moveTo>
                    <a:lnTo>
                      <a:pt x="14" y="190"/>
                    </a:lnTo>
                    <a:lnTo>
                      <a:pt x="273" y="245"/>
                    </a:lnTo>
                    <a:lnTo>
                      <a:pt x="141" y="111"/>
                    </a:lnTo>
                    <a:lnTo>
                      <a:pt x="109" y="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1373;p46">
                <a:extLst>
                  <a:ext uri="{FF2B5EF4-FFF2-40B4-BE49-F238E27FC236}">
                    <a16:creationId xmlns:a16="http://schemas.microsoft.com/office/drawing/2014/main" id="{A7DCAD31-82CC-A060-F7E4-2B137139DCCA}"/>
                  </a:ext>
                </a:extLst>
              </p:cNvPr>
              <p:cNvSpPr/>
              <p:nvPr/>
            </p:nvSpPr>
            <p:spPr>
              <a:xfrm flipH="1">
                <a:off x="5132143" y="3634751"/>
                <a:ext cx="265681" cy="12784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167" extrusionOk="0">
                    <a:moveTo>
                      <a:pt x="164" y="0"/>
                    </a:moveTo>
                    <a:lnTo>
                      <a:pt x="347" y="162"/>
                    </a:lnTo>
                    <a:lnTo>
                      <a:pt x="0" y="167"/>
                    </a:lnTo>
                    <a:lnTo>
                      <a:pt x="23" y="2"/>
                    </a:lnTo>
                    <a:lnTo>
                      <a:pt x="93" y="69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1374;p46">
                <a:extLst>
                  <a:ext uri="{FF2B5EF4-FFF2-40B4-BE49-F238E27FC236}">
                    <a16:creationId xmlns:a16="http://schemas.microsoft.com/office/drawing/2014/main" id="{8E45C684-A95C-1908-EE5E-95A63D6CA7E9}"/>
                  </a:ext>
                </a:extLst>
              </p:cNvPr>
              <p:cNvSpPr/>
              <p:nvPr/>
            </p:nvSpPr>
            <p:spPr>
              <a:xfrm flipH="1">
                <a:off x="5245460" y="3649296"/>
                <a:ext cx="26798" cy="19138"/>
              </a:xfrm>
              <a:custGeom>
                <a:avLst/>
                <a:gdLst/>
                <a:ahLst/>
                <a:cxnLst/>
                <a:rect l="l" t="t" r="r" b="b"/>
                <a:pathLst>
                  <a:path w="35" h="25" extrusionOk="0">
                    <a:moveTo>
                      <a:pt x="3" y="25"/>
                    </a:moveTo>
                    <a:lnTo>
                      <a:pt x="0" y="20"/>
                    </a:lnTo>
                    <a:lnTo>
                      <a:pt x="33" y="0"/>
                    </a:lnTo>
                    <a:lnTo>
                      <a:pt x="35" y="4"/>
                    </a:lnTo>
                    <a:lnTo>
                      <a:pt x="3" y="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1375;p46">
                <a:extLst>
                  <a:ext uri="{FF2B5EF4-FFF2-40B4-BE49-F238E27FC236}">
                    <a16:creationId xmlns:a16="http://schemas.microsoft.com/office/drawing/2014/main" id="{166E036A-5527-5B38-5977-D1832179CF83}"/>
                  </a:ext>
                </a:extLst>
              </p:cNvPr>
              <p:cNvSpPr/>
              <p:nvPr/>
            </p:nvSpPr>
            <p:spPr>
              <a:xfrm flipH="1">
                <a:off x="5224021" y="3660013"/>
                <a:ext cx="26798" cy="19138"/>
              </a:xfrm>
              <a:custGeom>
                <a:avLst/>
                <a:gdLst/>
                <a:ahLst/>
                <a:cxnLst/>
                <a:rect l="l" t="t" r="r" b="b"/>
                <a:pathLst>
                  <a:path w="35" h="25" extrusionOk="0">
                    <a:moveTo>
                      <a:pt x="5" y="25"/>
                    </a:moveTo>
                    <a:lnTo>
                      <a:pt x="0" y="20"/>
                    </a:lnTo>
                    <a:lnTo>
                      <a:pt x="32" y="0"/>
                    </a:lnTo>
                    <a:lnTo>
                      <a:pt x="35" y="4"/>
                    </a:lnTo>
                    <a:lnTo>
                      <a:pt x="5" y="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1376;p46">
                <a:extLst>
                  <a:ext uri="{FF2B5EF4-FFF2-40B4-BE49-F238E27FC236}">
                    <a16:creationId xmlns:a16="http://schemas.microsoft.com/office/drawing/2014/main" id="{9CB8F72A-9AFE-F109-FAB0-CA6C03A0F18E}"/>
                  </a:ext>
                </a:extLst>
              </p:cNvPr>
              <p:cNvSpPr/>
              <p:nvPr/>
            </p:nvSpPr>
            <p:spPr>
              <a:xfrm flipH="1">
                <a:off x="5749192" y="3588825"/>
                <a:ext cx="205194" cy="168415"/>
              </a:xfrm>
              <a:custGeom>
                <a:avLst/>
                <a:gdLst/>
                <a:ahLst/>
                <a:cxnLst/>
                <a:rect l="l" t="t" r="r" b="b"/>
                <a:pathLst>
                  <a:path w="268" h="220" extrusionOk="0">
                    <a:moveTo>
                      <a:pt x="245" y="7"/>
                    </a:moveTo>
                    <a:lnTo>
                      <a:pt x="268" y="160"/>
                    </a:lnTo>
                    <a:lnTo>
                      <a:pt x="0" y="220"/>
                    </a:lnTo>
                    <a:lnTo>
                      <a:pt x="144" y="84"/>
                    </a:lnTo>
                    <a:lnTo>
                      <a:pt x="134" y="0"/>
                    </a:lnTo>
                    <a:lnTo>
                      <a:pt x="245" y="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1377;p46">
                <a:extLst>
                  <a:ext uri="{FF2B5EF4-FFF2-40B4-BE49-F238E27FC236}">
                    <a16:creationId xmlns:a16="http://schemas.microsoft.com/office/drawing/2014/main" id="{03EC219F-E730-B5CD-4013-8CFC27DD5344}"/>
                  </a:ext>
                </a:extLst>
              </p:cNvPr>
              <p:cNvSpPr/>
              <p:nvPr/>
            </p:nvSpPr>
            <p:spPr>
              <a:xfrm flipH="1">
                <a:off x="5738472" y="3645474"/>
                <a:ext cx="236587" cy="117125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53" extrusionOk="0">
                    <a:moveTo>
                      <a:pt x="159" y="0"/>
                    </a:moveTo>
                    <a:lnTo>
                      <a:pt x="0" y="153"/>
                    </a:lnTo>
                    <a:lnTo>
                      <a:pt x="309" y="151"/>
                    </a:lnTo>
                    <a:lnTo>
                      <a:pt x="286" y="7"/>
                    </a:lnTo>
                    <a:lnTo>
                      <a:pt x="238" y="72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1378;p46">
                <a:extLst>
                  <a:ext uri="{FF2B5EF4-FFF2-40B4-BE49-F238E27FC236}">
                    <a16:creationId xmlns:a16="http://schemas.microsoft.com/office/drawing/2014/main" id="{B2F80C91-F831-71EC-7F7C-2C18F480B640}"/>
                  </a:ext>
                </a:extLst>
              </p:cNvPr>
              <p:cNvSpPr/>
              <p:nvPr/>
            </p:nvSpPr>
            <p:spPr>
              <a:xfrm flipH="1">
                <a:off x="5851789" y="3660019"/>
                <a:ext cx="26032" cy="17607"/>
              </a:xfrm>
              <a:custGeom>
                <a:avLst/>
                <a:gdLst/>
                <a:ahLst/>
                <a:cxnLst/>
                <a:rect l="l" t="t" r="r" b="b"/>
                <a:pathLst>
                  <a:path w="34" h="23" extrusionOk="0">
                    <a:moveTo>
                      <a:pt x="32" y="23"/>
                    </a:moveTo>
                    <a:lnTo>
                      <a:pt x="0" y="4"/>
                    </a:lnTo>
                    <a:lnTo>
                      <a:pt x="2" y="0"/>
                    </a:lnTo>
                    <a:lnTo>
                      <a:pt x="34" y="18"/>
                    </a:lnTo>
                    <a:lnTo>
                      <a:pt x="32" y="2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1379;p46">
                <a:extLst>
                  <a:ext uri="{FF2B5EF4-FFF2-40B4-BE49-F238E27FC236}">
                    <a16:creationId xmlns:a16="http://schemas.microsoft.com/office/drawing/2014/main" id="{A29E9C3A-2C45-072E-4100-8EEAA8BC9950}"/>
                  </a:ext>
                </a:extLst>
              </p:cNvPr>
              <p:cNvSpPr/>
              <p:nvPr/>
            </p:nvSpPr>
            <p:spPr>
              <a:xfrm flipH="1">
                <a:off x="5872461" y="3670737"/>
                <a:ext cx="26798" cy="17607"/>
              </a:xfrm>
              <a:custGeom>
                <a:avLst/>
                <a:gdLst/>
                <a:ahLst/>
                <a:cxnLst/>
                <a:rect l="l" t="t" r="r" b="b"/>
                <a:pathLst>
                  <a:path w="35" h="23" extrusionOk="0">
                    <a:moveTo>
                      <a:pt x="32" y="23"/>
                    </a:moveTo>
                    <a:lnTo>
                      <a:pt x="0" y="4"/>
                    </a:lnTo>
                    <a:lnTo>
                      <a:pt x="2" y="0"/>
                    </a:lnTo>
                    <a:lnTo>
                      <a:pt x="35" y="18"/>
                    </a:lnTo>
                    <a:lnTo>
                      <a:pt x="32" y="2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1380;p46">
                <a:extLst>
                  <a:ext uri="{FF2B5EF4-FFF2-40B4-BE49-F238E27FC236}">
                    <a16:creationId xmlns:a16="http://schemas.microsoft.com/office/drawing/2014/main" id="{BB3CEB69-135C-D6D5-7F3B-44A10DD33B06}"/>
                  </a:ext>
                </a:extLst>
              </p:cNvPr>
              <p:cNvSpPr/>
              <p:nvPr/>
            </p:nvSpPr>
            <p:spPr>
              <a:xfrm rot="-633488" flipH="1">
                <a:off x="5673471" y="1766217"/>
                <a:ext cx="128195" cy="253687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1381;p46">
                <a:extLst>
                  <a:ext uri="{FF2B5EF4-FFF2-40B4-BE49-F238E27FC236}">
                    <a16:creationId xmlns:a16="http://schemas.microsoft.com/office/drawing/2014/main" id="{83D178A0-798A-E74C-B78B-A0450D078925}"/>
                  </a:ext>
                </a:extLst>
              </p:cNvPr>
              <p:cNvSpPr/>
              <p:nvPr/>
            </p:nvSpPr>
            <p:spPr>
              <a:xfrm>
                <a:off x="5738480" y="1670962"/>
                <a:ext cx="0" cy="172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1382;p46">
                <a:extLst>
                  <a:ext uri="{FF2B5EF4-FFF2-40B4-BE49-F238E27FC236}">
                    <a16:creationId xmlns:a16="http://schemas.microsoft.com/office/drawing/2014/main" id="{F0E96067-4FDB-7E95-A614-E9FAAB524F98}"/>
                  </a:ext>
                </a:extLst>
              </p:cNvPr>
              <p:cNvSpPr/>
              <p:nvPr/>
            </p:nvSpPr>
            <p:spPr>
              <a:xfrm rot="-633489" flipH="1">
                <a:off x="5671050" y="1807722"/>
                <a:ext cx="125496" cy="130217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1383;p46">
                <a:extLst>
                  <a:ext uri="{FF2B5EF4-FFF2-40B4-BE49-F238E27FC236}">
                    <a16:creationId xmlns:a16="http://schemas.microsoft.com/office/drawing/2014/main" id="{89133B83-1F9B-41E6-C1B2-BA10BE43C910}"/>
                  </a:ext>
                </a:extLst>
              </p:cNvPr>
              <p:cNvSpPr/>
              <p:nvPr/>
            </p:nvSpPr>
            <p:spPr>
              <a:xfrm rot="-633481" flipH="1">
                <a:off x="5635960" y="1614358"/>
                <a:ext cx="237497" cy="284723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1384;p46">
                <a:extLst>
                  <a:ext uri="{FF2B5EF4-FFF2-40B4-BE49-F238E27FC236}">
                    <a16:creationId xmlns:a16="http://schemas.microsoft.com/office/drawing/2014/main" id="{DC093138-E0EE-1E57-86EC-4869A4A42E3B}"/>
                  </a:ext>
                </a:extLst>
              </p:cNvPr>
              <p:cNvSpPr/>
              <p:nvPr/>
            </p:nvSpPr>
            <p:spPr>
              <a:xfrm rot="-633479" flipH="1">
                <a:off x="5700559" y="1773589"/>
                <a:ext cx="39808" cy="22265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1385;p46">
                <a:extLst>
                  <a:ext uri="{FF2B5EF4-FFF2-40B4-BE49-F238E27FC236}">
                    <a16:creationId xmlns:a16="http://schemas.microsoft.com/office/drawing/2014/main" id="{D7BD1217-94F1-5EC9-9158-E01EAD898E31}"/>
                  </a:ext>
                </a:extLst>
              </p:cNvPr>
              <p:cNvSpPr/>
              <p:nvPr/>
            </p:nvSpPr>
            <p:spPr>
              <a:xfrm rot="-633483" flipH="1">
                <a:off x="5851296" y="1772282"/>
                <a:ext cx="24290" cy="16193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1386;p46">
                <a:extLst>
                  <a:ext uri="{FF2B5EF4-FFF2-40B4-BE49-F238E27FC236}">
                    <a16:creationId xmlns:a16="http://schemas.microsoft.com/office/drawing/2014/main" id="{5DDAA9E5-2DD5-756C-63FB-0955B9A7726B}"/>
                  </a:ext>
                </a:extLst>
              </p:cNvPr>
              <p:cNvSpPr/>
              <p:nvPr/>
            </p:nvSpPr>
            <p:spPr>
              <a:xfrm rot="-633483" flipH="1">
                <a:off x="5827115" y="1742475"/>
                <a:ext cx="18892" cy="37783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1387;p46">
                <a:extLst>
                  <a:ext uri="{FF2B5EF4-FFF2-40B4-BE49-F238E27FC236}">
                    <a16:creationId xmlns:a16="http://schemas.microsoft.com/office/drawing/2014/main" id="{047C6C6D-0008-9CB5-E76E-5378ADCE2949}"/>
                  </a:ext>
                </a:extLst>
              </p:cNvPr>
              <p:cNvSpPr/>
              <p:nvPr/>
            </p:nvSpPr>
            <p:spPr>
              <a:xfrm rot="-633483" flipH="1">
                <a:off x="5761344" y="1743130"/>
                <a:ext cx="18217" cy="37783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1388;p46">
                <a:extLst>
                  <a:ext uri="{FF2B5EF4-FFF2-40B4-BE49-F238E27FC236}">
                    <a16:creationId xmlns:a16="http://schemas.microsoft.com/office/drawing/2014/main" id="{48FA3305-0CF5-558F-C19B-F9DAECB67E7B}"/>
                  </a:ext>
                </a:extLst>
              </p:cNvPr>
              <p:cNvSpPr/>
              <p:nvPr/>
            </p:nvSpPr>
            <p:spPr>
              <a:xfrm rot="-633481" flipH="1">
                <a:off x="5716394" y="1692684"/>
                <a:ext cx="62073" cy="57349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1389;p46">
                <a:extLst>
                  <a:ext uri="{FF2B5EF4-FFF2-40B4-BE49-F238E27FC236}">
                    <a16:creationId xmlns:a16="http://schemas.microsoft.com/office/drawing/2014/main" id="{81212920-DC06-4270-C3D4-733E916062FE}"/>
                  </a:ext>
                </a:extLst>
              </p:cNvPr>
              <p:cNvSpPr/>
              <p:nvPr/>
            </p:nvSpPr>
            <p:spPr>
              <a:xfrm rot="-633480" flipH="1">
                <a:off x="5819509" y="1698490"/>
                <a:ext cx="43181" cy="49253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1390;p46">
                <a:extLst>
                  <a:ext uri="{FF2B5EF4-FFF2-40B4-BE49-F238E27FC236}">
                    <a16:creationId xmlns:a16="http://schemas.microsoft.com/office/drawing/2014/main" id="{EE2D83C4-3762-1087-AD37-B85738F5E4F9}"/>
                  </a:ext>
                </a:extLst>
              </p:cNvPr>
              <p:cNvSpPr/>
              <p:nvPr/>
            </p:nvSpPr>
            <p:spPr>
              <a:xfrm rot="-633491" flipH="1">
                <a:off x="5600603" y="1703363"/>
                <a:ext cx="85216" cy="148277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1391;p46">
                <a:extLst>
                  <a:ext uri="{FF2B5EF4-FFF2-40B4-BE49-F238E27FC236}">
                    <a16:creationId xmlns:a16="http://schemas.microsoft.com/office/drawing/2014/main" id="{E1CF7B8B-AD8D-33FE-0CB8-7CC69F7E4858}"/>
                  </a:ext>
                </a:extLst>
              </p:cNvPr>
              <p:cNvSpPr/>
              <p:nvPr/>
            </p:nvSpPr>
            <p:spPr>
              <a:xfrm rot="-633480" flipH="1">
                <a:off x="5591390" y="1546767"/>
                <a:ext cx="311041" cy="236819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1392;p46">
                <a:extLst>
                  <a:ext uri="{FF2B5EF4-FFF2-40B4-BE49-F238E27FC236}">
                    <a16:creationId xmlns:a16="http://schemas.microsoft.com/office/drawing/2014/main" id="{B06FDDC6-4A35-FE1C-845C-C875A7762795}"/>
                  </a:ext>
                </a:extLst>
              </p:cNvPr>
              <p:cNvSpPr/>
              <p:nvPr/>
            </p:nvSpPr>
            <p:spPr>
              <a:xfrm flipH="1">
                <a:off x="6014420" y="2256924"/>
                <a:ext cx="358774" cy="165973"/>
              </a:xfrm>
              <a:custGeom>
                <a:avLst/>
                <a:gdLst/>
                <a:ahLst/>
                <a:cxnLst/>
                <a:rect l="l" t="t" r="r" b="b"/>
                <a:pathLst>
                  <a:path w="350879" h="162321" extrusionOk="0">
                    <a:moveTo>
                      <a:pt x="350880" y="72485"/>
                    </a:moveTo>
                    <a:cubicBezTo>
                      <a:pt x="320971" y="49244"/>
                      <a:pt x="291634" y="25146"/>
                      <a:pt x="263154" y="0"/>
                    </a:cubicBezTo>
                    <a:lnTo>
                      <a:pt x="154188" y="57912"/>
                    </a:lnTo>
                    <a:lnTo>
                      <a:pt x="146283" y="61531"/>
                    </a:lnTo>
                    <a:cubicBezTo>
                      <a:pt x="145616" y="62103"/>
                      <a:pt x="144854" y="62674"/>
                      <a:pt x="144187" y="63246"/>
                    </a:cubicBezTo>
                    <a:lnTo>
                      <a:pt x="133519" y="68866"/>
                    </a:lnTo>
                    <a:cubicBezTo>
                      <a:pt x="132567" y="69247"/>
                      <a:pt x="131805" y="69818"/>
                      <a:pt x="131043" y="70485"/>
                    </a:cubicBezTo>
                    <a:cubicBezTo>
                      <a:pt x="118184" y="73628"/>
                      <a:pt x="49604" y="90869"/>
                      <a:pt x="39412" y="98298"/>
                    </a:cubicBezTo>
                    <a:cubicBezTo>
                      <a:pt x="22077" y="102203"/>
                      <a:pt x="1788" y="107251"/>
                      <a:pt x="74" y="111442"/>
                    </a:cubicBezTo>
                    <a:cubicBezTo>
                      <a:pt x="-2212" y="117157"/>
                      <a:pt x="49223" y="113824"/>
                      <a:pt x="62558" y="114300"/>
                    </a:cubicBezTo>
                    <a:lnTo>
                      <a:pt x="65034" y="115633"/>
                    </a:lnTo>
                    <a:cubicBezTo>
                      <a:pt x="60939" y="118777"/>
                      <a:pt x="37317" y="126873"/>
                      <a:pt x="37317" y="126873"/>
                    </a:cubicBezTo>
                    <a:cubicBezTo>
                      <a:pt x="36174" y="127349"/>
                      <a:pt x="3503" y="140779"/>
                      <a:pt x="8646" y="145066"/>
                    </a:cubicBezTo>
                    <a:cubicBezTo>
                      <a:pt x="13790" y="149447"/>
                      <a:pt x="87323" y="125063"/>
                      <a:pt x="71892" y="130302"/>
                    </a:cubicBezTo>
                    <a:cubicBezTo>
                      <a:pt x="70845" y="130683"/>
                      <a:pt x="9408" y="148209"/>
                      <a:pt x="15123" y="155829"/>
                    </a:cubicBezTo>
                    <a:cubicBezTo>
                      <a:pt x="18933" y="160877"/>
                      <a:pt x="73702" y="144113"/>
                      <a:pt x="76274" y="144685"/>
                    </a:cubicBezTo>
                    <a:cubicBezTo>
                      <a:pt x="78846" y="145256"/>
                      <a:pt x="29697" y="154972"/>
                      <a:pt x="34173" y="161449"/>
                    </a:cubicBezTo>
                    <a:cubicBezTo>
                      <a:pt x="36174" y="164211"/>
                      <a:pt x="60748" y="159734"/>
                      <a:pt x="68749" y="157448"/>
                    </a:cubicBezTo>
                    <a:cubicBezTo>
                      <a:pt x="75702" y="155448"/>
                      <a:pt x="98277" y="149542"/>
                      <a:pt x="133233" y="138113"/>
                    </a:cubicBezTo>
                    <a:cubicBezTo>
                      <a:pt x="172476" y="129254"/>
                      <a:pt x="266774" y="106013"/>
                      <a:pt x="350880" y="72485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1393;p46">
                <a:extLst>
                  <a:ext uri="{FF2B5EF4-FFF2-40B4-BE49-F238E27FC236}">
                    <a16:creationId xmlns:a16="http://schemas.microsoft.com/office/drawing/2014/main" id="{B7F0253B-A97F-80D4-D252-513927151861}"/>
                  </a:ext>
                </a:extLst>
              </p:cNvPr>
              <p:cNvSpPr/>
              <p:nvPr/>
            </p:nvSpPr>
            <p:spPr>
              <a:xfrm flipH="1">
                <a:off x="5807241" y="1918418"/>
                <a:ext cx="314098" cy="447837"/>
              </a:xfrm>
              <a:custGeom>
                <a:avLst/>
                <a:gdLst/>
                <a:ahLst/>
                <a:cxnLst/>
                <a:rect l="l" t="t" r="r" b="b"/>
                <a:pathLst>
                  <a:path w="307186" h="437982" extrusionOk="0">
                    <a:moveTo>
                      <a:pt x="206026" y="37552"/>
                    </a:moveTo>
                    <a:cubicBezTo>
                      <a:pt x="183070" y="84415"/>
                      <a:pt x="98965" y="280725"/>
                      <a:pt x="98965" y="280725"/>
                    </a:cubicBezTo>
                    <a:lnTo>
                      <a:pt x="0" y="336066"/>
                    </a:lnTo>
                    <a:lnTo>
                      <a:pt x="65532" y="437983"/>
                    </a:lnTo>
                    <a:cubicBezTo>
                      <a:pt x="65532" y="437983"/>
                      <a:pt x="158687" y="416171"/>
                      <a:pt x="205264" y="373880"/>
                    </a:cubicBezTo>
                    <a:cubicBezTo>
                      <a:pt x="250222" y="333208"/>
                      <a:pt x="307848" y="64984"/>
                      <a:pt x="307181" y="976"/>
                    </a:cubicBezTo>
                    <a:cubicBezTo>
                      <a:pt x="307181" y="976"/>
                      <a:pt x="228981" y="-9406"/>
                      <a:pt x="206026" y="375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1394;p46">
                <a:extLst>
                  <a:ext uri="{FF2B5EF4-FFF2-40B4-BE49-F238E27FC236}">
                    <a16:creationId xmlns:a16="http://schemas.microsoft.com/office/drawing/2014/main" id="{614A94F6-6AB0-EBEB-D9FB-D399BF9E4A2B}"/>
                  </a:ext>
                </a:extLst>
              </p:cNvPr>
              <p:cNvSpPr/>
              <p:nvPr/>
            </p:nvSpPr>
            <p:spPr>
              <a:xfrm flipH="1">
                <a:off x="5256844" y="2341951"/>
                <a:ext cx="706081" cy="1266029"/>
              </a:xfrm>
              <a:custGeom>
                <a:avLst/>
                <a:gdLst/>
                <a:ahLst/>
                <a:cxnLst/>
                <a:rect l="l" t="t" r="r" b="b"/>
                <a:pathLst>
                  <a:path w="690544" h="1529945" extrusionOk="0">
                    <a:moveTo>
                      <a:pt x="380506" y="10668"/>
                    </a:moveTo>
                    <a:cubicBezTo>
                      <a:pt x="423845" y="87344"/>
                      <a:pt x="446800" y="143542"/>
                      <a:pt x="471755" y="241078"/>
                    </a:cubicBezTo>
                    <a:cubicBezTo>
                      <a:pt x="500711" y="354139"/>
                      <a:pt x="676924" y="1310830"/>
                      <a:pt x="690545" y="1516475"/>
                    </a:cubicBezTo>
                    <a:cubicBezTo>
                      <a:pt x="654921" y="1525048"/>
                      <a:pt x="554909" y="1523810"/>
                      <a:pt x="532334" y="1522571"/>
                    </a:cubicBezTo>
                    <a:cubicBezTo>
                      <a:pt x="460706" y="1317307"/>
                      <a:pt x="303163" y="639128"/>
                      <a:pt x="272492" y="509778"/>
                    </a:cubicBezTo>
                    <a:cubicBezTo>
                      <a:pt x="267730" y="489871"/>
                      <a:pt x="237059" y="494252"/>
                      <a:pt x="239441" y="514540"/>
                    </a:cubicBezTo>
                    <a:cubicBezTo>
                      <a:pt x="256871" y="662273"/>
                      <a:pt x="168670" y="1295781"/>
                      <a:pt x="215438" y="1522952"/>
                    </a:cubicBezTo>
                    <a:cubicBezTo>
                      <a:pt x="196769" y="1532477"/>
                      <a:pt x="83802" y="1530382"/>
                      <a:pt x="62180" y="1527620"/>
                    </a:cubicBezTo>
                    <a:cubicBezTo>
                      <a:pt x="38749" y="1274254"/>
                      <a:pt x="-85933" y="315278"/>
                      <a:pt x="102185" y="4381"/>
                    </a:cubicBezTo>
                    <a:cubicBezTo>
                      <a:pt x="188291" y="-7430"/>
                      <a:pt x="293257" y="8096"/>
                      <a:pt x="380506" y="1066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1395;p46">
                <a:extLst>
                  <a:ext uri="{FF2B5EF4-FFF2-40B4-BE49-F238E27FC236}">
                    <a16:creationId xmlns:a16="http://schemas.microsoft.com/office/drawing/2014/main" id="{92714F7C-4FCE-E2B7-1E7B-17A4FAC947B6}"/>
                  </a:ext>
                </a:extLst>
              </p:cNvPr>
              <p:cNvSpPr/>
              <p:nvPr/>
            </p:nvSpPr>
            <p:spPr>
              <a:xfrm flipH="1">
                <a:off x="5468122" y="1896751"/>
                <a:ext cx="437178" cy="613196"/>
              </a:xfrm>
              <a:custGeom>
                <a:avLst/>
                <a:gdLst/>
                <a:ahLst/>
                <a:cxnLst/>
                <a:rect l="l" t="t" r="r" b="b"/>
                <a:pathLst>
                  <a:path w="427558" h="457609" extrusionOk="0">
                    <a:moveTo>
                      <a:pt x="83135" y="23717"/>
                    </a:moveTo>
                    <a:cubicBezTo>
                      <a:pt x="85611" y="29813"/>
                      <a:pt x="-2971" y="218599"/>
                      <a:pt x="77" y="278130"/>
                    </a:cubicBezTo>
                    <a:cubicBezTo>
                      <a:pt x="3125" y="338137"/>
                      <a:pt x="44082" y="439102"/>
                      <a:pt x="40844" y="448056"/>
                    </a:cubicBezTo>
                    <a:cubicBezTo>
                      <a:pt x="40844" y="448056"/>
                      <a:pt x="170765" y="476250"/>
                      <a:pt x="427559" y="435769"/>
                    </a:cubicBezTo>
                    <a:cubicBezTo>
                      <a:pt x="411176" y="289465"/>
                      <a:pt x="353740" y="140494"/>
                      <a:pt x="327261" y="66199"/>
                    </a:cubicBezTo>
                    <a:cubicBezTo>
                      <a:pt x="327261" y="66199"/>
                      <a:pt x="245250" y="1619"/>
                      <a:pt x="223533" y="0"/>
                    </a:cubicBezTo>
                    <a:cubicBezTo>
                      <a:pt x="223438" y="0"/>
                      <a:pt x="184386" y="53816"/>
                      <a:pt x="83135" y="2371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1396;p46">
                <a:extLst>
                  <a:ext uri="{FF2B5EF4-FFF2-40B4-BE49-F238E27FC236}">
                    <a16:creationId xmlns:a16="http://schemas.microsoft.com/office/drawing/2014/main" id="{6CE1C778-7E61-CB94-F907-4440CE75DE73}"/>
                  </a:ext>
                </a:extLst>
              </p:cNvPr>
              <p:cNvSpPr/>
              <p:nvPr/>
            </p:nvSpPr>
            <p:spPr>
              <a:xfrm flipH="1">
                <a:off x="5880077" y="2029496"/>
                <a:ext cx="379532" cy="276607"/>
              </a:xfrm>
              <a:custGeom>
                <a:avLst/>
                <a:gdLst/>
                <a:ahLst/>
                <a:cxnLst/>
                <a:rect l="l" t="t" r="r" b="b"/>
                <a:pathLst>
                  <a:path w="371180" h="270520" extrusionOk="0">
                    <a:moveTo>
                      <a:pt x="371180" y="270521"/>
                    </a:moveTo>
                    <a:lnTo>
                      <a:pt x="310030" y="68877"/>
                    </a:lnTo>
                    <a:cubicBezTo>
                      <a:pt x="304981" y="52208"/>
                      <a:pt x="291265" y="39730"/>
                      <a:pt x="274216" y="36111"/>
                    </a:cubicBezTo>
                    <a:lnTo>
                      <a:pt x="26470" y="487"/>
                    </a:lnTo>
                    <a:cubicBezTo>
                      <a:pt x="10183" y="-2942"/>
                      <a:pt x="-3819" y="12298"/>
                      <a:pt x="943" y="28300"/>
                    </a:cubicBezTo>
                    <a:lnTo>
                      <a:pt x="52664" y="201750"/>
                    </a:lnTo>
                    <a:cubicBezTo>
                      <a:pt x="54950" y="209371"/>
                      <a:pt x="61046" y="215086"/>
                      <a:pt x="68761" y="216895"/>
                    </a:cubicBezTo>
                    <a:lnTo>
                      <a:pt x="371180" y="27052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1397;p46">
                <a:extLst>
                  <a:ext uri="{FF2B5EF4-FFF2-40B4-BE49-F238E27FC236}">
                    <a16:creationId xmlns:a16="http://schemas.microsoft.com/office/drawing/2014/main" id="{13FAFA99-5DFC-07A9-B4A9-F2F41147C1A1}"/>
                  </a:ext>
                </a:extLst>
              </p:cNvPr>
              <p:cNvSpPr/>
              <p:nvPr/>
            </p:nvSpPr>
            <p:spPr>
              <a:xfrm flipH="1">
                <a:off x="5793761" y="2148459"/>
                <a:ext cx="242121" cy="229775"/>
              </a:xfrm>
              <a:custGeom>
                <a:avLst/>
                <a:gdLst/>
                <a:ahLst/>
                <a:cxnLst/>
                <a:rect l="l" t="t" r="r" b="b"/>
                <a:pathLst>
                  <a:path w="236793" h="224719" extrusionOk="0">
                    <a:moveTo>
                      <a:pt x="204980" y="224720"/>
                    </a:moveTo>
                    <a:cubicBezTo>
                      <a:pt x="99158" y="152235"/>
                      <a:pt x="39626" y="95371"/>
                      <a:pt x="28292" y="85369"/>
                    </a:cubicBezTo>
                    <a:cubicBezTo>
                      <a:pt x="21815" y="79654"/>
                      <a:pt x="4098" y="60319"/>
                      <a:pt x="5527" y="57080"/>
                    </a:cubicBezTo>
                    <a:cubicBezTo>
                      <a:pt x="8861" y="49650"/>
                      <a:pt x="44865" y="87750"/>
                      <a:pt x="44008" y="85179"/>
                    </a:cubicBezTo>
                    <a:cubicBezTo>
                      <a:pt x="43055" y="82702"/>
                      <a:pt x="-2379" y="43269"/>
                      <a:pt x="98" y="37268"/>
                    </a:cubicBezTo>
                    <a:cubicBezTo>
                      <a:pt x="3908" y="28124"/>
                      <a:pt x="53819" y="72891"/>
                      <a:pt x="54676" y="73654"/>
                    </a:cubicBezTo>
                    <a:cubicBezTo>
                      <a:pt x="67916" y="84512"/>
                      <a:pt x="5241" y="32696"/>
                      <a:pt x="6289" y="25743"/>
                    </a:cubicBezTo>
                    <a:cubicBezTo>
                      <a:pt x="7337" y="18885"/>
                      <a:pt x="37626" y="40506"/>
                      <a:pt x="38674" y="41269"/>
                    </a:cubicBezTo>
                    <a:cubicBezTo>
                      <a:pt x="38674" y="41269"/>
                      <a:pt x="63439" y="61366"/>
                      <a:pt x="65344" y="59842"/>
                    </a:cubicBezTo>
                    <a:cubicBezTo>
                      <a:pt x="67154" y="58318"/>
                      <a:pt x="24672" y="1168"/>
                      <a:pt x="32102" y="25"/>
                    </a:cubicBezTo>
                    <a:cubicBezTo>
                      <a:pt x="39531" y="-1118"/>
                      <a:pt x="74393" y="36982"/>
                      <a:pt x="82965" y="45079"/>
                    </a:cubicBezTo>
                    <a:cubicBezTo>
                      <a:pt x="91538" y="53175"/>
                      <a:pt x="106587" y="61080"/>
                      <a:pt x="111445" y="60319"/>
                    </a:cubicBezTo>
                    <a:cubicBezTo>
                      <a:pt x="115541" y="59652"/>
                      <a:pt x="118970" y="41745"/>
                      <a:pt x="114874" y="32601"/>
                    </a:cubicBezTo>
                    <a:cubicBezTo>
                      <a:pt x="114874" y="32601"/>
                      <a:pt x="135829" y="54604"/>
                      <a:pt x="142211" y="73082"/>
                    </a:cubicBezTo>
                    <a:cubicBezTo>
                      <a:pt x="145544" y="82797"/>
                      <a:pt x="147640" y="95180"/>
                      <a:pt x="147640" y="95180"/>
                    </a:cubicBezTo>
                    <a:lnTo>
                      <a:pt x="236794" y="154045"/>
                    </a:lnTo>
                    <a:lnTo>
                      <a:pt x="204980" y="22472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1398;p46">
                <a:extLst>
                  <a:ext uri="{FF2B5EF4-FFF2-40B4-BE49-F238E27FC236}">
                    <a16:creationId xmlns:a16="http://schemas.microsoft.com/office/drawing/2014/main" id="{B0EEF9CB-971A-0B2C-8188-F6EF7FE9351B}"/>
                  </a:ext>
                </a:extLst>
              </p:cNvPr>
              <p:cNvSpPr/>
              <p:nvPr/>
            </p:nvSpPr>
            <p:spPr>
              <a:xfrm flipH="1">
                <a:off x="5512087" y="1963933"/>
                <a:ext cx="419411" cy="509509"/>
              </a:xfrm>
              <a:custGeom>
                <a:avLst/>
                <a:gdLst/>
                <a:ahLst/>
                <a:cxnLst/>
                <a:rect l="l" t="t" r="r" b="b"/>
                <a:pathLst>
                  <a:path w="410182" h="498297" extrusionOk="0">
                    <a:moveTo>
                      <a:pt x="283369" y="73313"/>
                    </a:moveTo>
                    <a:cubicBezTo>
                      <a:pt x="283369" y="73313"/>
                      <a:pt x="306419" y="-21556"/>
                      <a:pt x="348996" y="4543"/>
                    </a:cubicBezTo>
                    <a:cubicBezTo>
                      <a:pt x="421100" y="48644"/>
                      <a:pt x="449866" y="263051"/>
                      <a:pt x="319564" y="482984"/>
                    </a:cubicBezTo>
                    <a:cubicBezTo>
                      <a:pt x="277273" y="554326"/>
                      <a:pt x="0" y="353253"/>
                      <a:pt x="0" y="353253"/>
                    </a:cubicBezTo>
                    <a:lnTo>
                      <a:pt x="65627" y="250288"/>
                    </a:lnTo>
                    <a:lnTo>
                      <a:pt x="215360" y="343252"/>
                    </a:lnTo>
                    <a:lnTo>
                      <a:pt x="283369" y="7331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" name="Google Shape;1399;p46">
              <a:extLst>
                <a:ext uri="{FF2B5EF4-FFF2-40B4-BE49-F238E27FC236}">
                  <a16:creationId xmlns:a16="http://schemas.microsoft.com/office/drawing/2014/main" id="{B6090973-C71C-E6E6-DAB1-0C7838AD2094}"/>
                </a:ext>
              </a:extLst>
            </p:cNvPr>
            <p:cNvGrpSpPr/>
            <p:nvPr/>
          </p:nvGrpSpPr>
          <p:grpSpPr>
            <a:xfrm>
              <a:off x="4977785" y="1035662"/>
              <a:ext cx="676370" cy="1142272"/>
              <a:chOff x="2757910" y="1240337"/>
              <a:chExt cx="676370" cy="1142272"/>
            </a:xfrm>
          </p:grpSpPr>
          <p:sp>
            <p:nvSpPr>
              <p:cNvPr id="29" name="Google Shape;1400;p46">
                <a:extLst>
                  <a:ext uri="{FF2B5EF4-FFF2-40B4-BE49-F238E27FC236}">
                    <a16:creationId xmlns:a16="http://schemas.microsoft.com/office/drawing/2014/main" id="{F59D9D9E-E510-6AD8-7E5A-024E6B5DF6E1}"/>
                  </a:ext>
                </a:extLst>
              </p:cNvPr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1401;p46">
                <a:extLst>
                  <a:ext uri="{FF2B5EF4-FFF2-40B4-BE49-F238E27FC236}">
                    <a16:creationId xmlns:a16="http://schemas.microsoft.com/office/drawing/2014/main" id="{491A1871-F3E0-DB91-7EAD-2AA522F5F8B3}"/>
                  </a:ext>
                </a:extLst>
              </p:cNvPr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1402;p46">
                <a:extLst>
                  <a:ext uri="{FF2B5EF4-FFF2-40B4-BE49-F238E27FC236}">
                    <a16:creationId xmlns:a16="http://schemas.microsoft.com/office/drawing/2014/main" id="{00905705-CEA8-1252-5599-E945E08A7EB3}"/>
                  </a:ext>
                </a:extLst>
              </p:cNvPr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1403;p46">
                <a:extLst>
                  <a:ext uri="{FF2B5EF4-FFF2-40B4-BE49-F238E27FC236}">
                    <a16:creationId xmlns:a16="http://schemas.microsoft.com/office/drawing/2014/main" id="{EAA14F6C-DA39-8233-109D-2FEE3BD42030}"/>
                  </a:ext>
                </a:extLst>
              </p:cNvPr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1404;p46">
                <a:extLst>
                  <a:ext uri="{FF2B5EF4-FFF2-40B4-BE49-F238E27FC236}">
                    <a16:creationId xmlns:a16="http://schemas.microsoft.com/office/drawing/2014/main" id="{F82F3270-C693-2903-595D-DF89F1B45207}"/>
                  </a:ext>
                </a:extLst>
              </p:cNvPr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1405;p46">
                <a:extLst>
                  <a:ext uri="{FF2B5EF4-FFF2-40B4-BE49-F238E27FC236}">
                    <a16:creationId xmlns:a16="http://schemas.microsoft.com/office/drawing/2014/main" id="{D0C5E55C-5136-B7D2-8E76-7C39F8B31961}"/>
                  </a:ext>
                </a:extLst>
              </p:cNvPr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1406;p46">
                <a:extLst>
                  <a:ext uri="{FF2B5EF4-FFF2-40B4-BE49-F238E27FC236}">
                    <a16:creationId xmlns:a16="http://schemas.microsoft.com/office/drawing/2014/main" id="{90E0E0FF-B54E-CA3B-2DAD-16CA815C91BF}"/>
                  </a:ext>
                </a:extLst>
              </p:cNvPr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1407;p46">
                <a:extLst>
                  <a:ext uri="{FF2B5EF4-FFF2-40B4-BE49-F238E27FC236}">
                    <a16:creationId xmlns:a16="http://schemas.microsoft.com/office/drawing/2014/main" id="{83491743-2F50-1ADD-96AB-3F3B011E610B}"/>
                  </a:ext>
                </a:extLst>
              </p:cNvPr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" name="Google Shape;1408;p46">
              <a:extLst>
                <a:ext uri="{FF2B5EF4-FFF2-40B4-BE49-F238E27FC236}">
                  <a16:creationId xmlns:a16="http://schemas.microsoft.com/office/drawing/2014/main" id="{608B1A4A-E7D0-B59B-AA6A-4DBB9E9CE6BE}"/>
                </a:ext>
              </a:extLst>
            </p:cNvPr>
            <p:cNvGrpSpPr/>
            <p:nvPr/>
          </p:nvGrpSpPr>
          <p:grpSpPr>
            <a:xfrm>
              <a:off x="5954721" y="2930236"/>
              <a:ext cx="821542" cy="769820"/>
              <a:chOff x="1932280" y="1331475"/>
              <a:chExt cx="637200" cy="597084"/>
            </a:xfrm>
          </p:grpSpPr>
          <p:sp>
            <p:nvSpPr>
              <p:cNvPr id="17" name="Google Shape;1409;p46">
                <a:extLst>
                  <a:ext uri="{FF2B5EF4-FFF2-40B4-BE49-F238E27FC236}">
                    <a16:creationId xmlns:a16="http://schemas.microsoft.com/office/drawing/2014/main" id="{252EA5D4-D44B-632B-E23A-E05D7B45BA5C}"/>
                  </a:ext>
                </a:extLst>
              </p:cNvPr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410;p46">
                <a:extLst>
                  <a:ext uri="{FF2B5EF4-FFF2-40B4-BE49-F238E27FC236}">
                    <a16:creationId xmlns:a16="http://schemas.microsoft.com/office/drawing/2014/main" id="{7D050D22-8E01-F794-E59E-9C118AF41680}"/>
                  </a:ext>
                </a:extLst>
              </p:cNvPr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411;p46">
                <a:extLst>
                  <a:ext uri="{FF2B5EF4-FFF2-40B4-BE49-F238E27FC236}">
                    <a16:creationId xmlns:a16="http://schemas.microsoft.com/office/drawing/2014/main" id="{AF6FA0F5-1F8E-103E-976A-E57AEF711EDB}"/>
                  </a:ext>
                </a:extLst>
              </p:cNvPr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1412;p46">
                <a:extLst>
                  <a:ext uri="{FF2B5EF4-FFF2-40B4-BE49-F238E27FC236}">
                    <a16:creationId xmlns:a16="http://schemas.microsoft.com/office/drawing/2014/main" id="{EB31B3A7-2ADF-ADD7-DE69-5B5D4FAB069A}"/>
                  </a:ext>
                </a:extLst>
              </p:cNvPr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1413;p46">
                <a:extLst>
                  <a:ext uri="{FF2B5EF4-FFF2-40B4-BE49-F238E27FC236}">
                    <a16:creationId xmlns:a16="http://schemas.microsoft.com/office/drawing/2014/main" id="{15085929-E205-145D-56C9-D3D5C5E8697B}"/>
                  </a:ext>
                </a:extLst>
              </p:cNvPr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1414;p46">
                <a:extLst>
                  <a:ext uri="{FF2B5EF4-FFF2-40B4-BE49-F238E27FC236}">
                    <a16:creationId xmlns:a16="http://schemas.microsoft.com/office/drawing/2014/main" id="{A3E4CA8D-F6D9-2721-74BE-65E393AD2754}"/>
                  </a:ext>
                </a:extLst>
              </p:cNvPr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1415;p46">
                <a:extLst>
                  <a:ext uri="{FF2B5EF4-FFF2-40B4-BE49-F238E27FC236}">
                    <a16:creationId xmlns:a16="http://schemas.microsoft.com/office/drawing/2014/main" id="{C16FAA2A-CA7F-A464-AACE-EC0BEDBFE0FB}"/>
                  </a:ext>
                </a:extLst>
              </p:cNvPr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1416;p46">
                <a:extLst>
                  <a:ext uri="{FF2B5EF4-FFF2-40B4-BE49-F238E27FC236}">
                    <a16:creationId xmlns:a16="http://schemas.microsoft.com/office/drawing/2014/main" id="{C800C152-99B9-DFC2-2FF2-E7D13ECA0EF1}"/>
                  </a:ext>
                </a:extLst>
              </p:cNvPr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1417;p46">
                <a:extLst>
                  <a:ext uri="{FF2B5EF4-FFF2-40B4-BE49-F238E27FC236}">
                    <a16:creationId xmlns:a16="http://schemas.microsoft.com/office/drawing/2014/main" id="{BC04A0BA-BDC8-A2A2-3871-3D17F83EF3B4}"/>
                  </a:ext>
                </a:extLst>
              </p:cNvPr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1418;p46">
                <a:extLst>
                  <a:ext uri="{FF2B5EF4-FFF2-40B4-BE49-F238E27FC236}">
                    <a16:creationId xmlns:a16="http://schemas.microsoft.com/office/drawing/2014/main" id="{4B2CF7A3-5262-049A-024C-E006B415AA33}"/>
                  </a:ext>
                </a:extLst>
              </p:cNvPr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1419;p46">
                <a:extLst>
                  <a:ext uri="{FF2B5EF4-FFF2-40B4-BE49-F238E27FC236}">
                    <a16:creationId xmlns:a16="http://schemas.microsoft.com/office/drawing/2014/main" id="{A2649871-B104-066B-3AF7-4A922A0FD631}"/>
                  </a:ext>
                </a:extLst>
              </p:cNvPr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1420;p46">
                <a:extLst>
                  <a:ext uri="{FF2B5EF4-FFF2-40B4-BE49-F238E27FC236}">
                    <a16:creationId xmlns:a16="http://schemas.microsoft.com/office/drawing/2014/main" id="{1CE89A9D-CA6E-EAE6-E328-A03E571F4D5D}"/>
                  </a:ext>
                </a:extLst>
              </p:cNvPr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" name="Google Shape;1421;p46">
              <a:extLst>
                <a:ext uri="{FF2B5EF4-FFF2-40B4-BE49-F238E27FC236}">
                  <a16:creationId xmlns:a16="http://schemas.microsoft.com/office/drawing/2014/main" id="{06F0C393-B191-67A2-411A-F22BFC9856F2}"/>
                </a:ext>
              </a:extLst>
            </p:cNvPr>
            <p:cNvSpPr/>
            <p:nvPr/>
          </p:nvSpPr>
          <p:spPr>
            <a:xfrm>
              <a:off x="6979977" y="3349174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422;p46">
              <a:extLst>
                <a:ext uri="{FF2B5EF4-FFF2-40B4-BE49-F238E27FC236}">
                  <a16:creationId xmlns:a16="http://schemas.microsoft.com/office/drawing/2014/main" id="{D2407A61-1ADC-5061-D38B-5D2DE11BEF0E}"/>
                </a:ext>
              </a:extLst>
            </p:cNvPr>
            <p:cNvSpPr/>
            <p:nvPr/>
          </p:nvSpPr>
          <p:spPr>
            <a:xfrm>
              <a:off x="6594533" y="924631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423;p46">
              <a:extLst>
                <a:ext uri="{FF2B5EF4-FFF2-40B4-BE49-F238E27FC236}">
                  <a16:creationId xmlns:a16="http://schemas.microsoft.com/office/drawing/2014/main" id="{2C71B788-7155-DFCC-3FD8-5CB8A5C2E4E0}"/>
                </a:ext>
              </a:extLst>
            </p:cNvPr>
            <p:cNvSpPr/>
            <p:nvPr/>
          </p:nvSpPr>
          <p:spPr>
            <a:xfrm>
              <a:off x="5875411" y="1319404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424;p46">
              <a:extLst>
                <a:ext uri="{FF2B5EF4-FFF2-40B4-BE49-F238E27FC236}">
                  <a16:creationId xmlns:a16="http://schemas.microsoft.com/office/drawing/2014/main" id="{FB80BE75-881A-707C-BDA9-E7C606967DF1}"/>
                </a:ext>
              </a:extLst>
            </p:cNvPr>
            <p:cNvSpPr/>
            <p:nvPr/>
          </p:nvSpPr>
          <p:spPr>
            <a:xfrm>
              <a:off x="5619684" y="31114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" name="Google Shape;1425;p46">
              <a:extLst>
                <a:ext uri="{FF2B5EF4-FFF2-40B4-BE49-F238E27FC236}">
                  <a16:creationId xmlns:a16="http://schemas.microsoft.com/office/drawing/2014/main" id="{390D9617-27E0-D812-4957-28B3BB5F02CC}"/>
                </a:ext>
              </a:extLst>
            </p:cNvPr>
            <p:cNvGrpSpPr/>
            <p:nvPr/>
          </p:nvGrpSpPr>
          <p:grpSpPr>
            <a:xfrm>
              <a:off x="7530569" y="1422202"/>
              <a:ext cx="415198" cy="415198"/>
              <a:chOff x="1404969" y="1106377"/>
              <a:chExt cx="415198" cy="415198"/>
            </a:xfrm>
          </p:grpSpPr>
          <p:sp>
            <p:nvSpPr>
              <p:cNvPr id="15" name="Google Shape;1426;p46">
                <a:extLst>
                  <a:ext uri="{FF2B5EF4-FFF2-40B4-BE49-F238E27FC236}">
                    <a16:creationId xmlns:a16="http://schemas.microsoft.com/office/drawing/2014/main" id="{D2463554-BABF-92E9-8043-1EFE60D67739}"/>
                  </a:ext>
                </a:extLst>
              </p:cNvPr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1427;p46">
                <a:extLst>
                  <a:ext uri="{FF2B5EF4-FFF2-40B4-BE49-F238E27FC236}">
                    <a16:creationId xmlns:a16="http://schemas.microsoft.com/office/drawing/2014/main" id="{AC7E0C2B-E0C3-1F4F-5E7E-D116CFE7A733}"/>
                  </a:ext>
                </a:extLst>
              </p:cNvPr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31" name="Google Shape;1340;p46">
            <a:extLst>
              <a:ext uri="{FF2B5EF4-FFF2-40B4-BE49-F238E27FC236}">
                <a16:creationId xmlns:a16="http://schemas.microsoft.com/office/drawing/2014/main" id="{0A424EE2-24A4-E718-B16A-FAF20D0569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14156" y="2203897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/>
              <a:t>Gracias</a:t>
            </a:r>
            <a:endParaRPr sz="8000" dirty="0"/>
          </a:p>
        </p:txBody>
      </p:sp>
    </p:spTree>
    <p:extLst>
      <p:ext uri="{BB962C8B-B14F-4D97-AF65-F5344CB8AC3E}">
        <p14:creationId xmlns:p14="http://schemas.microsoft.com/office/powerpoint/2010/main" val="1666016412"/>
      </p:ext>
    </p:extLst>
  </p:cSld>
  <p:clrMapOvr>
    <a:masterClrMapping/>
  </p:clrMapOvr>
</p:sld>
</file>

<file path=ppt/theme/theme1.xml><?xml version="1.0" encoding="utf-8"?>
<a:theme xmlns:a="http://schemas.openxmlformats.org/drawingml/2006/main" name="Statistics and Data Analysis - 6th Grade by Slidesgo">
  <a:themeElements>
    <a:clrScheme name="Simple Light">
      <a:dk1>
        <a:srgbClr val="334157"/>
      </a:dk1>
      <a:lt1>
        <a:srgbClr val="4C69B2"/>
      </a:lt1>
      <a:dk2>
        <a:srgbClr val="FDFDFD"/>
      </a:dk2>
      <a:lt2>
        <a:srgbClr val="6389EB"/>
      </a:lt2>
      <a:accent1>
        <a:srgbClr val="CBDDFA"/>
      </a:accent1>
      <a:accent2>
        <a:srgbClr val="FF4949"/>
      </a:accent2>
      <a:accent3>
        <a:srgbClr val="FF7A78"/>
      </a:accent3>
      <a:accent4>
        <a:srgbClr val="FF9D35"/>
      </a:accent4>
      <a:accent5>
        <a:srgbClr val="FFC53A"/>
      </a:accent5>
      <a:accent6>
        <a:srgbClr val="EBEBEB"/>
      </a:accent6>
      <a:hlink>
        <a:srgbClr val="33415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1524</TotalTime>
  <Words>1516</Words>
  <Application>Microsoft Office PowerPoint</Application>
  <PresentationFormat>Presentación en pantalla (16:9)</PresentationFormat>
  <Paragraphs>285</Paragraphs>
  <Slides>37</Slides>
  <Notes>37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6" baseType="lpstr">
      <vt:lpstr>Calibri</vt:lpstr>
      <vt:lpstr>Nunito Light</vt:lpstr>
      <vt:lpstr>Segoe UI</vt:lpstr>
      <vt:lpstr>Baloo 2 ExtraBold</vt:lpstr>
      <vt:lpstr>DM Sans</vt:lpstr>
      <vt:lpstr>Aptos</vt:lpstr>
      <vt:lpstr>Arial</vt:lpstr>
      <vt:lpstr>Anaheim</vt:lpstr>
      <vt:lpstr>Statistics and Data Analysis - 6th Grade by Slidesgo</vt:lpstr>
      <vt:lpstr>Base de datos para Ciencia de Datos</vt:lpstr>
      <vt:lpstr>1</vt:lpstr>
      <vt:lpstr>Ejercicio bibliotecas.xml</vt:lpstr>
      <vt:lpstr>Motores de Consulta XML</vt:lpstr>
      <vt:lpstr>¿Qué es XQuery?</vt:lpstr>
      <vt:lpstr>¿Para qué sirve XQuery? Semiestructurados </vt:lpstr>
      <vt:lpstr>Expresiones FLWOR  Semiestructurados </vt:lpstr>
      <vt:lpstr>Diferencia entre XPath y XQuery   Semiestructurados </vt:lpstr>
      <vt:lpstr>Variables en XQuery    Semiestructurados </vt:lpstr>
      <vt:lpstr>Ejercicios XQUERY</vt:lpstr>
      <vt:lpstr>Conclusión    Semiestructurados </vt:lpstr>
      <vt:lpstr>Cómputo en la nube</vt:lpstr>
      <vt:lpstr>1.1 Introducción</vt:lpstr>
      <vt:lpstr>Tipos de nube</vt:lpstr>
      <vt:lpstr>2.1.1 Características</vt:lpstr>
      <vt:lpstr>2.1.1 Características</vt:lpstr>
      <vt:lpstr>2.1.1 Características</vt:lpstr>
      <vt:lpstr>2.1.1 Características</vt:lpstr>
      <vt:lpstr>2.1.1 Características</vt:lpstr>
      <vt:lpstr>2.1.1 Características</vt:lpstr>
      <vt:lpstr>2.1.2 Riesgos y Beneficios</vt:lpstr>
      <vt:lpstr>2.1.2 Riesgos y Beneficios</vt:lpstr>
      <vt:lpstr>2.1.2 Riesgos y Beneficios</vt:lpstr>
      <vt:lpstr>2.1.2 Riesgos y Beneficios</vt:lpstr>
      <vt:lpstr>2.1.3 Cómputo en la Nube en México y el Mundo </vt:lpstr>
      <vt:lpstr>2.1.3 Cómputo en la Nube en México y el Mundo </vt:lpstr>
      <vt:lpstr>2.1.3 Cómputo en la Nube en México y el Mundo  </vt:lpstr>
      <vt:lpstr>2.1.3 Cómputo en la Nube en México y el Mundo  </vt:lpstr>
      <vt:lpstr>2.1.3 Cómputo en la Nube en México y el Mundo  </vt:lpstr>
      <vt:lpstr>2.1.3 Cómputo en la Nube en México y el Mundo  </vt:lpstr>
      <vt:lpstr>Actividad</vt:lpstr>
      <vt:lpstr>Caso de estudio </vt:lpstr>
      <vt:lpstr>Caso de estudio </vt:lpstr>
      <vt:lpstr>Caso de estudio </vt:lpstr>
      <vt:lpstr>Proyecto </vt:lpstr>
      <vt:lpstr>Evaluación 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TORRES RAMIREZ BLANCA ESTHELA</dc:creator>
  <cp:lastModifiedBy>TORRES RAMIREZ BLANCA ESTHELA</cp:lastModifiedBy>
  <cp:revision>65</cp:revision>
  <dcterms:modified xsi:type="dcterms:W3CDTF">2026-10-14T23:54:15Z</dcterms:modified>
</cp:coreProperties>
</file>