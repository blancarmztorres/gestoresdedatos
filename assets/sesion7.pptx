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39"/>
  </p:notesMasterIdLst>
  <p:sldIdLst>
    <p:sldId id="256" r:id="rId2"/>
    <p:sldId id="258" r:id="rId3"/>
    <p:sldId id="259" r:id="rId4"/>
    <p:sldId id="260" r:id="rId5"/>
    <p:sldId id="261" r:id="rId6"/>
    <p:sldId id="265" r:id="rId7"/>
    <p:sldId id="262" r:id="rId8"/>
    <p:sldId id="304" r:id="rId9"/>
    <p:sldId id="266" r:id="rId10"/>
    <p:sldId id="305" r:id="rId11"/>
    <p:sldId id="306" r:id="rId12"/>
    <p:sldId id="307" r:id="rId13"/>
    <p:sldId id="264" r:id="rId14"/>
    <p:sldId id="308" r:id="rId15"/>
    <p:sldId id="310" r:id="rId16"/>
    <p:sldId id="311" r:id="rId17"/>
    <p:sldId id="312" r:id="rId18"/>
    <p:sldId id="315" r:id="rId19"/>
    <p:sldId id="316" r:id="rId20"/>
    <p:sldId id="334" r:id="rId21"/>
    <p:sldId id="335" r:id="rId22"/>
    <p:sldId id="319" r:id="rId23"/>
    <p:sldId id="317" r:id="rId24"/>
    <p:sldId id="320" r:id="rId25"/>
    <p:sldId id="336" r:id="rId26"/>
    <p:sldId id="322" r:id="rId27"/>
    <p:sldId id="323" r:id="rId28"/>
    <p:sldId id="267" r:id="rId29"/>
    <p:sldId id="324" r:id="rId30"/>
    <p:sldId id="325" r:id="rId31"/>
    <p:sldId id="332" r:id="rId32"/>
    <p:sldId id="326" r:id="rId33"/>
    <p:sldId id="327" r:id="rId34"/>
    <p:sldId id="328" r:id="rId35"/>
    <p:sldId id="329" r:id="rId36"/>
    <p:sldId id="285" r:id="rId37"/>
    <p:sldId id="284" r:id="rId38"/>
  </p:sldIdLst>
  <p:sldSz cx="9144000" cy="5143500" type="screen16x9"/>
  <p:notesSz cx="6858000" cy="9144000"/>
  <p:embeddedFontLst>
    <p:embeddedFont>
      <p:font typeface="ADLaM Display" panose="02010000000000000000" pitchFamily="2" charset="0"/>
      <p:regular r:id="rId40"/>
    </p:embeddedFont>
    <p:embeddedFont>
      <p:font typeface="Barlow Condensed" panose="00000506000000000000" pitchFamily="2" charset="0"/>
      <p:regular r:id="rId41"/>
      <p:bold r:id="rId42"/>
    </p:embeddedFont>
    <p:embeddedFont>
      <p:font typeface="Barlow Semi Condensed" panose="00000506000000000000" pitchFamily="2" charset="0"/>
      <p:regular r:id="rId43"/>
    </p:embeddedFont>
    <p:embeddedFont>
      <p:font typeface="Barlow Semi Condensed Medium" panose="00000606000000000000" pitchFamily="2" charset="0"/>
      <p:regular r:id="rId44"/>
    </p:embeddedFont>
    <p:embeddedFont>
      <p:font typeface="Fjalla One" panose="02000506040000020004" pitchFamily="2" charset="0"/>
      <p:regular r:id="rId45"/>
    </p:embeddedFont>
    <p:embeddedFont>
      <p:font typeface="Segoe UI" panose="020B0502040204020203" pitchFamily="34" charset="0"/>
      <p:regular r:id="rId46"/>
      <p:bold r:id="rId47"/>
      <p:italic r:id="rId48"/>
      <p:bold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7C6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3E9E1F4-964A-4C0C-AB1B-2E9AAE976577}">
  <a:tblStyle styleId="{B3E9E1F4-964A-4C0C-AB1B-2E9AAE97657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5480" autoAdjust="0"/>
  </p:normalViewPr>
  <p:slideViewPr>
    <p:cSldViewPr snapToGrid="0">
      <p:cViewPr varScale="1">
        <p:scale>
          <a:sx n="70" d="100"/>
          <a:sy n="70" d="100"/>
        </p:scale>
        <p:origin x="1810"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a:extLst>
            <a:ext uri="{FF2B5EF4-FFF2-40B4-BE49-F238E27FC236}">
              <a16:creationId xmlns:a16="http://schemas.microsoft.com/office/drawing/2014/main" id="{20466748-9447-BFB6-2966-51360FD54FF3}"/>
            </a:ext>
          </a:extLst>
        </p:cNvPr>
        <p:cNvGrpSpPr/>
        <p:nvPr/>
      </p:nvGrpSpPr>
      <p:grpSpPr>
        <a:xfrm>
          <a:off x="0" y="0"/>
          <a:ext cx="0" cy="0"/>
          <a:chOff x="0" y="0"/>
          <a:chExt cx="0" cy="0"/>
        </a:xfrm>
      </p:grpSpPr>
      <p:sp>
        <p:nvSpPr>
          <p:cNvPr id="2323" name="Google Shape;2323;g8714a43093_3_689:notes">
            <a:extLst>
              <a:ext uri="{FF2B5EF4-FFF2-40B4-BE49-F238E27FC236}">
                <a16:creationId xmlns:a16="http://schemas.microsoft.com/office/drawing/2014/main" id="{FCB1F762-FA66-DC48-565F-CE65467E8A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a:extLst>
              <a:ext uri="{FF2B5EF4-FFF2-40B4-BE49-F238E27FC236}">
                <a16:creationId xmlns:a16="http://schemas.microsoft.com/office/drawing/2014/main" id="{6703E520-993F-0632-BD25-83BBB0B247B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376231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p:cNvGrpSpPr/>
        <p:nvPr/>
      </p:nvGrpSpPr>
      <p:grpSpPr>
        <a:xfrm>
          <a:off x="0" y="0"/>
          <a:ext cx="0" cy="0"/>
          <a:chOff x="0" y="0"/>
          <a:chExt cx="0" cy="0"/>
        </a:xfrm>
      </p:grpSpPr>
      <p:sp>
        <p:nvSpPr>
          <p:cNvPr id="2333" name="Google Shape;2333;g8728718f4e_1_1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a:extLst>
            <a:ext uri="{FF2B5EF4-FFF2-40B4-BE49-F238E27FC236}">
              <a16:creationId xmlns:a16="http://schemas.microsoft.com/office/drawing/2014/main" id="{64321A6E-7831-EB11-7DC0-F2142429FCFC}"/>
            </a:ext>
          </a:extLst>
        </p:cNvPr>
        <p:cNvGrpSpPr/>
        <p:nvPr/>
      </p:nvGrpSpPr>
      <p:grpSpPr>
        <a:xfrm>
          <a:off x="0" y="0"/>
          <a:ext cx="0" cy="0"/>
          <a:chOff x="0" y="0"/>
          <a:chExt cx="0" cy="0"/>
        </a:xfrm>
      </p:grpSpPr>
      <p:sp>
        <p:nvSpPr>
          <p:cNvPr id="2221" name="Google Shape;2221;g804e9800b4_0_1360:notes">
            <a:extLst>
              <a:ext uri="{FF2B5EF4-FFF2-40B4-BE49-F238E27FC236}">
                <a16:creationId xmlns:a16="http://schemas.microsoft.com/office/drawing/2014/main" id="{008B906A-F416-ABF6-2498-690AA073CA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a:extLst>
              <a:ext uri="{FF2B5EF4-FFF2-40B4-BE49-F238E27FC236}">
                <a16:creationId xmlns:a16="http://schemas.microsoft.com/office/drawing/2014/main" id="{C8E59E59-DB52-89A0-1B17-151AA87EF8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13920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AB4E2D45-A29E-E98A-5FFE-81C374125D9F}"/>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A5304C1-978C-171E-0875-4DA7F0373B7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E870A4A-2068-BC20-2157-DAC04556EFF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5954459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5CC9C6DB-D363-AEBE-4276-F84E7052ECEA}"/>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35D1427A-7F1D-EE1A-972C-4ABC2407845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A7063A5F-784C-63BA-404F-098C6B8E41D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0747024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p:cNvGrpSpPr/>
        <p:nvPr/>
      </p:nvGrpSpPr>
      <p:grpSpPr>
        <a:xfrm>
          <a:off x="0" y="0"/>
          <a:ext cx="0" cy="0"/>
          <a:chOff x="0" y="0"/>
          <a:chExt cx="0" cy="0"/>
        </a:xfrm>
      </p:grpSpPr>
      <p:sp>
        <p:nvSpPr>
          <p:cNvPr id="2304" name="Google Shape;2304;g86fa6133bc_4_2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7F6E8929-6657-F37A-76B3-965DE1A3182D}"/>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75C455D2-6558-D3B1-4AD9-5E3EAE7EB3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467CBC2A-C6F2-8770-3BC4-3046C31497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507173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FC4FB7EE-689B-9D2A-CEE7-3EB2CDF5CC54}"/>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02363953-0C46-6FFF-EE00-7B708B8A47A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FB937E0-9AC9-6E67-2915-A31D6096E4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967068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A239F0AE-B138-BC81-C064-409FFF70B38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1A6072FB-2998-7E09-34D6-1505815584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2B17AEBF-80A9-262A-748C-D089DE2C62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97055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932B06E1-04D3-F5D3-7C96-D40C87F2B991}"/>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B5447DC7-FC75-D94A-436D-8AB4B04A1A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5AA5F2B4-4CE1-A08C-F434-44D8490FA9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10421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C4392C17-EF25-8832-5C05-CCE0BD8FC689}"/>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33A70CD3-9AF4-D031-07D7-68F9D0B1DB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91303C12-FAB2-CFE8-8307-2AEFFEA01B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22950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C5DCF849-3BEE-1724-613E-D8E318985F10}"/>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A78B61F-E13B-C5F5-1458-60C7CE30302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CAA0B80D-48D8-C001-7D5C-9290E53B440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765511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2D59F413-F4ED-3F92-FA3C-AF010C18572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713D8764-10DC-BB51-40D0-4644646A836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91BB2E3B-CB12-EFD3-AEC5-AFF2178AB1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424935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41B29B0B-463E-9048-E447-3C4FD7F0061F}"/>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BB52B887-430A-C63D-951D-BFD2EDB97B4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6AA11460-0013-A6EC-8677-6AA8D9D601E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fontAlgn="t">
              <a:buNone/>
            </a:pPr>
            <a:endParaRPr lang="es-MX" sz="1100" b="0" i="0" u="none" strike="noStrike" cap="none" spc="0" dirty="0">
              <a:solidFill>
                <a:srgbClr val="000000"/>
              </a:solidFill>
              <a:effectLst/>
              <a:latin typeface="Arial"/>
              <a:ea typeface="Arial"/>
              <a:cs typeface="Arial"/>
              <a:sym typeface="Arial"/>
            </a:endParaRPr>
          </a:p>
          <a:p>
            <a:pPr marL="158750" indent="0" fontAlgn="t">
              <a:buNone/>
            </a:pP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38248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7F4191CA-548F-009D-2E90-CC3B4262ED26}"/>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46987D83-B6A7-7884-4A81-BFF677EB96F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898FFD3A-51E4-3DD4-BB38-A13FB48CD54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350112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CF477175-2D11-E1EF-D741-5E8EEABA72D3}"/>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B18D8083-D583-9CB8-9BEF-D7F445DF2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CEF55775-610F-AC32-168B-065FD305BEB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26090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35EF4A0C-5653-33C0-D91E-8E80549BE738}"/>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C0203191-6F5F-A671-1911-2C1D1828B7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6BB8B58F-8DB9-B356-04E8-F2A320F586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136056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2">
          <a:extLst>
            <a:ext uri="{FF2B5EF4-FFF2-40B4-BE49-F238E27FC236}">
              <a16:creationId xmlns:a16="http://schemas.microsoft.com/office/drawing/2014/main" id="{07ECB589-F2D6-8A11-D0C9-77951DF74AE4}"/>
            </a:ext>
          </a:extLst>
        </p:cNvPr>
        <p:cNvGrpSpPr/>
        <p:nvPr/>
      </p:nvGrpSpPr>
      <p:grpSpPr>
        <a:xfrm>
          <a:off x="0" y="0"/>
          <a:ext cx="0" cy="0"/>
          <a:chOff x="0" y="0"/>
          <a:chExt cx="0" cy="0"/>
        </a:xfrm>
      </p:grpSpPr>
      <p:sp>
        <p:nvSpPr>
          <p:cNvPr id="2333" name="Google Shape;2333;g8728718f4e_1_1316:notes">
            <a:extLst>
              <a:ext uri="{FF2B5EF4-FFF2-40B4-BE49-F238E27FC236}">
                <a16:creationId xmlns:a16="http://schemas.microsoft.com/office/drawing/2014/main" id="{A2271A76-CAF4-A5B9-D5A1-0AB00D9FD52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4" name="Google Shape;2334;g8728718f4e_1_1316:notes">
            <a:extLst>
              <a:ext uri="{FF2B5EF4-FFF2-40B4-BE49-F238E27FC236}">
                <a16:creationId xmlns:a16="http://schemas.microsoft.com/office/drawing/2014/main" id="{8F919D21-0005-9C89-57D7-A827C02AB25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892289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E500183C-A870-4A51-D3DB-A35AEE02FDAA}"/>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63C870B6-D9F4-E990-A83F-29F2865D61A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623CBE7B-C444-E3DF-2D89-F4FC26865BE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5972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E5D7DC28-EC63-DE23-DA13-F279D0C0581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D0235286-B05B-0720-40AA-7EBD4704DF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268A5222-FE6B-B966-0395-29A53A3AABD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indent="0" fontAlgn="t">
              <a:buNone/>
            </a:pPr>
            <a:endParaRPr lang="es-MX" sz="1100" b="0" i="0" u="none" strike="noStrike" cap="none" spc="0" dirty="0">
              <a:solidFill>
                <a:srgbClr val="000000"/>
              </a:solidFill>
              <a:effectLst/>
              <a:latin typeface="Arial"/>
              <a:ea typeface="Arial"/>
              <a:cs typeface="Arial"/>
              <a:sym typeface="Aria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2063192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6FA766CF-6598-D962-946F-4F3C202C296F}"/>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0E5AEF79-7EB4-4D68-C4B8-94A3B31C47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98BFC060-C13F-716E-225C-DE6CE56EA97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47117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9246189B-6D1D-DE37-AE24-3A7BA502B0EB}"/>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FA856940-BD14-5F2C-E42D-61FA8DABA79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A62FC1A6-9C38-70DE-0A51-CF801D051C5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872659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AD52A853-A889-CE59-30E1-D9E471995B42}"/>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69501AF1-6E4F-8766-E313-74A6C793A6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1EC7ECA5-6D5A-048A-0B85-3B2212B09A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7477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a:extLst>
            <a:ext uri="{FF2B5EF4-FFF2-40B4-BE49-F238E27FC236}">
              <a16:creationId xmlns:a16="http://schemas.microsoft.com/office/drawing/2014/main" id="{5AD5EF30-48AE-11A6-13CB-E768563D84DC}"/>
            </a:ext>
          </a:extLst>
        </p:cNvPr>
        <p:cNvGrpSpPr/>
        <p:nvPr/>
      </p:nvGrpSpPr>
      <p:grpSpPr>
        <a:xfrm>
          <a:off x="0" y="0"/>
          <a:ext cx="0" cy="0"/>
          <a:chOff x="0" y="0"/>
          <a:chExt cx="0" cy="0"/>
        </a:xfrm>
      </p:grpSpPr>
      <p:sp>
        <p:nvSpPr>
          <p:cNvPr id="2338" name="Google Shape;2338;g86fa6133bc_4_21599:notes">
            <a:extLst>
              <a:ext uri="{FF2B5EF4-FFF2-40B4-BE49-F238E27FC236}">
                <a16:creationId xmlns:a16="http://schemas.microsoft.com/office/drawing/2014/main" id="{424ACFDF-D870-800A-3E78-53F2BE01546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a:extLst>
              <a:ext uri="{FF2B5EF4-FFF2-40B4-BE49-F238E27FC236}">
                <a16:creationId xmlns:a16="http://schemas.microsoft.com/office/drawing/2014/main" id="{0BB33F88-A751-00DC-5483-585E62D854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785182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a:extLst>
            <a:ext uri="{FF2B5EF4-FFF2-40B4-BE49-F238E27FC236}">
              <a16:creationId xmlns:a16="http://schemas.microsoft.com/office/drawing/2014/main" id="{4E0B5FF7-FB50-79C7-8C06-883B49B53595}"/>
            </a:ext>
          </a:extLst>
        </p:cNvPr>
        <p:cNvGrpSpPr/>
        <p:nvPr/>
      </p:nvGrpSpPr>
      <p:grpSpPr>
        <a:xfrm>
          <a:off x="0" y="0"/>
          <a:ext cx="0" cy="0"/>
          <a:chOff x="0" y="0"/>
          <a:chExt cx="0" cy="0"/>
        </a:xfrm>
      </p:grpSpPr>
      <p:sp>
        <p:nvSpPr>
          <p:cNvPr id="2304" name="Google Shape;2304;g86fa6133bc_4_21142:notes">
            <a:extLst>
              <a:ext uri="{FF2B5EF4-FFF2-40B4-BE49-F238E27FC236}">
                <a16:creationId xmlns:a16="http://schemas.microsoft.com/office/drawing/2014/main" id="{145B90EB-BB4B-1E31-F00F-67BC82549D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a:extLst>
              <a:ext uri="{FF2B5EF4-FFF2-40B4-BE49-F238E27FC236}">
                <a16:creationId xmlns:a16="http://schemas.microsoft.com/office/drawing/2014/main" id="{32346D83-7987-4EB9-749C-57A8A3F9784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8872533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a:extLst>
            <a:ext uri="{FF2B5EF4-FFF2-40B4-BE49-F238E27FC236}">
              <a16:creationId xmlns:a16="http://schemas.microsoft.com/office/drawing/2014/main" id="{E51593AA-7007-DE1F-DB89-C724793FF657}"/>
            </a:ext>
          </a:extLst>
        </p:cNvPr>
        <p:cNvGrpSpPr/>
        <p:nvPr/>
      </p:nvGrpSpPr>
      <p:grpSpPr>
        <a:xfrm>
          <a:off x="0" y="0"/>
          <a:ext cx="0" cy="0"/>
          <a:chOff x="0" y="0"/>
          <a:chExt cx="0" cy="0"/>
        </a:xfrm>
      </p:grpSpPr>
      <p:sp>
        <p:nvSpPr>
          <p:cNvPr id="2338" name="Google Shape;2338;g86fa6133bc_4_21599:notes">
            <a:extLst>
              <a:ext uri="{FF2B5EF4-FFF2-40B4-BE49-F238E27FC236}">
                <a16:creationId xmlns:a16="http://schemas.microsoft.com/office/drawing/2014/main" id="{7C4ACA5A-112F-9335-9364-562383E32F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a:extLst>
              <a:ext uri="{FF2B5EF4-FFF2-40B4-BE49-F238E27FC236}">
                <a16:creationId xmlns:a16="http://schemas.microsoft.com/office/drawing/2014/main" id="{2A586884-1579-1373-FB8D-5AA72A6C582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5533764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a:extLst>
            <a:ext uri="{FF2B5EF4-FFF2-40B4-BE49-F238E27FC236}">
              <a16:creationId xmlns:a16="http://schemas.microsoft.com/office/drawing/2014/main" id="{CF5FBEF5-449D-1835-E593-C50D157DF125}"/>
            </a:ext>
          </a:extLst>
        </p:cNvPr>
        <p:cNvGrpSpPr/>
        <p:nvPr/>
      </p:nvGrpSpPr>
      <p:grpSpPr>
        <a:xfrm>
          <a:off x="0" y="0"/>
          <a:ext cx="0" cy="0"/>
          <a:chOff x="0" y="0"/>
          <a:chExt cx="0" cy="0"/>
        </a:xfrm>
      </p:grpSpPr>
      <p:sp>
        <p:nvSpPr>
          <p:cNvPr id="2338" name="Google Shape;2338;g86fa6133bc_4_21599:notes">
            <a:extLst>
              <a:ext uri="{FF2B5EF4-FFF2-40B4-BE49-F238E27FC236}">
                <a16:creationId xmlns:a16="http://schemas.microsoft.com/office/drawing/2014/main" id="{416E5AE1-CE74-BFBC-34E6-2E7147B73F3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a:extLst>
              <a:ext uri="{FF2B5EF4-FFF2-40B4-BE49-F238E27FC236}">
                <a16:creationId xmlns:a16="http://schemas.microsoft.com/office/drawing/2014/main" id="{7F071489-0657-FBE2-0B9C-F3CC64A123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896454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1"/>
        <p:cNvGrpSpPr/>
        <p:nvPr/>
      </p:nvGrpSpPr>
      <p:grpSpPr>
        <a:xfrm>
          <a:off x="0" y="0"/>
          <a:ext cx="0" cy="0"/>
          <a:chOff x="0" y="0"/>
          <a:chExt cx="0" cy="0"/>
        </a:xfrm>
      </p:grpSpPr>
      <p:sp>
        <p:nvSpPr>
          <p:cNvPr id="3622" name="Google Shape;3622;g8714a43093_5_4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3" name="Google Shape;3623;g8714a43093_5_4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1"/>
        <p:cNvGrpSpPr/>
        <p:nvPr/>
      </p:nvGrpSpPr>
      <p:grpSpPr>
        <a:xfrm>
          <a:off x="0" y="0"/>
          <a:ext cx="0" cy="0"/>
          <a:chOff x="0" y="0"/>
          <a:chExt cx="0" cy="0"/>
        </a:xfrm>
      </p:grpSpPr>
      <p:sp>
        <p:nvSpPr>
          <p:cNvPr id="3602" name="Google Shape;3602;g8714a43093_5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03" name="Google Shape;3603;g8714a43093_5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4" r:id="rId6"/>
    <p:sldLayoutId id="2147483655" r:id="rId7"/>
    <p:sldLayoutId id="2147483658" r:id="rId8"/>
    <p:sldLayoutId id="2147483659" r:id="rId9"/>
    <p:sldLayoutId id="2147483660" r:id="rId10"/>
    <p:sldLayoutId id="2147483661" r:id="rId11"/>
    <p:sldLayoutId id="2147483665" r:id="rId12"/>
    <p:sldLayoutId id="2147483670" r:id="rId13"/>
    <p:sldLayoutId id="2147483673" r:id="rId14"/>
    <p:sldLayoutId id="2147483674" r:id="rId15"/>
    <p:sldLayoutId id="2147483675" r:id="rId16"/>
    <p:sldLayoutId id="2147483676"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5343540" cy="4183680"/>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5499794" y="2936254"/>
            <a:ext cx="3264300" cy="1792200"/>
          </a:xfrm>
          <a:prstGeom prst="rect">
            <a:avLst/>
          </a:prstGeom>
        </p:spPr>
        <p:txBody>
          <a:bodyPr spcFirstLastPara="1" wrap="square" lIns="91425" tIns="91425" rIns="91425" bIns="91425" anchor="b" anchorCtr="0">
            <a:noAutofit/>
          </a:bodyPr>
          <a:lstStyle/>
          <a:p>
            <a:pPr lvl="0"/>
            <a:r>
              <a:rPr lang="es-MX" sz="4800" dirty="0"/>
              <a:t>3. Base de datos para la toma de decisiones</a:t>
            </a:r>
            <a:endParaRPr sz="4800" dirty="0">
              <a:solidFill>
                <a:schemeClr val="dk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3994598" y="1510458"/>
            <a:ext cx="4430405" cy="3106404"/>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25207" y="1535955"/>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25207" y="2612842"/>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Contenido</a:t>
            </a:r>
            <a:endParaRPr dirty="0"/>
          </a:p>
        </p:txBody>
      </p:sp>
      <p:sp>
        <p:nvSpPr>
          <p:cNvPr id="2140" name="Google Shape;2140;p37"/>
          <p:cNvSpPr txBox="1">
            <a:spLocks noGrp="1"/>
          </p:cNvSpPr>
          <p:nvPr>
            <p:ph type="subTitle" idx="1"/>
          </p:nvPr>
        </p:nvSpPr>
        <p:spPr>
          <a:xfrm>
            <a:off x="1657768" y="1702998"/>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Bodega de datos (Datawarehouse)</a:t>
            </a:r>
            <a:endParaRPr dirty="0"/>
          </a:p>
        </p:txBody>
      </p:sp>
      <p:sp>
        <p:nvSpPr>
          <p:cNvPr id="2141" name="Google Shape;2141;p37"/>
          <p:cNvSpPr txBox="1">
            <a:spLocks noGrp="1"/>
          </p:cNvSpPr>
          <p:nvPr>
            <p:ph type="subTitle" idx="3"/>
          </p:nvPr>
        </p:nvSpPr>
        <p:spPr>
          <a:xfrm>
            <a:off x="1657768" y="2571750"/>
            <a:ext cx="2615100" cy="3840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800" dirty="0">
                <a:solidFill>
                  <a:schemeClr val="accent1"/>
                </a:solidFill>
              </a:rPr>
              <a:t>Procesamiento y análisis en línea (OLAP)</a:t>
            </a:r>
            <a:endParaRPr dirty="0"/>
          </a:p>
        </p:txBody>
      </p:sp>
      <p:sp>
        <p:nvSpPr>
          <p:cNvPr id="2147" name="Google Shape;2147;p37"/>
          <p:cNvSpPr txBox="1">
            <a:spLocks noGrp="1"/>
          </p:cNvSpPr>
          <p:nvPr>
            <p:ph type="title" idx="9"/>
          </p:nvPr>
        </p:nvSpPr>
        <p:spPr>
          <a:xfrm>
            <a:off x="807376" y="168475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07376" y="276375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2155" name="Google Shape;2155;p38"/>
          <p:cNvSpPr txBox="1">
            <a:spLocks noGrp="1"/>
          </p:cNvSpPr>
          <p:nvPr>
            <p:ph type="title"/>
          </p:nvPr>
        </p:nvSpPr>
        <p:spPr>
          <a:xfrm>
            <a:off x="2812424" y="2443638"/>
            <a:ext cx="3519152" cy="804600"/>
          </a:xfrm>
          <a:prstGeom prst="rect">
            <a:avLst/>
          </a:prstGeom>
        </p:spPr>
        <p:txBody>
          <a:bodyPr spcFirstLastPara="1" wrap="square" lIns="91425" tIns="91425" rIns="91425" bIns="91425" anchor="ctr" anchorCtr="0">
            <a:noAutofit/>
          </a:bodyPr>
          <a:lstStyle/>
          <a:p>
            <a:pPr lvl="0"/>
            <a:r>
              <a:rPr lang="es-MX" sz="3200" dirty="0"/>
              <a:t>Bodegas de datos (</a:t>
            </a:r>
            <a:r>
              <a:rPr lang="es-MX" sz="3200" dirty="0" err="1"/>
              <a:t>Datawarehouse</a:t>
            </a:r>
            <a:r>
              <a:rPr lang="es-MX" sz="3200" dirty="0"/>
              <a:t>)</a:t>
            </a:r>
            <a:endParaRPr sz="3200" dirty="0"/>
          </a:p>
        </p:txBody>
      </p:sp>
      <p:sp>
        <p:nvSpPr>
          <p:cNvPr id="2156" name="Google Shape;2156;p38"/>
          <p:cNvSpPr txBox="1">
            <a:spLocks noGrp="1"/>
          </p:cNvSpPr>
          <p:nvPr>
            <p:ph type="title" idx="2"/>
          </p:nvPr>
        </p:nvSpPr>
        <p:spPr>
          <a:xfrm>
            <a:off x="2971800" y="1161288"/>
            <a:ext cx="2967600" cy="1069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grpSp>
        <p:nvGrpSpPr>
          <p:cNvPr id="2162" name="Google Shape;2162;p39"/>
          <p:cNvGrpSpPr/>
          <p:nvPr/>
        </p:nvGrpSpPr>
        <p:grpSpPr>
          <a:xfrm>
            <a:off x="3803270" y="571992"/>
            <a:ext cx="1328961" cy="1295445"/>
            <a:chOff x="3614228" y="234880"/>
            <a:chExt cx="1915500" cy="1915500"/>
          </a:xfrm>
        </p:grpSpPr>
        <p:sp>
          <p:nvSpPr>
            <p:cNvPr id="2163" name="Google Shape;2163;p39"/>
            <p:cNvSpPr/>
            <p:nvPr/>
          </p:nvSpPr>
          <p:spPr>
            <a:xfrm>
              <a:off x="3614228" y="234880"/>
              <a:ext cx="1915500" cy="19155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39"/>
            <p:cNvSpPr/>
            <p:nvPr/>
          </p:nvSpPr>
          <p:spPr>
            <a:xfrm>
              <a:off x="3869977" y="490629"/>
              <a:ext cx="1404000" cy="1404001"/>
            </a:xfrm>
            <a:prstGeom prst="ellipse">
              <a:avLst/>
            </a:prstGeom>
            <a:solidFill>
              <a:srgbClr val="FFFFFF"/>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grpSp>
        <p:nvGrpSpPr>
          <p:cNvPr id="2166" name="Google Shape;2166;p39"/>
          <p:cNvGrpSpPr/>
          <p:nvPr/>
        </p:nvGrpSpPr>
        <p:grpSpPr>
          <a:xfrm>
            <a:off x="4172022" y="924394"/>
            <a:ext cx="591455" cy="590639"/>
            <a:chOff x="1190625" y="238125"/>
            <a:chExt cx="5238750" cy="5231525"/>
          </a:xfrm>
        </p:grpSpPr>
        <p:sp>
          <p:nvSpPr>
            <p:cNvPr id="2167" name="Google Shape;2167;p39"/>
            <p:cNvSpPr/>
            <p:nvPr/>
          </p:nvSpPr>
          <p:spPr>
            <a:xfrm>
              <a:off x="1190625" y="259325"/>
              <a:ext cx="5238750" cy="5210325"/>
            </a:xfrm>
            <a:custGeom>
              <a:avLst/>
              <a:gdLst/>
              <a:ahLst/>
              <a:cxnLst/>
              <a:rect l="l" t="t" r="r" b="b"/>
              <a:pathLst>
                <a:path w="209550" h="208413" extrusionOk="0">
                  <a:moveTo>
                    <a:pt x="149830" y="7449"/>
                  </a:moveTo>
                  <a:lnTo>
                    <a:pt x="163530" y="9379"/>
                  </a:lnTo>
                  <a:lnTo>
                    <a:pt x="162179" y="19412"/>
                  </a:lnTo>
                  <a:cubicBezTo>
                    <a:pt x="161311" y="25105"/>
                    <a:pt x="165267" y="30411"/>
                    <a:pt x="170959" y="31279"/>
                  </a:cubicBezTo>
                  <a:cubicBezTo>
                    <a:pt x="171435" y="31345"/>
                    <a:pt x="171909" y="31377"/>
                    <a:pt x="172378" y="31377"/>
                  </a:cubicBezTo>
                  <a:cubicBezTo>
                    <a:pt x="174663" y="31377"/>
                    <a:pt x="176836" y="30614"/>
                    <a:pt x="178677" y="29253"/>
                  </a:cubicBezTo>
                  <a:lnTo>
                    <a:pt x="186878" y="23175"/>
                  </a:lnTo>
                  <a:lnTo>
                    <a:pt x="195175" y="34270"/>
                  </a:lnTo>
                  <a:lnTo>
                    <a:pt x="187071" y="40348"/>
                  </a:lnTo>
                  <a:cubicBezTo>
                    <a:pt x="182440" y="43821"/>
                    <a:pt x="181475" y="50382"/>
                    <a:pt x="184948" y="54916"/>
                  </a:cubicBezTo>
                  <a:cubicBezTo>
                    <a:pt x="186588" y="57135"/>
                    <a:pt x="189097" y="58679"/>
                    <a:pt x="191798" y="59065"/>
                  </a:cubicBezTo>
                  <a:lnTo>
                    <a:pt x="201832" y="60415"/>
                  </a:lnTo>
                  <a:lnTo>
                    <a:pt x="199902" y="74212"/>
                  </a:lnTo>
                  <a:lnTo>
                    <a:pt x="189869" y="72765"/>
                  </a:lnTo>
                  <a:cubicBezTo>
                    <a:pt x="189391" y="72700"/>
                    <a:pt x="188917" y="72668"/>
                    <a:pt x="188447" y="72668"/>
                  </a:cubicBezTo>
                  <a:cubicBezTo>
                    <a:pt x="183318" y="72668"/>
                    <a:pt x="178797" y="76426"/>
                    <a:pt x="178002" y="81641"/>
                  </a:cubicBezTo>
                  <a:cubicBezTo>
                    <a:pt x="177616" y="84342"/>
                    <a:pt x="178388" y="87140"/>
                    <a:pt x="180028" y="89359"/>
                  </a:cubicBezTo>
                  <a:lnTo>
                    <a:pt x="186106" y="97463"/>
                  </a:lnTo>
                  <a:lnTo>
                    <a:pt x="175011" y="105760"/>
                  </a:lnTo>
                  <a:lnTo>
                    <a:pt x="168933" y="97656"/>
                  </a:lnTo>
                  <a:cubicBezTo>
                    <a:pt x="166888" y="94930"/>
                    <a:pt x="163773" y="93507"/>
                    <a:pt x="160632" y="93507"/>
                  </a:cubicBezTo>
                  <a:cubicBezTo>
                    <a:pt x="158437" y="93507"/>
                    <a:pt x="156230" y="94201"/>
                    <a:pt x="154365" y="95630"/>
                  </a:cubicBezTo>
                  <a:cubicBezTo>
                    <a:pt x="152146" y="97270"/>
                    <a:pt x="150698" y="99682"/>
                    <a:pt x="150216" y="102480"/>
                  </a:cubicBezTo>
                  <a:lnTo>
                    <a:pt x="148865" y="112514"/>
                  </a:lnTo>
                  <a:lnTo>
                    <a:pt x="135069" y="110584"/>
                  </a:lnTo>
                  <a:lnTo>
                    <a:pt x="136516" y="100454"/>
                  </a:lnTo>
                  <a:cubicBezTo>
                    <a:pt x="137385" y="94762"/>
                    <a:pt x="133429" y="89552"/>
                    <a:pt x="127737" y="88683"/>
                  </a:cubicBezTo>
                  <a:cubicBezTo>
                    <a:pt x="127260" y="88618"/>
                    <a:pt x="126787" y="88586"/>
                    <a:pt x="126318" y="88586"/>
                  </a:cubicBezTo>
                  <a:cubicBezTo>
                    <a:pt x="124033" y="88586"/>
                    <a:pt x="121860" y="89349"/>
                    <a:pt x="120019" y="90710"/>
                  </a:cubicBezTo>
                  <a:lnTo>
                    <a:pt x="111818" y="96788"/>
                  </a:lnTo>
                  <a:lnTo>
                    <a:pt x="103521" y="85693"/>
                  </a:lnTo>
                  <a:lnTo>
                    <a:pt x="111625" y="79615"/>
                  </a:lnTo>
                  <a:cubicBezTo>
                    <a:pt x="116256" y="76141"/>
                    <a:pt x="117221" y="69581"/>
                    <a:pt x="113747" y="64950"/>
                  </a:cubicBezTo>
                  <a:cubicBezTo>
                    <a:pt x="112107" y="62731"/>
                    <a:pt x="109599" y="61284"/>
                    <a:pt x="106898" y="60898"/>
                  </a:cubicBezTo>
                  <a:lnTo>
                    <a:pt x="96767" y="59451"/>
                  </a:lnTo>
                  <a:lnTo>
                    <a:pt x="98793" y="45751"/>
                  </a:lnTo>
                  <a:lnTo>
                    <a:pt x="108827" y="47198"/>
                  </a:lnTo>
                  <a:cubicBezTo>
                    <a:pt x="109304" y="47263"/>
                    <a:pt x="109779" y="47294"/>
                    <a:pt x="110248" y="47294"/>
                  </a:cubicBezTo>
                  <a:cubicBezTo>
                    <a:pt x="115377" y="47294"/>
                    <a:pt x="119890" y="43537"/>
                    <a:pt x="120597" y="38322"/>
                  </a:cubicBezTo>
                  <a:cubicBezTo>
                    <a:pt x="120983" y="35621"/>
                    <a:pt x="120308" y="32823"/>
                    <a:pt x="118668" y="30604"/>
                  </a:cubicBezTo>
                  <a:lnTo>
                    <a:pt x="112493" y="22500"/>
                  </a:lnTo>
                  <a:lnTo>
                    <a:pt x="123588" y="14106"/>
                  </a:lnTo>
                  <a:lnTo>
                    <a:pt x="129763" y="22307"/>
                  </a:lnTo>
                  <a:cubicBezTo>
                    <a:pt x="131820" y="24993"/>
                    <a:pt x="134928" y="26427"/>
                    <a:pt x="138082" y="26427"/>
                  </a:cubicBezTo>
                  <a:cubicBezTo>
                    <a:pt x="140252" y="26427"/>
                    <a:pt x="142444" y="25748"/>
                    <a:pt x="144331" y="24333"/>
                  </a:cubicBezTo>
                  <a:cubicBezTo>
                    <a:pt x="146550" y="22693"/>
                    <a:pt x="147997" y="20184"/>
                    <a:pt x="148383" y="17483"/>
                  </a:cubicBezTo>
                  <a:lnTo>
                    <a:pt x="149830" y="7449"/>
                  </a:lnTo>
                  <a:close/>
                  <a:moveTo>
                    <a:pt x="45248" y="107690"/>
                  </a:moveTo>
                  <a:cubicBezTo>
                    <a:pt x="48432" y="114540"/>
                    <a:pt x="52870" y="120811"/>
                    <a:pt x="58176" y="126213"/>
                  </a:cubicBezTo>
                  <a:cubicBezTo>
                    <a:pt x="56131" y="131893"/>
                    <a:pt x="50817" y="135433"/>
                    <a:pt x="45127" y="135433"/>
                  </a:cubicBezTo>
                  <a:cubicBezTo>
                    <a:pt x="43568" y="135433"/>
                    <a:pt x="41980" y="135167"/>
                    <a:pt x="40424" y="134607"/>
                  </a:cubicBezTo>
                  <a:cubicBezTo>
                    <a:pt x="33188" y="132002"/>
                    <a:pt x="29426" y="124091"/>
                    <a:pt x="32031" y="116855"/>
                  </a:cubicBezTo>
                  <a:cubicBezTo>
                    <a:pt x="34057" y="111356"/>
                    <a:pt x="39267" y="107690"/>
                    <a:pt x="45152" y="107690"/>
                  </a:cubicBezTo>
                  <a:close/>
                  <a:moveTo>
                    <a:pt x="39845" y="89166"/>
                  </a:moveTo>
                  <a:cubicBezTo>
                    <a:pt x="40328" y="93121"/>
                    <a:pt x="41293" y="97077"/>
                    <a:pt x="42547" y="100936"/>
                  </a:cubicBezTo>
                  <a:cubicBezTo>
                    <a:pt x="31162" y="102287"/>
                    <a:pt x="22962" y="112610"/>
                    <a:pt x="24312" y="124091"/>
                  </a:cubicBezTo>
                  <a:cubicBezTo>
                    <a:pt x="25565" y="134650"/>
                    <a:pt x="34620" y="142471"/>
                    <a:pt x="45011" y="142471"/>
                  </a:cubicBezTo>
                  <a:cubicBezTo>
                    <a:pt x="45822" y="142471"/>
                    <a:pt x="46642" y="142423"/>
                    <a:pt x="47467" y="142325"/>
                  </a:cubicBezTo>
                  <a:cubicBezTo>
                    <a:pt x="54414" y="141457"/>
                    <a:pt x="60395" y="137308"/>
                    <a:pt x="63579" y="131134"/>
                  </a:cubicBezTo>
                  <a:cubicBezTo>
                    <a:pt x="65412" y="132677"/>
                    <a:pt x="67438" y="134125"/>
                    <a:pt x="69464" y="135475"/>
                  </a:cubicBezTo>
                  <a:cubicBezTo>
                    <a:pt x="72744" y="137501"/>
                    <a:pt x="75253" y="140685"/>
                    <a:pt x="76507" y="144351"/>
                  </a:cubicBezTo>
                  <a:lnTo>
                    <a:pt x="69078" y="151780"/>
                  </a:lnTo>
                  <a:lnTo>
                    <a:pt x="61842" y="146763"/>
                  </a:lnTo>
                  <a:cubicBezTo>
                    <a:pt x="60637" y="145960"/>
                    <a:pt x="59266" y="145571"/>
                    <a:pt x="57911" y="145571"/>
                  </a:cubicBezTo>
                  <a:cubicBezTo>
                    <a:pt x="55689" y="145571"/>
                    <a:pt x="53513" y="146618"/>
                    <a:pt x="52195" y="148596"/>
                  </a:cubicBezTo>
                  <a:cubicBezTo>
                    <a:pt x="51616" y="149368"/>
                    <a:pt x="51326" y="150236"/>
                    <a:pt x="51133" y="151105"/>
                  </a:cubicBezTo>
                  <a:lnTo>
                    <a:pt x="49300" y="159788"/>
                  </a:lnTo>
                  <a:lnTo>
                    <a:pt x="41003" y="159788"/>
                  </a:lnTo>
                  <a:lnTo>
                    <a:pt x="39170" y="151105"/>
                  </a:lnTo>
                  <a:cubicBezTo>
                    <a:pt x="38495" y="147815"/>
                    <a:pt x="35608" y="145558"/>
                    <a:pt x="32379" y="145558"/>
                  </a:cubicBezTo>
                  <a:cubicBezTo>
                    <a:pt x="31914" y="145558"/>
                    <a:pt x="31443" y="145605"/>
                    <a:pt x="30969" y="145702"/>
                  </a:cubicBezTo>
                  <a:cubicBezTo>
                    <a:pt x="30101" y="145895"/>
                    <a:pt x="29233" y="146281"/>
                    <a:pt x="28461" y="146860"/>
                  </a:cubicBezTo>
                  <a:lnTo>
                    <a:pt x="21225" y="151780"/>
                  </a:lnTo>
                  <a:lnTo>
                    <a:pt x="14954" y="145509"/>
                  </a:lnTo>
                  <a:lnTo>
                    <a:pt x="19874" y="138273"/>
                  </a:lnTo>
                  <a:cubicBezTo>
                    <a:pt x="22093" y="135089"/>
                    <a:pt x="21322" y="130748"/>
                    <a:pt x="18138" y="128625"/>
                  </a:cubicBezTo>
                  <a:cubicBezTo>
                    <a:pt x="17366" y="128046"/>
                    <a:pt x="16498" y="127661"/>
                    <a:pt x="15629" y="127468"/>
                  </a:cubicBezTo>
                  <a:lnTo>
                    <a:pt x="6946" y="125731"/>
                  </a:lnTo>
                  <a:lnTo>
                    <a:pt x="6946" y="117434"/>
                  </a:lnTo>
                  <a:lnTo>
                    <a:pt x="15629" y="115601"/>
                  </a:lnTo>
                  <a:cubicBezTo>
                    <a:pt x="19392" y="114829"/>
                    <a:pt x="21708" y="111163"/>
                    <a:pt x="20936" y="107400"/>
                  </a:cubicBezTo>
                  <a:cubicBezTo>
                    <a:pt x="20743" y="106532"/>
                    <a:pt x="20453" y="105664"/>
                    <a:pt x="19874" y="104892"/>
                  </a:cubicBezTo>
                  <a:lnTo>
                    <a:pt x="14954" y="97656"/>
                  </a:lnTo>
                  <a:lnTo>
                    <a:pt x="21225" y="91385"/>
                  </a:lnTo>
                  <a:lnTo>
                    <a:pt x="28461" y="96305"/>
                  </a:lnTo>
                  <a:cubicBezTo>
                    <a:pt x="29670" y="97148"/>
                    <a:pt x="31045" y="97545"/>
                    <a:pt x="32403" y="97545"/>
                  </a:cubicBezTo>
                  <a:cubicBezTo>
                    <a:pt x="34621" y="97545"/>
                    <a:pt x="36792" y="96484"/>
                    <a:pt x="38109" y="94569"/>
                  </a:cubicBezTo>
                  <a:cubicBezTo>
                    <a:pt x="38688" y="93797"/>
                    <a:pt x="38977" y="92929"/>
                    <a:pt x="39170" y="92060"/>
                  </a:cubicBezTo>
                  <a:lnTo>
                    <a:pt x="39845" y="89166"/>
                  </a:lnTo>
                  <a:close/>
                  <a:moveTo>
                    <a:pt x="118957" y="177154"/>
                  </a:moveTo>
                  <a:lnTo>
                    <a:pt x="118957" y="184100"/>
                  </a:lnTo>
                  <a:lnTo>
                    <a:pt x="91172" y="184100"/>
                  </a:lnTo>
                  <a:lnTo>
                    <a:pt x="91172" y="177154"/>
                  </a:lnTo>
                  <a:close/>
                  <a:moveTo>
                    <a:pt x="118957" y="191047"/>
                  </a:moveTo>
                  <a:lnTo>
                    <a:pt x="118957" y="194520"/>
                  </a:lnTo>
                  <a:cubicBezTo>
                    <a:pt x="118957" y="198282"/>
                    <a:pt x="115870" y="201466"/>
                    <a:pt x="112011" y="201466"/>
                  </a:cubicBezTo>
                  <a:lnTo>
                    <a:pt x="98118" y="201466"/>
                  </a:lnTo>
                  <a:cubicBezTo>
                    <a:pt x="94355" y="201466"/>
                    <a:pt x="91172" y="198282"/>
                    <a:pt x="91172" y="194520"/>
                  </a:cubicBezTo>
                  <a:lnTo>
                    <a:pt x="91172" y="191047"/>
                  </a:lnTo>
                  <a:close/>
                  <a:moveTo>
                    <a:pt x="146950" y="1"/>
                  </a:moveTo>
                  <a:cubicBezTo>
                    <a:pt x="145260" y="1"/>
                    <a:pt x="143732" y="1213"/>
                    <a:pt x="143463" y="3011"/>
                  </a:cubicBezTo>
                  <a:lnTo>
                    <a:pt x="141533" y="16518"/>
                  </a:lnTo>
                  <a:cubicBezTo>
                    <a:pt x="141272" y="18262"/>
                    <a:pt x="139828" y="19454"/>
                    <a:pt x="138129" y="19454"/>
                  </a:cubicBezTo>
                  <a:cubicBezTo>
                    <a:pt x="137948" y="19454"/>
                    <a:pt x="137763" y="19440"/>
                    <a:pt x="137577" y="19412"/>
                  </a:cubicBezTo>
                  <a:cubicBezTo>
                    <a:pt x="136709" y="19316"/>
                    <a:pt x="135841" y="18833"/>
                    <a:pt x="135262" y="18062"/>
                  </a:cubicBezTo>
                  <a:lnTo>
                    <a:pt x="127061" y="7160"/>
                  </a:lnTo>
                  <a:cubicBezTo>
                    <a:pt x="126437" y="6251"/>
                    <a:pt x="125411" y="5777"/>
                    <a:pt x="124357" y="5777"/>
                  </a:cubicBezTo>
                  <a:cubicBezTo>
                    <a:pt x="123621" y="5777"/>
                    <a:pt x="122872" y="6008"/>
                    <a:pt x="122238" y="6484"/>
                  </a:cubicBezTo>
                  <a:lnTo>
                    <a:pt x="111818" y="14299"/>
                  </a:lnTo>
                  <a:cubicBezTo>
                    <a:pt x="109454" y="14058"/>
                    <a:pt x="107090" y="13937"/>
                    <a:pt x="104727" y="13937"/>
                  </a:cubicBezTo>
                  <a:cubicBezTo>
                    <a:pt x="102363" y="13937"/>
                    <a:pt x="99999" y="14058"/>
                    <a:pt x="97636" y="14299"/>
                  </a:cubicBezTo>
                  <a:cubicBezTo>
                    <a:pt x="66666" y="17869"/>
                    <a:pt x="42450" y="42471"/>
                    <a:pt x="39459" y="73440"/>
                  </a:cubicBezTo>
                  <a:cubicBezTo>
                    <a:pt x="39363" y="74501"/>
                    <a:pt x="39267" y="75466"/>
                    <a:pt x="39267" y="76431"/>
                  </a:cubicBezTo>
                  <a:lnTo>
                    <a:pt x="38205" y="76431"/>
                  </a:lnTo>
                  <a:cubicBezTo>
                    <a:pt x="36565" y="76431"/>
                    <a:pt x="35118" y="77589"/>
                    <a:pt x="34829" y="79229"/>
                  </a:cubicBezTo>
                  <a:lnTo>
                    <a:pt x="32417" y="90613"/>
                  </a:lnTo>
                  <a:lnTo>
                    <a:pt x="22769" y="83956"/>
                  </a:lnTo>
                  <a:cubicBezTo>
                    <a:pt x="22185" y="83539"/>
                    <a:pt x="21511" y="83338"/>
                    <a:pt x="20833" y="83338"/>
                  </a:cubicBezTo>
                  <a:cubicBezTo>
                    <a:pt x="19942" y="83338"/>
                    <a:pt x="19043" y="83685"/>
                    <a:pt x="18331" y="84342"/>
                  </a:cubicBezTo>
                  <a:lnTo>
                    <a:pt x="7911" y="94762"/>
                  </a:lnTo>
                  <a:cubicBezTo>
                    <a:pt x="6753" y="96016"/>
                    <a:pt x="6560" y="97849"/>
                    <a:pt x="7525" y="99200"/>
                  </a:cubicBezTo>
                  <a:lnTo>
                    <a:pt x="14182" y="108847"/>
                  </a:lnTo>
                  <a:lnTo>
                    <a:pt x="2701" y="111259"/>
                  </a:lnTo>
                  <a:cubicBezTo>
                    <a:pt x="1158" y="111549"/>
                    <a:pt x="0" y="112996"/>
                    <a:pt x="0" y="114636"/>
                  </a:cubicBezTo>
                  <a:lnTo>
                    <a:pt x="0" y="128529"/>
                  </a:lnTo>
                  <a:cubicBezTo>
                    <a:pt x="0" y="130169"/>
                    <a:pt x="1158" y="131616"/>
                    <a:pt x="2798" y="131906"/>
                  </a:cubicBezTo>
                  <a:lnTo>
                    <a:pt x="14182" y="134318"/>
                  </a:lnTo>
                  <a:lnTo>
                    <a:pt x="7622" y="143869"/>
                  </a:lnTo>
                  <a:cubicBezTo>
                    <a:pt x="6657" y="145316"/>
                    <a:pt x="6753" y="147149"/>
                    <a:pt x="8008" y="148307"/>
                  </a:cubicBezTo>
                  <a:lnTo>
                    <a:pt x="18427" y="158726"/>
                  </a:lnTo>
                  <a:cubicBezTo>
                    <a:pt x="19085" y="159384"/>
                    <a:pt x="19960" y="159730"/>
                    <a:pt x="20858" y="159730"/>
                  </a:cubicBezTo>
                  <a:cubicBezTo>
                    <a:pt x="21542" y="159730"/>
                    <a:pt x="22240" y="159529"/>
                    <a:pt x="22865" y="159112"/>
                  </a:cubicBezTo>
                  <a:lnTo>
                    <a:pt x="32417" y="152552"/>
                  </a:lnTo>
                  <a:lnTo>
                    <a:pt x="34829" y="163936"/>
                  </a:lnTo>
                  <a:cubicBezTo>
                    <a:pt x="35118" y="165576"/>
                    <a:pt x="36565" y="166734"/>
                    <a:pt x="38205" y="166734"/>
                  </a:cubicBezTo>
                  <a:lnTo>
                    <a:pt x="52098" y="166734"/>
                  </a:lnTo>
                  <a:cubicBezTo>
                    <a:pt x="53738" y="166734"/>
                    <a:pt x="55185" y="165576"/>
                    <a:pt x="55475" y="163936"/>
                  </a:cubicBezTo>
                  <a:lnTo>
                    <a:pt x="57887" y="152552"/>
                  </a:lnTo>
                  <a:lnTo>
                    <a:pt x="67535" y="159112"/>
                  </a:lnTo>
                  <a:cubicBezTo>
                    <a:pt x="68118" y="159529"/>
                    <a:pt x="68792" y="159730"/>
                    <a:pt x="69463" y="159730"/>
                  </a:cubicBezTo>
                  <a:cubicBezTo>
                    <a:pt x="70344" y="159730"/>
                    <a:pt x="71219" y="159384"/>
                    <a:pt x="71876" y="158726"/>
                  </a:cubicBezTo>
                  <a:lnTo>
                    <a:pt x="77279" y="153324"/>
                  </a:lnTo>
                  <a:lnTo>
                    <a:pt x="77279" y="163261"/>
                  </a:lnTo>
                  <a:cubicBezTo>
                    <a:pt x="77375" y="168181"/>
                    <a:pt x="79980" y="172716"/>
                    <a:pt x="84225" y="175224"/>
                  </a:cubicBezTo>
                  <a:lnTo>
                    <a:pt x="84225" y="194520"/>
                  </a:lnTo>
                  <a:cubicBezTo>
                    <a:pt x="84225" y="202142"/>
                    <a:pt x="90496" y="208413"/>
                    <a:pt x="98118" y="208413"/>
                  </a:cubicBezTo>
                  <a:lnTo>
                    <a:pt x="112011" y="208413"/>
                  </a:lnTo>
                  <a:cubicBezTo>
                    <a:pt x="119729" y="208413"/>
                    <a:pt x="125904" y="202142"/>
                    <a:pt x="125904" y="194520"/>
                  </a:cubicBezTo>
                  <a:lnTo>
                    <a:pt x="125904" y="175224"/>
                  </a:lnTo>
                  <a:cubicBezTo>
                    <a:pt x="130245" y="172716"/>
                    <a:pt x="132850" y="168181"/>
                    <a:pt x="132850" y="163261"/>
                  </a:cubicBezTo>
                  <a:lnTo>
                    <a:pt x="132850" y="149465"/>
                  </a:lnTo>
                  <a:cubicBezTo>
                    <a:pt x="132947" y="143676"/>
                    <a:pt x="136034" y="138370"/>
                    <a:pt x="140954" y="135282"/>
                  </a:cubicBezTo>
                  <a:cubicBezTo>
                    <a:pt x="143752" y="133449"/>
                    <a:pt x="146550" y="131327"/>
                    <a:pt x="149058" y="129108"/>
                  </a:cubicBezTo>
                  <a:lnTo>
                    <a:pt x="144427" y="123898"/>
                  </a:lnTo>
                  <a:cubicBezTo>
                    <a:pt x="142208" y="125924"/>
                    <a:pt x="139700" y="127854"/>
                    <a:pt x="137095" y="129494"/>
                  </a:cubicBezTo>
                  <a:cubicBezTo>
                    <a:pt x="130245" y="133835"/>
                    <a:pt x="126000" y="141360"/>
                    <a:pt x="125904" y="149465"/>
                  </a:cubicBezTo>
                  <a:lnTo>
                    <a:pt x="125904" y="163261"/>
                  </a:lnTo>
                  <a:cubicBezTo>
                    <a:pt x="125904" y="167024"/>
                    <a:pt x="122816" y="170207"/>
                    <a:pt x="118957" y="170207"/>
                  </a:cubicBezTo>
                  <a:lnTo>
                    <a:pt x="91172" y="170207"/>
                  </a:lnTo>
                  <a:cubicBezTo>
                    <a:pt x="87409" y="170207"/>
                    <a:pt x="84225" y="167024"/>
                    <a:pt x="84225" y="163261"/>
                  </a:cubicBezTo>
                  <a:lnTo>
                    <a:pt x="84225" y="149175"/>
                  </a:lnTo>
                  <a:cubicBezTo>
                    <a:pt x="84225" y="141167"/>
                    <a:pt x="79980" y="133835"/>
                    <a:pt x="73227" y="129590"/>
                  </a:cubicBezTo>
                  <a:cubicBezTo>
                    <a:pt x="45731" y="112321"/>
                    <a:pt x="37433" y="75948"/>
                    <a:pt x="54703" y="48452"/>
                  </a:cubicBezTo>
                  <a:cubicBezTo>
                    <a:pt x="65412" y="31376"/>
                    <a:pt x="84225" y="20956"/>
                    <a:pt x="104389" y="20860"/>
                  </a:cubicBezTo>
                  <a:lnTo>
                    <a:pt x="104389" y="20860"/>
                  </a:lnTo>
                  <a:lnTo>
                    <a:pt x="104196" y="21245"/>
                  </a:lnTo>
                  <a:cubicBezTo>
                    <a:pt x="104100" y="22210"/>
                    <a:pt x="104293" y="23079"/>
                    <a:pt x="104871" y="23850"/>
                  </a:cubicBezTo>
                  <a:lnTo>
                    <a:pt x="113072" y="34752"/>
                  </a:lnTo>
                  <a:cubicBezTo>
                    <a:pt x="113940" y="35910"/>
                    <a:pt x="114037" y="37454"/>
                    <a:pt x="113265" y="38611"/>
                  </a:cubicBezTo>
                  <a:cubicBezTo>
                    <a:pt x="112694" y="39672"/>
                    <a:pt x="111572" y="40318"/>
                    <a:pt x="110423" y="40318"/>
                  </a:cubicBezTo>
                  <a:cubicBezTo>
                    <a:pt x="110212" y="40318"/>
                    <a:pt x="110001" y="40296"/>
                    <a:pt x="109792" y="40252"/>
                  </a:cubicBezTo>
                  <a:lnTo>
                    <a:pt x="96285" y="38322"/>
                  </a:lnTo>
                  <a:cubicBezTo>
                    <a:pt x="96154" y="38309"/>
                    <a:pt x="96024" y="38302"/>
                    <a:pt x="95895" y="38302"/>
                  </a:cubicBezTo>
                  <a:cubicBezTo>
                    <a:pt x="94126" y="38302"/>
                    <a:pt x="92599" y="39514"/>
                    <a:pt x="92329" y="41313"/>
                  </a:cubicBezTo>
                  <a:lnTo>
                    <a:pt x="89435" y="61959"/>
                  </a:lnTo>
                  <a:cubicBezTo>
                    <a:pt x="89146" y="63792"/>
                    <a:pt x="90496" y="65625"/>
                    <a:pt x="92329" y="65915"/>
                  </a:cubicBezTo>
                  <a:lnTo>
                    <a:pt x="105836" y="67844"/>
                  </a:lnTo>
                  <a:cubicBezTo>
                    <a:pt x="107766" y="68037"/>
                    <a:pt x="109117" y="69870"/>
                    <a:pt x="108827" y="71703"/>
                  </a:cubicBezTo>
                  <a:cubicBezTo>
                    <a:pt x="108731" y="72668"/>
                    <a:pt x="108248" y="73440"/>
                    <a:pt x="107476" y="74019"/>
                  </a:cubicBezTo>
                  <a:lnTo>
                    <a:pt x="96574" y="82219"/>
                  </a:lnTo>
                  <a:cubicBezTo>
                    <a:pt x="95031" y="83377"/>
                    <a:pt x="94741" y="85500"/>
                    <a:pt x="95899" y="87043"/>
                  </a:cubicBezTo>
                  <a:lnTo>
                    <a:pt x="108345" y="103734"/>
                  </a:lnTo>
                  <a:cubicBezTo>
                    <a:pt x="109026" y="104643"/>
                    <a:pt x="110076" y="105117"/>
                    <a:pt x="111139" y="105117"/>
                  </a:cubicBezTo>
                  <a:cubicBezTo>
                    <a:pt x="111881" y="105117"/>
                    <a:pt x="112630" y="104886"/>
                    <a:pt x="113265" y="104409"/>
                  </a:cubicBezTo>
                  <a:lnTo>
                    <a:pt x="124167" y="96209"/>
                  </a:lnTo>
                  <a:cubicBezTo>
                    <a:pt x="124776" y="95752"/>
                    <a:pt x="125475" y="95536"/>
                    <a:pt x="126169" y="95536"/>
                  </a:cubicBezTo>
                  <a:cubicBezTo>
                    <a:pt x="127235" y="95536"/>
                    <a:pt x="128290" y="96046"/>
                    <a:pt x="128991" y="96981"/>
                  </a:cubicBezTo>
                  <a:cubicBezTo>
                    <a:pt x="129570" y="97656"/>
                    <a:pt x="129763" y="98621"/>
                    <a:pt x="129666" y="99489"/>
                  </a:cubicBezTo>
                  <a:lnTo>
                    <a:pt x="127737" y="112996"/>
                  </a:lnTo>
                  <a:cubicBezTo>
                    <a:pt x="127447" y="114925"/>
                    <a:pt x="128798" y="116662"/>
                    <a:pt x="130631" y="116952"/>
                  </a:cubicBezTo>
                  <a:lnTo>
                    <a:pt x="151277" y="119942"/>
                  </a:lnTo>
                  <a:lnTo>
                    <a:pt x="151760" y="119942"/>
                  </a:lnTo>
                  <a:cubicBezTo>
                    <a:pt x="153496" y="119942"/>
                    <a:pt x="154944" y="118688"/>
                    <a:pt x="155233" y="116952"/>
                  </a:cubicBezTo>
                  <a:lnTo>
                    <a:pt x="157163" y="103445"/>
                  </a:lnTo>
                  <a:cubicBezTo>
                    <a:pt x="157432" y="101646"/>
                    <a:pt x="158959" y="100434"/>
                    <a:pt x="160728" y="100434"/>
                  </a:cubicBezTo>
                  <a:cubicBezTo>
                    <a:pt x="160857" y="100434"/>
                    <a:pt x="160987" y="100441"/>
                    <a:pt x="161118" y="100454"/>
                  </a:cubicBezTo>
                  <a:cubicBezTo>
                    <a:pt x="161986" y="100647"/>
                    <a:pt x="162855" y="101129"/>
                    <a:pt x="163337" y="101804"/>
                  </a:cubicBezTo>
                  <a:lnTo>
                    <a:pt x="171538" y="112803"/>
                  </a:lnTo>
                  <a:cubicBezTo>
                    <a:pt x="172232" y="113671"/>
                    <a:pt x="173309" y="114158"/>
                    <a:pt x="174393" y="114158"/>
                  </a:cubicBezTo>
                  <a:cubicBezTo>
                    <a:pt x="175115" y="114158"/>
                    <a:pt x="175841" y="113941"/>
                    <a:pt x="176458" y="113478"/>
                  </a:cubicBezTo>
                  <a:lnTo>
                    <a:pt x="193052" y="100936"/>
                  </a:lnTo>
                  <a:cubicBezTo>
                    <a:pt x="194596" y="99778"/>
                    <a:pt x="194982" y="97656"/>
                    <a:pt x="193824" y="96112"/>
                  </a:cubicBezTo>
                  <a:lnTo>
                    <a:pt x="185623" y="85210"/>
                  </a:lnTo>
                  <a:cubicBezTo>
                    <a:pt x="184755" y="84053"/>
                    <a:pt x="184659" y="82509"/>
                    <a:pt x="185431" y="81351"/>
                  </a:cubicBezTo>
                  <a:cubicBezTo>
                    <a:pt x="186029" y="80239"/>
                    <a:pt x="187159" y="79582"/>
                    <a:pt x="188417" y="79582"/>
                  </a:cubicBezTo>
                  <a:cubicBezTo>
                    <a:pt x="188577" y="79582"/>
                    <a:pt x="188740" y="79593"/>
                    <a:pt x="188904" y="79615"/>
                  </a:cubicBezTo>
                  <a:lnTo>
                    <a:pt x="202411" y="81544"/>
                  </a:lnTo>
                  <a:cubicBezTo>
                    <a:pt x="202587" y="81572"/>
                    <a:pt x="202764" y="81586"/>
                    <a:pt x="202939" y="81586"/>
                  </a:cubicBezTo>
                  <a:cubicBezTo>
                    <a:pt x="204582" y="81586"/>
                    <a:pt x="206095" y="80393"/>
                    <a:pt x="206270" y="78650"/>
                  </a:cubicBezTo>
                  <a:lnTo>
                    <a:pt x="209261" y="58004"/>
                  </a:lnTo>
                  <a:cubicBezTo>
                    <a:pt x="209550" y="56074"/>
                    <a:pt x="208199" y="54337"/>
                    <a:pt x="206270" y="54048"/>
                  </a:cubicBezTo>
                  <a:lnTo>
                    <a:pt x="192763" y="52118"/>
                  </a:lnTo>
                  <a:cubicBezTo>
                    <a:pt x="190930" y="51829"/>
                    <a:pt x="189579" y="50092"/>
                    <a:pt x="189869" y="48259"/>
                  </a:cubicBezTo>
                  <a:cubicBezTo>
                    <a:pt x="189965" y="47294"/>
                    <a:pt x="190447" y="46523"/>
                    <a:pt x="191219" y="45944"/>
                  </a:cubicBezTo>
                  <a:lnTo>
                    <a:pt x="202121" y="37743"/>
                  </a:lnTo>
                  <a:cubicBezTo>
                    <a:pt x="203665" y="36585"/>
                    <a:pt x="203954" y="34366"/>
                    <a:pt x="202797" y="32919"/>
                  </a:cubicBezTo>
                  <a:lnTo>
                    <a:pt x="190351" y="16229"/>
                  </a:lnTo>
                  <a:cubicBezTo>
                    <a:pt x="189669" y="15320"/>
                    <a:pt x="188620" y="14846"/>
                    <a:pt x="187557" y="14846"/>
                  </a:cubicBezTo>
                  <a:cubicBezTo>
                    <a:pt x="186814" y="14846"/>
                    <a:pt x="186065" y="15077"/>
                    <a:pt x="185431" y="15553"/>
                  </a:cubicBezTo>
                  <a:lnTo>
                    <a:pt x="174529" y="23657"/>
                  </a:lnTo>
                  <a:cubicBezTo>
                    <a:pt x="173892" y="24175"/>
                    <a:pt x="173157" y="24413"/>
                    <a:pt x="172432" y="24413"/>
                  </a:cubicBezTo>
                  <a:cubicBezTo>
                    <a:pt x="171398" y="24413"/>
                    <a:pt x="170385" y="23929"/>
                    <a:pt x="169705" y="23079"/>
                  </a:cubicBezTo>
                  <a:cubicBezTo>
                    <a:pt x="169126" y="22307"/>
                    <a:pt x="168836" y="21342"/>
                    <a:pt x="169029" y="20474"/>
                  </a:cubicBezTo>
                  <a:lnTo>
                    <a:pt x="170959" y="6967"/>
                  </a:lnTo>
                  <a:cubicBezTo>
                    <a:pt x="171152" y="5037"/>
                    <a:pt x="169898" y="3301"/>
                    <a:pt x="167968" y="3011"/>
                  </a:cubicBezTo>
                  <a:lnTo>
                    <a:pt x="147322" y="20"/>
                  </a:lnTo>
                  <a:cubicBezTo>
                    <a:pt x="147197" y="7"/>
                    <a:pt x="147073" y="1"/>
                    <a:pt x="14695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8" name="Google Shape;2168;p39"/>
            <p:cNvSpPr/>
            <p:nvPr/>
          </p:nvSpPr>
          <p:spPr>
            <a:xfrm>
              <a:off x="4202861" y="1284806"/>
              <a:ext cx="1389300" cy="1389300"/>
            </a:xfrm>
            <a:custGeom>
              <a:avLst/>
              <a:gdLst/>
              <a:ahLst/>
              <a:cxnLst/>
              <a:rect l="l" t="t" r="r" b="b"/>
              <a:pathLst>
                <a:path w="55572" h="55572" extrusionOk="0">
                  <a:moveTo>
                    <a:pt x="27786" y="6947"/>
                  </a:moveTo>
                  <a:cubicBezTo>
                    <a:pt x="39267" y="6947"/>
                    <a:pt x="48625" y="16305"/>
                    <a:pt x="48625" y="27786"/>
                  </a:cubicBezTo>
                  <a:cubicBezTo>
                    <a:pt x="48625" y="39363"/>
                    <a:pt x="39267" y="48625"/>
                    <a:pt x="27786" y="48625"/>
                  </a:cubicBezTo>
                  <a:cubicBezTo>
                    <a:pt x="16305" y="48625"/>
                    <a:pt x="6947" y="39363"/>
                    <a:pt x="6947" y="27786"/>
                  </a:cubicBezTo>
                  <a:cubicBezTo>
                    <a:pt x="6947" y="16305"/>
                    <a:pt x="16305" y="6947"/>
                    <a:pt x="27786" y="6947"/>
                  </a:cubicBezTo>
                  <a:close/>
                  <a:moveTo>
                    <a:pt x="27786" y="0"/>
                  </a:moveTo>
                  <a:cubicBezTo>
                    <a:pt x="12446" y="0"/>
                    <a:pt x="0" y="12446"/>
                    <a:pt x="0" y="27786"/>
                  </a:cubicBezTo>
                  <a:cubicBezTo>
                    <a:pt x="0" y="43126"/>
                    <a:pt x="12446" y="55572"/>
                    <a:pt x="27786" y="55572"/>
                  </a:cubicBezTo>
                  <a:cubicBezTo>
                    <a:pt x="43126" y="55572"/>
                    <a:pt x="55571" y="43126"/>
                    <a:pt x="55571" y="27786"/>
                  </a:cubicBezTo>
                  <a:cubicBezTo>
                    <a:pt x="55571" y="12446"/>
                    <a:pt x="43126" y="97"/>
                    <a:pt x="2778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69" name="Google Shape;2169;p39"/>
            <p:cNvSpPr/>
            <p:nvPr/>
          </p:nvSpPr>
          <p:spPr>
            <a:xfrm>
              <a:off x="3730400" y="4080350"/>
              <a:ext cx="173675" cy="260500"/>
            </a:xfrm>
            <a:custGeom>
              <a:avLst/>
              <a:gdLst/>
              <a:ahLst/>
              <a:cxnLst/>
              <a:rect l="l" t="t" r="r" b="b"/>
              <a:pathLst>
                <a:path w="6947" h="10420" extrusionOk="0">
                  <a:moveTo>
                    <a:pt x="0" y="0"/>
                  </a:moveTo>
                  <a:lnTo>
                    <a:pt x="0" y="10420"/>
                  </a:lnTo>
                  <a:lnTo>
                    <a:pt x="6947" y="10420"/>
                  </a:lnTo>
                  <a:lnTo>
                    <a:pt x="694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0" name="Google Shape;2170;p39"/>
            <p:cNvSpPr/>
            <p:nvPr/>
          </p:nvSpPr>
          <p:spPr>
            <a:xfrm>
              <a:off x="2430350" y="1227000"/>
              <a:ext cx="1473725" cy="2679700"/>
            </a:xfrm>
            <a:custGeom>
              <a:avLst/>
              <a:gdLst/>
              <a:ahLst/>
              <a:cxnLst/>
              <a:rect l="l" t="t" r="r" b="b"/>
              <a:pathLst>
                <a:path w="58949" h="107188" extrusionOk="0">
                  <a:moveTo>
                    <a:pt x="29619" y="1"/>
                  </a:moveTo>
                  <a:cubicBezTo>
                    <a:pt x="6851" y="14376"/>
                    <a:pt x="1" y="44381"/>
                    <a:pt x="14376" y="67053"/>
                  </a:cubicBezTo>
                  <a:cubicBezTo>
                    <a:pt x="19875" y="75929"/>
                    <a:pt x="28076" y="82683"/>
                    <a:pt x="37820" y="86445"/>
                  </a:cubicBezTo>
                  <a:cubicBezTo>
                    <a:pt x="46407" y="89725"/>
                    <a:pt x="52002" y="98022"/>
                    <a:pt x="52002" y="107188"/>
                  </a:cubicBezTo>
                  <a:lnTo>
                    <a:pt x="58949" y="107188"/>
                  </a:lnTo>
                  <a:cubicBezTo>
                    <a:pt x="58949" y="95128"/>
                    <a:pt x="51616" y="84323"/>
                    <a:pt x="40328" y="79981"/>
                  </a:cubicBezTo>
                  <a:cubicBezTo>
                    <a:pt x="18910" y="71588"/>
                    <a:pt x="8298" y="47468"/>
                    <a:pt x="16691" y="26050"/>
                  </a:cubicBezTo>
                  <a:cubicBezTo>
                    <a:pt x="19875" y="17753"/>
                    <a:pt x="25760" y="10710"/>
                    <a:pt x="33286" y="5886"/>
                  </a:cubicBezTo>
                  <a:lnTo>
                    <a:pt x="2961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1" name="Google Shape;2171;p39"/>
            <p:cNvSpPr/>
            <p:nvPr/>
          </p:nvSpPr>
          <p:spPr>
            <a:xfrm>
              <a:off x="5467000" y="3472525"/>
              <a:ext cx="607825" cy="173700"/>
            </a:xfrm>
            <a:custGeom>
              <a:avLst/>
              <a:gdLst/>
              <a:ahLst/>
              <a:cxnLst/>
              <a:rect l="l" t="t" r="r" b="b"/>
              <a:pathLst>
                <a:path w="24313" h="6948" extrusionOk="0">
                  <a:moveTo>
                    <a:pt x="0" y="1"/>
                  </a:moveTo>
                  <a:lnTo>
                    <a:pt x="0" y="6947"/>
                  </a:lnTo>
                  <a:lnTo>
                    <a:pt x="24313" y="6947"/>
                  </a:lnTo>
                  <a:lnTo>
                    <a:pt x="2431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2" name="Google Shape;2172;p39"/>
            <p:cNvSpPr/>
            <p:nvPr/>
          </p:nvSpPr>
          <p:spPr>
            <a:xfrm>
              <a:off x="5324700" y="3925975"/>
              <a:ext cx="631950" cy="566850"/>
            </a:xfrm>
            <a:custGeom>
              <a:avLst/>
              <a:gdLst/>
              <a:ahLst/>
              <a:cxnLst/>
              <a:rect l="l" t="t" r="r" b="b"/>
              <a:pathLst>
                <a:path w="25278" h="22674" extrusionOk="0">
                  <a:moveTo>
                    <a:pt x="4438" y="1"/>
                  </a:moveTo>
                  <a:lnTo>
                    <a:pt x="0" y="5307"/>
                  </a:lnTo>
                  <a:lnTo>
                    <a:pt x="20839" y="22673"/>
                  </a:lnTo>
                  <a:lnTo>
                    <a:pt x="25277" y="17367"/>
                  </a:lnTo>
                  <a:lnTo>
                    <a:pt x="443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3" name="Google Shape;2173;p39"/>
            <p:cNvSpPr/>
            <p:nvPr/>
          </p:nvSpPr>
          <p:spPr>
            <a:xfrm>
              <a:off x="4946025" y="4167175"/>
              <a:ext cx="173675" cy="607825"/>
            </a:xfrm>
            <a:custGeom>
              <a:avLst/>
              <a:gdLst/>
              <a:ahLst/>
              <a:cxnLst/>
              <a:rect l="l" t="t" r="r" b="b"/>
              <a:pathLst>
                <a:path w="6947" h="24313" extrusionOk="0">
                  <a:moveTo>
                    <a:pt x="0" y="1"/>
                  </a:moveTo>
                  <a:lnTo>
                    <a:pt x="0" y="24313"/>
                  </a:lnTo>
                  <a:lnTo>
                    <a:pt x="6947" y="24313"/>
                  </a:lnTo>
                  <a:lnTo>
                    <a:pt x="694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4" name="Google Shape;2174;p39"/>
            <p:cNvSpPr/>
            <p:nvPr/>
          </p:nvSpPr>
          <p:spPr>
            <a:xfrm>
              <a:off x="1279850" y="1564675"/>
              <a:ext cx="735675" cy="342525"/>
            </a:xfrm>
            <a:custGeom>
              <a:avLst/>
              <a:gdLst/>
              <a:ahLst/>
              <a:cxnLst/>
              <a:rect l="l" t="t" r="r" b="b"/>
              <a:pathLst>
                <a:path w="29427" h="13701" extrusionOk="0">
                  <a:moveTo>
                    <a:pt x="27786" y="1"/>
                  </a:moveTo>
                  <a:lnTo>
                    <a:pt x="1" y="6947"/>
                  </a:lnTo>
                  <a:lnTo>
                    <a:pt x="1641" y="13701"/>
                  </a:lnTo>
                  <a:lnTo>
                    <a:pt x="29426" y="6754"/>
                  </a:lnTo>
                  <a:lnTo>
                    <a:pt x="2778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5" name="Google Shape;2175;p39"/>
            <p:cNvSpPr/>
            <p:nvPr/>
          </p:nvSpPr>
          <p:spPr>
            <a:xfrm>
              <a:off x="1424575" y="710850"/>
              <a:ext cx="706725" cy="574075"/>
            </a:xfrm>
            <a:custGeom>
              <a:avLst/>
              <a:gdLst/>
              <a:ahLst/>
              <a:cxnLst/>
              <a:rect l="l" t="t" r="r" b="b"/>
              <a:pathLst>
                <a:path w="28269" h="22963" extrusionOk="0">
                  <a:moveTo>
                    <a:pt x="3956" y="1"/>
                  </a:moveTo>
                  <a:lnTo>
                    <a:pt x="0" y="5596"/>
                  </a:lnTo>
                  <a:lnTo>
                    <a:pt x="24313" y="22962"/>
                  </a:lnTo>
                  <a:lnTo>
                    <a:pt x="28268" y="17367"/>
                  </a:lnTo>
                  <a:lnTo>
                    <a:pt x="395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76" name="Google Shape;2176;p39"/>
            <p:cNvSpPr/>
            <p:nvPr/>
          </p:nvSpPr>
          <p:spPr>
            <a:xfrm>
              <a:off x="2167450" y="238125"/>
              <a:ext cx="344925" cy="738075"/>
            </a:xfrm>
            <a:custGeom>
              <a:avLst/>
              <a:gdLst/>
              <a:ahLst/>
              <a:cxnLst/>
              <a:rect l="l" t="t" r="r" b="b"/>
              <a:pathLst>
                <a:path w="13797" h="29523" extrusionOk="0">
                  <a:moveTo>
                    <a:pt x="6754" y="0"/>
                  </a:moveTo>
                  <a:lnTo>
                    <a:pt x="1" y="1737"/>
                  </a:lnTo>
                  <a:lnTo>
                    <a:pt x="7140" y="29522"/>
                  </a:lnTo>
                  <a:lnTo>
                    <a:pt x="13797" y="27786"/>
                  </a:lnTo>
                  <a:lnTo>
                    <a:pt x="675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77" name="Google Shape;2177;p39"/>
          <p:cNvSpPr txBox="1">
            <a:spLocks noGrp="1"/>
          </p:cNvSpPr>
          <p:nvPr>
            <p:ph type="title"/>
          </p:nvPr>
        </p:nvSpPr>
        <p:spPr>
          <a:xfrm>
            <a:off x="2114896" y="2011491"/>
            <a:ext cx="4809600" cy="5760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Definición</a:t>
            </a:r>
            <a:endParaRPr dirty="0"/>
          </a:p>
        </p:txBody>
      </p:sp>
      <p:sp>
        <p:nvSpPr>
          <p:cNvPr id="2178" name="Google Shape;2178;p39"/>
          <p:cNvSpPr txBox="1">
            <a:spLocks noGrp="1"/>
          </p:cNvSpPr>
          <p:nvPr>
            <p:ph type="subTitle" idx="1"/>
          </p:nvPr>
        </p:nvSpPr>
        <p:spPr>
          <a:xfrm>
            <a:off x="1899766" y="2680609"/>
            <a:ext cx="5412089" cy="1134000"/>
          </a:xfrm>
          <a:prstGeom prst="rect">
            <a:avLst/>
          </a:prstGeom>
        </p:spPr>
        <p:txBody>
          <a:bodyPr spcFirstLastPara="1" wrap="square" lIns="91425" tIns="91425" rIns="91425" bIns="91425" anchor="t" anchorCtr="0">
            <a:noAutofit/>
          </a:bodyPr>
          <a:lstStyle/>
          <a:p>
            <a:pPr fontAlgn="t"/>
            <a:r>
              <a:rPr lang="es-MX" sz="2000" dirty="0"/>
              <a:t>Un Data </a:t>
            </a:r>
            <a:r>
              <a:rPr lang="es-MX" sz="2000" dirty="0" err="1"/>
              <a:t>Warehouse</a:t>
            </a:r>
            <a:r>
              <a:rPr lang="es-MX" sz="2000" dirty="0"/>
              <a:t> es un repositorio centralizado diseñado para almacenar grandes volúmenes de datos históricos provenientes de múltiples fuentes, optimizados para consultas analíticas y toma de decisiones.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grpSp>
        <p:nvGrpSpPr>
          <p:cNvPr id="2183" name="Google Shape;2183;p40"/>
          <p:cNvGrpSpPr/>
          <p:nvPr/>
        </p:nvGrpSpPr>
        <p:grpSpPr>
          <a:xfrm>
            <a:off x="1744008" y="3132028"/>
            <a:ext cx="175013" cy="27000"/>
            <a:chOff x="5662375" y="212375"/>
            <a:chExt cx="175013" cy="27000"/>
          </a:xfrm>
        </p:grpSpPr>
        <p:sp>
          <p:nvSpPr>
            <p:cNvPr id="2184" name="Google Shape;2184;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5" name="Google Shape;2185;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6" name="Google Shape;2186;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87" name="Google Shape;2187;p40"/>
          <p:cNvGrpSpPr/>
          <p:nvPr/>
        </p:nvGrpSpPr>
        <p:grpSpPr>
          <a:xfrm>
            <a:off x="4446990" y="3159028"/>
            <a:ext cx="175013" cy="27000"/>
            <a:chOff x="5662375" y="212375"/>
            <a:chExt cx="175013" cy="27000"/>
          </a:xfrm>
        </p:grpSpPr>
        <p:sp>
          <p:nvSpPr>
            <p:cNvPr id="2188" name="Google Shape;2188;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89" name="Google Shape;2189;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0" name="Google Shape;2190;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2191" name="Google Shape;2191;p40"/>
          <p:cNvGrpSpPr/>
          <p:nvPr/>
        </p:nvGrpSpPr>
        <p:grpSpPr>
          <a:xfrm>
            <a:off x="7128002" y="3186028"/>
            <a:ext cx="175013" cy="27000"/>
            <a:chOff x="5662375" y="212375"/>
            <a:chExt cx="175013" cy="27000"/>
          </a:xfrm>
        </p:grpSpPr>
        <p:sp>
          <p:nvSpPr>
            <p:cNvPr id="2192" name="Google Shape;2192;p4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3" name="Google Shape;2193;p4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94" name="Google Shape;2194;p4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2195" name="Google Shape;2195;p40"/>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p>
            <a:pPr fontAlgn="base"/>
            <a:r>
              <a:rPr lang="es-MX" dirty="0"/>
              <a:t>¿Cómo funciona el almacenamiento de datos?</a:t>
            </a:r>
          </a:p>
        </p:txBody>
      </p:sp>
      <p:sp>
        <p:nvSpPr>
          <p:cNvPr id="2196" name="Google Shape;2196;p40"/>
          <p:cNvSpPr txBox="1">
            <a:spLocks noGrp="1"/>
          </p:cNvSpPr>
          <p:nvPr>
            <p:ph type="subTitle" idx="1"/>
          </p:nvPr>
        </p:nvSpPr>
        <p:spPr>
          <a:xfrm>
            <a:off x="3694176" y="2581438"/>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1"/>
                </a:solidFill>
              </a:rPr>
              <a:t>Nivel medio</a:t>
            </a:r>
            <a:endParaRPr dirty="0"/>
          </a:p>
        </p:txBody>
      </p:sp>
      <p:sp>
        <p:nvSpPr>
          <p:cNvPr id="2197" name="Google Shape;2197;p40"/>
          <p:cNvSpPr txBox="1">
            <a:spLocks noGrp="1"/>
          </p:cNvSpPr>
          <p:nvPr>
            <p:ph type="subTitle" idx="2"/>
          </p:nvPr>
        </p:nvSpPr>
        <p:spPr>
          <a:xfrm>
            <a:off x="1024128" y="2581438"/>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1"/>
                </a:solidFill>
              </a:rPr>
              <a:t>Nivel inferior</a:t>
            </a:r>
            <a:endParaRPr dirty="0"/>
          </a:p>
        </p:txBody>
      </p:sp>
      <p:sp>
        <p:nvSpPr>
          <p:cNvPr id="2198" name="Google Shape;2198;p40"/>
          <p:cNvSpPr txBox="1">
            <a:spLocks noGrp="1"/>
          </p:cNvSpPr>
          <p:nvPr>
            <p:ph type="subTitle" idx="3"/>
          </p:nvPr>
        </p:nvSpPr>
        <p:spPr>
          <a:xfrm>
            <a:off x="6355080" y="2581438"/>
            <a:ext cx="1764900" cy="32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solidFill>
                  <a:schemeClr val="accent1"/>
                </a:solidFill>
              </a:rPr>
              <a:t>Nivel superior</a:t>
            </a:r>
            <a:endParaRPr dirty="0"/>
          </a:p>
        </p:txBody>
      </p:sp>
      <p:grpSp>
        <p:nvGrpSpPr>
          <p:cNvPr id="2202" name="Google Shape;2202;p40"/>
          <p:cNvGrpSpPr/>
          <p:nvPr/>
        </p:nvGrpSpPr>
        <p:grpSpPr>
          <a:xfrm>
            <a:off x="1696099" y="2075771"/>
            <a:ext cx="420796" cy="370732"/>
            <a:chOff x="-3137650" y="2067900"/>
            <a:chExt cx="291450" cy="256775"/>
          </a:xfrm>
        </p:grpSpPr>
        <p:sp>
          <p:nvSpPr>
            <p:cNvPr id="2203" name="Google Shape;2203;p40"/>
            <p:cNvSpPr/>
            <p:nvPr/>
          </p:nvSpPr>
          <p:spPr>
            <a:xfrm>
              <a:off x="-3137650" y="2067900"/>
              <a:ext cx="291450" cy="187475"/>
            </a:xfrm>
            <a:custGeom>
              <a:avLst/>
              <a:gdLst/>
              <a:ahLst/>
              <a:cxnLst/>
              <a:rect l="l" t="t" r="r" b="b"/>
              <a:pathLst>
                <a:path w="11658" h="7499" extrusionOk="0">
                  <a:moveTo>
                    <a:pt x="10618" y="694"/>
                  </a:moveTo>
                  <a:cubicBezTo>
                    <a:pt x="10838" y="694"/>
                    <a:pt x="10964" y="851"/>
                    <a:pt x="10964" y="1040"/>
                  </a:cubicBezTo>
                  <a:lnTo>
                    <a:pt x="10964" y="6522"/>
                  </a:lnTo>
                  <a:cubicBezTo>
                    <a:pt x="10964" y="6711"/>
                    <a:pt x="10838" y="6868"/>
                    <a:pt x="10618" y="6868"/>
                  </a:cubicBezTo>
                  <a:lnTo>
                    <a:pt x="1009" y="6868"/>
                  </a:lnTo>
                  <a:cubicBezTo>
                    <a:pt x="820" y="6868"/>
                    <a:pt x="662" y="6711"/>
                    <a:pt x="662" y="6522"/>
                  </a:cubicBezTo>
                  <a:lnTo>
                    <a:pt x="662" y="1040"/>
                  </a:lnTo>
                  <a:cubicBezTo>
                    <a:pt x="662" y="851"/>
                    <a:pt x="820" y="694"/>
                    <a:pt x="1009" y="694"/>
                  </a:cubicBezTo>
                  <a:close/>
                  <a:moveTo>
                    <a:pt x="1009" y="0"/>
                  </a:moveTo>
                  <a:cubicBezTo>
                    <a:pt x="473" y="0"/>
                    <a:pt x="1" y="473"/>
                    <a:pt x="1" y="1009"/>
                  </a:cubicBezTo>
                  <a:lnTo>
                    <a:pt x="1" y="6490"/>
                  </a:lnTo>
                  <a:cubicBezTo>
                    <a:pt x="1" y="7026"/>
                    <a:pt x="473" y="7499"/>
                    <a:pt x="1009" y="7499"/>
                  </a:cubicBezTo>
                  <a:lnTo>
                    <a:pt x="10618" y="7499"/>
                  </a:lnTo>
                  <a:cubicBezTo>
                    <a:pt x="11185" y="7499"/>
                    <a:pt x="11658" y="7026"/>
                    <a:pt x="11658" y="6490"/>
                  </a:cubicBezTo>
                  <a:lnTo>
                    <a:pt x="11658" y="1009"/>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4" name="Google Shape;2204;p40"/>
            <p:cNvSpPr/>
            <p:nvPr/>
          </p:nvSpPr>
          <p:spPr>
            <a:xfrm>
              <a:off x="-3137650" y="2273475"/>
              <a:ext cx="291450" cy="51200"/>
            </a:xfrm>
            <a:custGeom>
              <a:avLst/>
              <a:gdLst/>
              <a:ahLst/>
              <a:cxnLst/>
              <a:rect l="l" t="t" r="r" b="b"/>
              <a:pathLst>
                <a:path w="11658" h="2048" extrusionOk="0">
                  <a:moveTo>
                    <a:pt x="10618" y="662"/>
                  </a:moveTo>
                  <a:cubicBezTo>
                    <a:pt x="10838" y="662"/>
                    <a:pt x="10964" y="819"/>
                    <a:pt x="10964" y="1008"/>
                  </a:cubicBezTo>
                  <a:cubicBezTo>
                    <a:pt x="10964" y="1197"/>
                    <a:pt x="10838" y="1355"/>
                    <a:pt x="10618" y="1355"/>
                  </a:cubicBezTo>
                  <a:lnTo>
                    <a:pt x="6050" y="1355"/>
                  </a:lnTo>
                  <a:cubicBezTo>
                    <a:pt x="6113" y="1260"/>
                    <a:pt x="6113" y="1134"/>
                    <a:pt x="6113" y="1008"/>
                  </a:cubicBezTo>
                  <a:cubicBezTo>
                    <a:pt x="6113" y="882"/>
                    <a:pt x="6050" y="788"/>
                    <a:pt x="6050" y="662"/>
                  </a:cubicBezTo>
                  <a:close/>
                  <a:moveTo>
                    <a:pt x="5105" y="662"/>
                  </a:moveTo>
                  <a:cubicBezTo>
                    <a:pt x="5294" y="662"/>
                    <a:pt x="5451" y="819"/>
                    <a:pt x="5451" y="1008"/>
                  </a:cubicBezTo>
                  <a:cubicBezTo>
                    <a:pt x="5451" y="1229"/>
                    <a:pt x="5294" y="1386"/>
                    <a:pt x="5105" y="1386"/>
                  </a:cubicBezTo>
                  <a:lnTo>
                    <a:pt x="1009" y="1386"/>
                  </a:lnTo>
                  <a:cubicBezTo>
                    <a:pt x="820" y="1355"/>
                    <a:pt x="662" y="1229"/>
                    <a:pt x="662" y="1008"/>
                  </a:cubicBezTo>
                  <a:cubicBezTo>
                    <a:pt x="662" y="819"/>
                    <a:pt x="820" y="662"/>
                    <a:pt x="1009" y="662"/>
                  </a:cubicBezTo>
                  <a:close/>
                  <a:moveTo>
                    <a:pt x="1009" y="0"/>
                  </a:moveTo>
                  <a:cubicBezTo>
                    <a:pt x="473" y="0"/>
                    <a:pt x="1" y="473"/>
                    <a:pt x="1" y="1008"/>
                  </a:cubicBezTo>
                  <a:cubicBezTo>
                    <a:pt x="1" y="1575"/>
                    <a:pt x="473" y="2048"/>
                    <a:pt x="1009" y="2048"/>
                  </a:cubicBezTo>
                  <a:lnTo>
                    <a:pt x="10618" y="2048"/>
                  </a:lnTo>
                  <a:cubicBezTo>
                    <a:pt x="11185" y="2048"/>
                    <a:pt x="11658" y="1575"/>
                    <a:pt x="11658" y="1008"/>
                  </a:cubicBez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5" name="Google Shape;2205;p40"/>
            <p:cNvSpPr/>
            <p:nvPr/>
          </p:nvSpPr>
          <p:spPr>
            <a:xfrm>
              <a:off x="-3035250" y="2103000"/>
              <a:ext cx="104000" cy="118500"/>
            </a:xfrm>
            <a:custGeom>
              <a:avLst/>
              <a:gdLst/>
              <a:ahLst/>
              <a:cxnLst/>
              <a:rect l="l" t="t" r="r" b="b"/>
              <a:pathLst>
                <a:path w="4160" h="4740" extrusionOk="0">
                  <a:moveTo>
                    <a:pt x="662" y="896"/>
                  </a:moveTo>
                  <a:lnTo>
                    <a:pt x="3056" y="2346"/>
                  </a:lnTo>
                  <a:lnTo>
                    <a:pt x="662" y="3826"/>
                  </a:lnTo>
                  <a:lnTo>
                    <a:pt x="662" y="896"/>
                  </a:lnTo>
                  <a:close/>
                  <a:moveTo>
                    <a:pt x="322" y="1"/>
                  </a:moveTo>
                  <a:cubicBezTo>
                    <a:pt x="144" y="1"/>
                    <a:pt x="0" y="131"/>
                    <a:pt x="0" y="298"/>
                  </a:cubicBezTo>
                  <a:lnTo>
                    <a:pt x="0" y="4425"/>
                  </a:lnTo>
                  <a:cubicBezTo>
                    <a:pt x="0" y="4607"/>
                    <a:pt x="132" y="4740"/>
                    <a:pt x="301" y="4740"/>
                  </a:cubicBezTo>
                  <a:cubicBezTo>
                    <a:pt x="365" y="4740"/>
                    <a:pt x="435" y="4720"/>
                    <a:pt x="504" y="4677"/>
                  </a:cubicBezTo>
                  <a:lnTo>
                    <a:pt x="3939" y="2629"/>
                  </a:lnTo>
                  <a:cubicBezTo>
                    <a:pt x="4159" y="2535"/>
                    <a:pt x="4159" y="2219"/>
                    <a:pt x="3939" y="2093"/>
                  </a:cubicBezTo>
                  <a:lnTo>
                    <a:pt x="504" y="46"/>
                  </a:lnTo>
                  <a:cubicBezTo>
                    <a:pt x="443" y="15"/>
                    <a:pt x="381" y="1"/>
                    <a:pt x="32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06" name="Google Shape;2206;p40"/>
          <p:cNvGrpSpPr/>
          <p:nvPr/>
        </p:nvGrpSpPr>
        <p:grpSpPr>
          <a:xfrm>
            <a:off x="4361602" y="2075782"/>
            <a:ext cx="420796" cy="421770"/>
            <a:chOff x="-3137650" y="2408950"/>
            <a:chExt cx="291450" cy="292125"/>
          </a:xfrm>
        </p:grpSpPr>
        <p:sp>
          <p:nvSpPr>
            <p:cNvPr id="2207" name="Google Shape;2207;p40"/>
            <p:cNvSpPr/>
            <p:nvPr/>
          </p:nvSpPr>
          <p:spPr>
            <a:xfrm>
              <a:off x="-3137650" y="2408950"/>
              <a:ext cx="291450" cy="292125"/>
            </a:xfrm>
            <a:custGeom>
              <a:avLst/>
              <a:gdLst/>
              <a:ahLst/>
              <a:cxnLst/>
              <a:rect l="l" t="t" r="r" b="b"/>
              <a:pathLst>
                <a:path w="11658" h="11685" extrusionOk="0">
                  <a:moveTo>
                    <a:pt x="10618" y="662"/>
                  </a:moveTo>
                  <a:cubicBezTo>
                    <a:pt x="10807" y="662"/>
                    <a:pt x="10964" y="851"/>
                    <a:pt x="10964" y="1040"/>
                  </a:cubicBezTo>
                  <a:lnTo>
                    <a:pt x="10964" y="2741"/>
                  </a:lnTo>
                  <a:lnTo>
                    <a:pt x="662" y="2741"/>
                  </a:lnTo>
                  <a:lnTo>
                    <a:pt x="662" y="1040"/>
                  </a:lnTo>
                  <a:cubicBezTo>
                    <a:pt x="662" y="851"/>
                    <a:pt x="820" y="662"/>
                    <a:pt x="1009" y="662"/>
                  </a:cubicBezTo>
                  <a:close/>
                  <a:moveTo>
                    <a:pt x="10964" y="3403"/>
                  </a:moveTo>
                  <a:lnTo>
                    <a:pt x="10964" y="8601"/>
                  </a:lnTo>
                  <a:cubicBezTo>
                    <a:pt x="10964" y="8790"/>
                    <a:pt x="10838" y="8947"/>
                    <a:pt x="10618" y="8947"/>
                  </a:cubicBezTo>
                  <a:lnTo>
                    <a:pt x="10145" y="8947"/>
                  </a:lnTo>
                  <a:cubicBezTo>
                    <a:pt x="10208" y="8727"/>
                    <a:pt x="10240" y="8443"/>
                    <a:pt x="10240" y="8160"/>
                  </a:cubicBezTo>
                  <a:lnTo>
                    <a:pt x="10240" y="5860"/>
                  </a:lnTo>
                  <a:cubicBezTo>
                    <a:pt x="10240" y="5673"/>
                    <a:pt x="10058" y="5531"/>
                    <a:pt x="9868" y="5531"/>
                  </a:cubicBezTo>
                  <a:cubicBezTo>
                    <a:pt x="9835" y="5531"/>
                    <a:pt x="9801" y="5535"/>
                    <a:pt x="9767" y="5545"/>
                  </a:cubicBezTo>
                  <a:cubicBezTo>
                    <a:pt x="9545" y="5641"/>
                    <a:pt x="9341" y="5691"/>
                    <a:pt x="9142" y="5691"/>
                  </a:cubicBezTo>
                  <a:cubicBezTo>
                    <a:pt x="8693" y="5691"/>
                    <a:pt x="8275" y="5439"/>
                    <a:pt x="7751" y="4915"/>
                  </a:cubicBezTo>
                  <a:cubicBezTo>
                    <a:pt x="7688" y="4868"/>
                    <a:pt x="7601" y="4844"/>
                    <a:pt x="7515" y="4844"/>
                  </a:cubicBezTo>
                  <a:cubicBezTo>
                    <a:pt x="7428" y="4844"/>
                    <a:pt x="7341" y="4868"/>
                    <a:pt x="7278" y="4915"/>
                  </a:cubicBezTo>
                  <a:cubicBezTo>
                    <a:pt x="6753" y="5440"/>
                    <a:pt x="6334" y="5677"/>
                    <a:pt x="5884" y="5677"/>
                  </a:cubicBezTo>
                  <a:cubicBezTo>
                    <a:pt x="5686" y="5677"/>
                    <a:pt x="5483" y="5631"/>
                    <a:pt x="5262" y="5545"/>
                  </a:cubicBezTo>
                  <a:cubicBezTo>
                    <a:pt x="5229" y="5535"/>
                    <a:pt x="5195" y="5531"/>
                    <a:pt x="5161" y="5531"/>
                  </a:cubicBezTo>
                  <a:cubicBezTo>
                    <a:pt x="4971" y="5531"/>
                    <a:pt x="4789" y="5673"/>
                    <a:pt x="4789" y="5860"/>
                  </a:cubicBezTo>
                  <a:lnTo>
                    <a:pt x="4789" y="8160"/>
                  </a:lnTo>
                  <a:cubicBezTo>
                    <a:pt x="4789" y="8443"/>
                    <a:pt x="4821" y="8664"/>
                    <a:pt x="4884" y="8947"/>
                  </a:cubicBezTo>
                  <a:lnTo>
                    <a:pt x="1009" y="8947"/>
                  </a:lnTo>
                  <a:cubicBezTo>
                    <a:pt x="820" y="8947"/>
                    <a:pt x="662" y="8790"/>
                    <a:pt x="662" y="8601"/>
                  </a:cubicBezTo>
                  <a:lnTo>
                    <a:pt x="662" y="3403"/>
                  </a:lnTo>
                  <a:close/>
                  <a:moveTo>
                    <a:pt x="7152" y="5923"/>
                  </a:moveTo>
                  <a:lnTo>
                    <a:pt x="7152" y="10838"/>
                  </a:lnTo>
                  <a:cubicBezTo>
                    <a:pt x="6144" y="10365"/>
                    <a:pt x="5451" y="9357"/>
                    <a:pt x="5451" y="8160"/>
                  </a:cubicBezTo>
                  <a:lnTo>
                    <a:pt x="5451" y="6301"/>
                  </a:lnTo>
                  <a:cubicBezTo>
                    <a:pt x="5604" y="6330"/>
                    <a:pt x="5750" y="6344"/>
                    <a:pt x="5891" y="6344"/>
                  </a:cubicBezTo>
                  <a:cubicBezTo>
                    <a:pt x="6359" y="6344"/>
                    <a:pt x="6765" y="6189"/>
                    <a:pt x="7152" y="5923"/>
                  </a:cubicBezTo>
                  <a:close/>
                  <a:moveTo>
                    <a:pt x="7877" y="5923"/>
                  </a:moveTo>
                  <a:cubicBezTo>
                    <a:pt x="8242" y="6166"/>
                    <a:pt x="8644" y="6353"/>
                    <a:pt x="9128" y="6353"/>
                  </a:cubicBezTo>
                  <a:cubicBezTo>
                    <a:pt x="9271" y="6353"/>
                    <a:pt x="9420" y="6337"/>
                    <a:pt x="9578" y="6301"/>
                  </a:cubicBezTo>
                  <a:lnTo>
                    <a:pt x="9578" y="8160"/>
                  </a:lnTo>
                  <a:cubicBezTo>
                    <a:pt x="9547" y="9357"/>
                    <a:pt x="8885" y="10365"/>
                    <a:pt x="7877" y="10838"/>
                  </a:cubicBezTo>
                  <a:lnTo>
                    <a:pt x="7877" y="5923"/>
                  </a:lnTo>
                  <a:close/>
                  <a:moveTo>
                    <a:pt x="1009" y="0"/>
                  </a:moveTo>
                  <a:cubicBezTo>
                    <a:pt x="473" y="0"/>
                    <a:pt x="1" y="473"/>
                    <a:pt x="1" y="1040"/>
                  </a:cubicBezTo>
                  <a:lnTo>
                    <a:pt x="1" y="8601"/>
                  </a:lnTo>
                  <a:cubicBezTo>
                    <a:pt x="1" y="9136"/>
                    <a:pt x="473" y="9609"/>
                    <a:pt x="1009" y="9609"/>
                  </a:cubicBezTo>
                  <a:lnTo>
                    <a:pt x="5073" y="9609"/>
                  </a:lnTo>
                  <a:cubicBezTo>
                    <a:pt x="5199" y="9893"/>
                    <a:pt x="5357" y="10145"/>
                    <a:pt x="5514" y="10365"/>
                  </a:cubicBezTo>
                  <a:cubicBezTo>
                    <a:pt x="5987" y="10995"/>
                    <a:pt x="6617" y="11436"/>
                    <a:pt x="7404" y="11657"/>
                  </a:cubicBezTo>
                  <a:cubicBezTo>
                    <a:pt x="7446" y="11657"/>
                    <a:pt x="7488" y="11685"/>
                    <a:pt x="7530" y="11685"/>
                  </a:cubicBezTo>
                  <a:cubicBezTo>
                    <a:pt x="7551" y="11685"/>
                    <a:pt x="7572" y="11678"/>
                    <a:pt x="7593" y="11657"/>
                  </a:cubicBezTo>
                  <a:cubicBezTo>
                    <a:pt x="8350" y="11436"/>
                    <a:pt x="9011" y="10995"/>
                    <a:pt x="9484" y="10365"/>
                  </a:cubicBezTo>
                  <a:cubicBezTo>
                    <a:pt x="9641" y="10145"/>
                    <a:pt x="9799" y="9893"/>
                    <a:pt x="9925" y="9609"/>
                  </a:cubicBezTo>
                  <a:lnTo>
                    <a:pt x="10618" y="9609"/>
                  </a:lnTo>
                  <a:cubicBezTo>
                    <a:pt x="11185" y="9609"/>
                    <a:pt x="11658" y="9136"/>
                    <a:pt x="11658" y="8601"/>
                  </a:cubicBezTo>
                  <a:lnTo>
                    <a:pt x="11658" y="1040"/>
                  </a:lnTo>
                  <a:cubicBezTo>
                    <a:pt x="11658" y="473"/>
                    <a:pt x="11217" y="0"/>
                    <a:pt x="1061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8" name="Google Shape;2208;p40"/>
            <p:cNvSpPr/>
            <p:nvPr/>
          </p:nvSpPr>
          <p:spPr>
            <a:xfrm>
              <a:off x="-3104575" y="2442800"/>
              <a:ext cx="18150" cy="17350"/>
            </a:xfrm>
            <a:custGeom>
              <a:avLst/>
              <a:gdLst/>
              <a:ahLst/>
              <a:cxnLst/>
              <a:rect l="l" t="t" r="r" b="b"/>
              <a:pathLst>
                <a:path w="726" h="694" extrusionOk="0">
                  <a:moveTo>
                    <a:pt x="348" y="1"/>
                  </a:moveTo>
                  <a:cubicBezTo>
                    <a:pt x="158" y="1"/>
                    <a:pt x="1" y="158"/>
                    <a:pt x="1" y="347"/>
                  </a:cubicBezTo>
                  <a:cubicBezTo>
                    <a:pt x="1" y="536"/>
                    <a:pt x="158" y="694"/>
                    <a:pt x="348" y="694"/>
                  </a:cubicBezTo>
                  <a:cubicBezTo>
                    <a:pt x="568" y="694"/>
                    <a:pt x="726" y="536"/>
                    <a:pt x="726" y="347"/>
                  </a:cubicBezTo>
                  <a:cubicBezTo>
                    <a:pt x="726" y="158"/>
                    <a:pt x="568" y="1"/>
                    <a:pt x="34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09" name="Google Shape;2209;p40"/>
            <p:cNvSpPr/>
            <p:nvPr/>
          </p:nvSpPr>
          <p:spPr>
            <a:xfrm>
              <a:off x="-306990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0" name="Google Shape;2210;p40"/>
            <p:cNvSpPr/>
            <p:nvPr/>
          </p:nvSpPr>
          <p:spPr>
            <a:xfrm>
              <a:off x="-3035250" y="2442800"/>
              <a:ext cx="17350" cy="17350"/>
            </a:xfrm>
            <a:custGeom>
              <a:avLst/>
              <a:gdLst/>
              <a:ahLst/>
              <a:cxnLst/>
              <a:rect l="l" t="t" r="r" b="b"/>
              <a:pathLst>
                <a:path w="694" h="694" extrusionOk="0">
                  <a:moveTo>
                    <a:pt x="347" y="1"/>
                  </a:moveTo>
                  <a:cubicBezTo>
                    <a:pt x="158" y="1"/>
                    <a:pt x="0" y="158"/>
                    <a:pt x="0" y="347"/>
                  </a:cubicBezTo>
                  <a:cubicBezTo>
                    <a:pt x="0" y="536"/>
                    <a:pt x="158" y="694"/>
                    <a:pt x="347" y="694"/>
                  </a:cubicBezTo>
                  <a:cubicBezTo>
                    <a:pt x="536" y="694"/>
                    <a:pt x="693" y="536"/>
                    <a:pt x="693" y="347"/>
                  </a:cubicBezTo>
                  <a:cubicBezTo>
                    <a:pt x="693" y="158"/>
                    <a:pt x="536" y="1"/>
                    <a:pt x="3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1" name="Google Shape;2211;p40"/>
            <p:cNvSpPr/>
            <p:nvPr/>
          </p:nvSpPr>
          <p:spPr>
            <a:xfrm>
              <a:off x="-3002175" y="2442800"/>
              <a:ext cx="120525" cy="17350"/>
            </a:xfrm>
            <a:custGeom>
              <a:avLst/>
              <a:gdLst/>
              <a:ahLst/>
              <a:cxnLst/>
              <a:rect l="l" t="t" r="r" b="b"/>
              <a:pathLst>
                <a:path w="4821" h="694" extrusionOk="0">
                  <a:moveTo>
                    <a:pt x="347" y="1"/>
                  </a:moveTo>
                  <a:cubicBezTo>
                    <a:pt x="158" y="1"/>
                    <a:pt x="1" y="158"/>
                    <a:pt x="1" y="347"/>
                  </a:cubicBezTo>
                  <a:cubicBezTo>
                    <a:pt x="32" y="536"/>
                    <a:pt x="190" y="694"/>
                    <a:pt x="347" y="694"/>
                  </a:cubicBezTo>
                  <a:lnTo>
                    <a:pt x="4443" y="694"/>
                  </a:lnTo>
                  <a:cubicBezTo>
                    <a:pt x="4663" y="694"/>
                    <a:pt x="4821" y="536"/>
                    <a:pt x="4821" y="347"/>
                  </a:cubicBezTo>
                  <a:cubicBezTo>
                    <a:pt x="4821" y="158"/>
                    <a:pt x="4663" y="1"/>
                    <a:pt x="4443"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grpSp>
        <p:nvGrpSpPr>
          <p:cNvPr id="2212" name="Google Shape;2212;p40"/>
          <p:cNvGrpSpPr/>
          <p:nvPr/>
        </p:nvGrpSpPr>
        <p:grpSpPr>
          <a:xfrm>
            <a:off x="7027102" y="2076793"/>
            <a:ext cx="421914" cy="420759"/>
            <a:chOff x="-2571737" y="2403625"/>
            <a:chExt cx="292225" cy="291425"/>
          </a:xfrm>
        </p:grpSpPr>
        <p:sp>
          <p:nvSpPr>
            <p:cNvPr id="2213" name="Google Shape;2213;p40"/>
            <p:cNvSpPr/>
            <p:nvPr/>
          </p:nvSpPr>
          <p:spPr>
            <a:xfrm>
              <a:off x="-2571737" y="2403625"/>
              <a:ext cx="292225" cy="291425"/>
            </a:xfrm>
            <a:custGeom>
              <a:avLst/>
              <a:gdLst/>
              <a:ahLst/>
              <a:cxnLst/>
              <a:rect l="l" t="t" r="r" b="b"/>
              <a:pathLst>
                <a:path w="11689" h="11657" extrusionOk="0">
                  <a:moveTo>
                    <a:pt x="9547" y="725"/>
                  </a:moveTo>
                  <a:cubicBezTo>
                    <a:pt x="9704" y="725"/>
                    <a:pt x="9830" y="788"/>
                    <a:pt x="9893" y="914"/>
                  </a:cubicBezTo>
                  <a:lnTo>
                    <a:pt x="10681" y="2772"/>
                  </a:lnTo>
                  <a:lnTo>
                    <a:pt x="1135" y="2772"/>
                  </a:lnTo>
                  <a:lnTo>
                    <a:pt x="1891" y="914"/>
                  </a:lnTo>
                  <a:cubicBezTo>
                    <a:pt x="1922" y="788"/>
                    <a:pt x="2080" y="725"/>
                    <a:pt x="2206" y="725"/>
                  </a:cubicBezTo>
                  <a:close/>
                  <a:moveTo>
                    <a:pt x="10649" y="3403"/>
                  </a:moveTo>
                  <a:cubicBezTo>
                    <a:pt x="10870" y="3403"/>
                    <a:pt x="11027" y="3560"/>
                    <a:pt x="11027" y="3749"/>
                  </a:cubicBezTo>
                  <a:lnTo>
                    <a:pt x="11027" y="5167"/>
                  </a:lnTo>
                  <a:cubicBezTo>
                    <a:pt x="11027" y="5356"/>
                    <a:pt x="10870" y="5513"/>
                    <a:pt x="10649" y="5513"/>
                  </a:cubicBezTo>
                  <a:lnTo>
                    <a:pt x="1040" y="5513"/>
                  </a:lnTo>
                  <a:cubicBezTo>
                    <a:pt x="851" y="5513"/>
                    <a:pt x="694" y="5356"/>
                    <a:pt x="694" y="5167"/>
                  </a:cubicBezTo>
                  <a:lnTo>
                    <a:pt x="694" y="3749"/>
                  </a:lnTo>
                  <a:cubicBezTo>
                    <a:pt x="694" y="3560"/>
                    <a:pt x="851" y="3403"/>
                    <a:pt x="1040" y="3403"/>
                  </a:cubicBezTo>
                  <a:close/>
                  <a:moveTo>
                    <a:pt x="10681" y="6206"/>
                  </a:moveTo>
                  <a:cubicBezTo>
                    <a:pt x="10870" y="6238"/>
                    <a:pt x="11027" y="6364"/>
                    <a:pt x="11027" y="6553"/>
                  </a:cubicBezTo>
                  <a:lnTo>
                    <a:pt x="11027" y="7939"/>
                  </a:lnTo>
                  <a:cubicBezTo>
                    <a:pt x="11027" y="8128"/>
                    <a:pt x="10870" y="8286"/>
                    <a:pt x="10681" y="8286"/>
                  </a:cubicBezTo>
                  <a:lnTo>
                    <a:pt x="1072" y="8286"/>
                  </a:lnTo>
                  <a:cubicBezTo>
                    <a:pt x="851" y="8286"/>
                    <a:pt x="694" y="8128"/>
                    <a:pt x="694" y="7939"/>
                  </a:cubicBezTo>
                  <a:lnTo>
                    <a:pt x="694" y="6553"/>
                  </a:lnTo>
                  <a:cubicBezTo>
                    <a:pt x="694" y="6364"/>
                    <a:pt x="851" y="6206"/>
                    <a:pt x="1072" y="6206"/>
                  </a:cubicBezTo>
                  <a:close/>
                  <a:moveTo>
                    <a:pt x="10681" y="8947"/>
                  </a:moveTo>
                  <a:cubicBezTo>
                    <a:pt x="10870" y="8947"/>
                    <a:pt x="11027" y="9105"/>
                    <a:pt x="11027" y="9294"/>
                  </a:cubicBezTo>
                  <a:lnTo>
                    <a:pt x="11027" y="10680"/>
                  </a:lnTo>
                  <a:cubicBezTo>
                    <a:pt x="11027" y="10869"/>
                    <a:pt x="10870" y="11027"/>
                    <a:pt x="10681" y="11027"/>
                  </a:cubicBezTo>
                  <a:lnTo>
                    <a:pt x="1072" y="11027"/>
                  </a:lnTo>
                  <a:cubicBezTo>
                    <a:pt x="851" y="11027"/>
                    <a:pt x="694" y="10869"/>
                    <a:pt x="694" y="10680"/>
                  </a:cubicBezTo>
                  <a:lnTo>
                    <a:pt x="694" y="9294"/>
                  </a:lnTo>
                  <a:cubicBezTo>
                    <a:pt x="694" y="9105"/>
                    <a:pt x="851" y="8947"/>
                    <a:pt x="1072" y="8947"/>
                  </a:cubicBezTo>
                  <a:close/>
                  <a:moveTo>
                    <a:pt x="2174" y="0"/>
                  </a:moveTo>
                  <a:cubicBezTo>
                    <a:pt x="1733" y="0"/>
                    <a:pt x="1387" y="252"/>
                    <a:pt x="1229" y="630"/>
                  </a:cubicBezTo>
                  <a:lnTo>
                    <a:pt x="64" y="3403"/>
                  </a:lnTo>
                  <a:cubicBezTo>
                    <a:pt x="32" y="3529"/>
                    <a:pt x="0" y="3686"/>
                    <a:pt x="0" y="3781"/>
                  </a:cubicBezTo>
                  <a:lnTo>
                    <a:pt x="0" y="5198"/>
                  </a:lnTo>
                  <a:cubicBezTo>
                    <a:pt x="0" y="5482"/>
                    <a:pt x="127" y="5734"/>
                    <a:pt x="284" y="5860"/>
                  </a:cubicBezTo>
                  <a:cubicBezTo>
                    <a:pt x="127" y="6080"/>
                    <a:pt x="0" y="6301"/>
                    <a:pt x="0" y="6553"/>
                  </a:cubicBezTo>
                  <a:lnTo>
                    <a:pt x="0" y="7908"/>
                  </a:lnTo>
                  <a:cubicBezTo>
                    <a:pt x="0" y="8191"/>
                    <a:pt x="127" y="8443"/>
                    <a:pt x="284" y="8601"/>
                  </a:cubicBezTo>
                  <a:cubicBezTo>
                    <a:pt x="127" y="8790"/>
                    <a:pt x="0" y="9010"/>
                    <a:pt x="0" y="9262"/>
                  </a:cubicBezTo>
                  <a:lnTo>
                    <a:pt x="0" y="10649"/>
                  </a:lnTo>
                  <a:cubicBezTo>
                    <a:pt x="0" y="11184"/>
                    <a:pt x="473" y="11657"/>
                    <a:pt x="1009" y="11657"/>
                  </a:cubicBezTo>
                  <a:lnTo>
                    <a:pt x="10618" y="11657"/>
                  </a:lnTo>
                  <a:cubicBezTo>
                    <a:pt x="11185" y="11657"/>
                    <a:pt x="11657" y="11184"/>
                    <a:pt x="11657" y="10649"/>
                  </a:cubicBezTo>
                  <a:lnTo>
                    <a:pt x="11657" y="9262"/>
                  </a:lnTo>
                  <a:cubicBezTo>
                    <a:pt x="11657" y="8979"/>
                    <a:pt x="11531" y="8758"/>
                    <a:pt x="11374" y="8601"/>
                  </a:cubicBezTo>
                  <a:cubicBezTo>
                    <a:pt x="11531" y="8380"/>
                    <a:pt x="11657" y="8160"/>
                    <a:pt x="11657" y="7908"/>
                  </a:cubicBezTo>
                  <a:lnTo>
                    <a:pt x="11657" y="6553"/>
                  </a:lnTo>
                  <a:cubicBezTo>
                    <a:pt x="11657" y="6269"/>
                    <a:pt x="11531" y="6017"/>
                    <a:pt x="11374" y="5860"/>
                  </a:cubicBezTo>
                  <a:cubicBezTo>
                    <a:pt x="11531" y="5671"/>
                    <a:pt x="11657" y="5450"/>
                    <a:pt x="11657" y="5198"/>
                  </a:cubicBezTo>
                  <a:lnTo>
                    <a:pt x="11657" y="3781"/>
                  </a:lnTo>
                  <a:lnTo>
                    <a:pt x="11689" y="3781"/>
                  </a:lnTo>
                  <a:cubicBezTo>
                    <a:pt x="11689" y="3686"/>
                    <a:pt x="11657" y="3529"/>
                    <a:pt x="11594" y="3403"/>
                  </a:cubicBezTo>
                  <a:lnTo>
                    <a:pt x="10460" y="630"/>
                  </a:lnTo>
                  <a:cubicBezTo>
                    <a:pt x="10303" y="252"/>
                    <a:pt x="9925" y="0"/>
                    <a:pt x="9515"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4" name="Google Shape;2214;p40"/>
            <p:cNvSpPr/>
            <p:nvPr/>
          </p:nvSpPr>
          <p:spPr>
            <a:xfrm>
              <a:off x="-2485967" y="2649150"/>
              <a:ext cx="173300" cy="18150"/>
            </a:xfrm>
            <a:custGeom>
              <a:avLst/>
              <a:gdLst/>
              <a:ahLst/>
              <a:cxnLst/>
              <a:rect l="l" t="t" r="r" b="b"/>
              <a:pathLst>
                <a:path w="6932" h="726" extrusionOk="0">
                  <a:moveTo>
                    <a:pt x="378" y="1"/>
                  </a:moveTo>
                  <a:cubicBezTo>
                    <a:pt x="158" y="1"/>
                    <a:pt x="0" y="159"/>
                    <a:pt x="0" y="379"/>
                  </a:cubicBezTo>
                  <a:cubicBezTo>
                    <a:pt x="0" y="568"/>
                    <a:pt x="158" y="726"/>
                    <a:pt x="378" y="726"/>
                  </a:cubicBezTo>
                  <a:lnTo>
                    <a:pt x="6585" y="726"/>
                  </a:lnTo>
                  <a:cubicBezTo>
                    <a:pt x="6774" y="726"/>
                    <a:pt x="6931" y="568"/>
                    <a:pt x="6931" y="379"/>
                  </a:cubicBezTo>
                  <a:cubicBezTo>
                    <a:pt x="6931" y="159"/>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5" name="Google Shape;2215;p40"/>
            <p:cNvSpPr/>
            <p:nvPr/>
          </p:nvSpPr>
          <p:spPr>
            <a:xfrm>
              <a:off x="-2485967" y="2511325"/>
              <a:ext cx="173300" cy="18150"/>
            </a:xfrm>
            <a:custGeom>
              <a:avLst/>
              <a:gdLst/>
              <a:ahLst/>
              <a:cxnLst/>
              <a:rect l="l" t="t" r="r" b="b"/>
              <a:pathLst>
                <a:path w="6932" h="726" extrusionOk="0">
                  <a:moveTo>
                    <a:pt x="378" y="1"/>
                  </a:moveTo>
                  <a:cubicBezTo>
                    <a:pt x="158" y="1"/>
                    <a:pt x="0" y="158"/>
                    <a:pt x="0" y="379"/>
                  </a:cubicBezTo>
                  <a:cubicBezTo>
                    <a:pt x="0" y="568"/>
                    <a:pt x="158" y="725"/>
                    <a:pt x="378" y="725"/>
                  </a:cubicBezTo>
                  <a:lnTo>
                    <a:pt x="6585" y="725"/>
                  </a:lnTo>
                  <a:cubicBezTo>
                    <a:pt x="6774" y="725"/>
                    <a:pt x="6931" y="568"/>
                    <a:pt x="6931" y="379"/>
                  </a:cubicBezTo>
                  <a:cubicBezTo>
                    <a:pt x="6931" y="158"/>
                    <a:pt x="6774" y="1"/>
                    <a:pt x="6585"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6" name="Google Shape;2216;p40"/>
            <p:cNvSpPr/>
            <p:nvPr/>
          </p:nvSpPr>
          <p:spPr>
            <a:xfrm>
              <a:off x="-2540185" y="2511325"/>
              <a:ext cx="18125" cy="18925"/>
            </a:xfrm>
            <a:custGeom>
              <a:avLst/>
              <a:gdLst/>
              <a:ahLst/>
              <a:cxnLst/>
              <a:rect l="l" t="t" r="r" b="b"/>
              <a:pathLst>
                <a:path w="725" h="757" extrusionOk="0">
                  <a:moveTo>
                    <a:pt x="378" y="1"/>
                  </a:moveTo>
                  <a:cubicBezTo>
                    <a:pt x="158" y="1"/>
                    <a:pt x="0" y="158"/>
                    <a:pt x="0" y="379"/>
                  </a:cubicBezTo>
                  <a:cubicBezTo>
                    <a:pt x="0" y="568"/>
                    <a:pt x="158" y="757"/>
                    <a:pt x="378" y="757"/>
                  </a:cubicBezTo>
                  <a:cubicBezTo>
                    <a:pt x="567" y="757"/>
                    <a:pt x="725" y="568"/>
                    <a:pt x="725" y="379"/>
                  </a:cubicBezTo>
                  <a:cubicBezTo>
                    <a:pt x="725" y="158"/>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7" name="Google Shape;2217;p40"/>
            <p:cNvSpPr/>
            <p:nvPr/>
          </p:nvSpPr>
          <p:spPr>
            <a:xfrm>
              <a:off x="-2485579" y="2580625"/>
              <a:ext cx="172525" cy="17350"/>
            </a:xfrm>
            <a:custGeom>
              <a:avLst/>
              <a:gdLst/>
              <a:ahLst/>
              <a:cxnLst/>
              <a:rect l="l" t="t" r="r" b="b"/>
              <a:pathLst>
                <a:path w="6901" h="694" extrusionOk="0">
                  <a:moveTo>
                    <a:pt x="347" y="0"/>
                  </a:moveTo>
                  <a:cubicBezTo>
                    <a:pt x="158" y="0"/>
                    <a:pt x="1" y="158"/>
                    <a:pt x="1" y="347"/>
                  </a:cubicBezTo>
                  <a:cubicBezTo>
                    <a:pt x="32" y="536"/>
                    <a:pt x="158" y="693"/>
                    <a:pt x="347" y="693"/>
                  </a:cubicBezTo>
                  <a:lnTo>
                    <a:pt x="6554" y="693"/>
                  </a:lnTo>
                  <a:cubicBezTo>
                    <a:pt x="6774" y="693"/>
                    <a:pt x="6900" y="536"/>
                    <a:pt x="6900" y="347"/>
                  </a:cubicBezTo>
                  <a:cubicBezTo>
                    <a:pt x="6900" y="158"/>
                    <a:pt x="6774" y="0"/>
                    <a:pt x="6554"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8" name="Google Shape;2218;p40"/>
            <p:cNvSpPr/>
            <p:nvPr/>
          </p:nvSpPr>
          <p:spPr>
            <a:xfrm>
              <a:off x="-2540185" y="2580625"/>
              <a:ext cx="18125" cy="17350"/>
            </a:xfrm>
            <a:custGeom>
              <a:avLst/>
              <a:gdLst/>
              <a:ahLst/>
              <a:cxnLst/>
              <a:rect l="l" t="t" r="r" b="b"/>
              <a:pathLst>
                <a:path w="725" h="694" extrusionOk="0">
                  <a:moveTo>
                    <a:pt x="378" y="0"/>
                  </a:moveTo>
                  <a:cubicBezTo>
                    <a:pt x="158" y="0"/>
                    <a:pt x="0" y="158"/>
                    <a:pt x="0" y="347"/>
                  </a:cubicBezTo>
                  <a:cubicBezTo>
                    <a:pt x="0" y="536"/>
                    <a:pt x="158" y="693"/>
                    <a:pt x="378" y="693"/>
                  </a:cubicBezTo>
                  <a:cubicBezTo>
                    <a:pt x="567" y="693"/>
                    <a:pt x="725" y="536"/>
                    <a:pt x="725" y="347"/>
                  </a:cubicBezTo>
                  <a:cubicBezTo>
                    <a:pt x="725" y="158"/>
                    <a:pt x="567" y="0"/>
                    <a:pt x="378"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sp>
          <p:nvSpPr>
            <p:cNvPr id="2219" name="Google Shape;2219;p40"/>
            <p:cNvSpPr/>
            <p:nvPr/>
          </p:nvSpPr>
          <p:spPr>
            <a:xfrm>
              <a:off x="-2540185" y="2649150"/>
              <a:ext cx="18125" cy="18150"/>
            </a:xfrm>
            <a:custGeom>
              <a:avLst/>
              <a:gdLst/>
              <a:ahLst/>
              <a:cxnLst/>
              <a:rect l="l" t="t" r="r" b="b"/>
              <a:pathLst>
                <a:path w="725" h="726" extrusionOk="0">
                  <a:moveTo>
                    <a:pt x="378" y="1"/>
                  </a:moveTo>
                  <a:cubicBezTo>
                    <a:pt x="158" y="1"/>
                    <a:pt x="0" y="159"/>
                    <a:pt x="0" y="379"/>
                  </a:cubicBezTo>
                  <a:cubicBezTo>
                    <a:pt x="0" y="568"/>
                    <a:pt x="158" y="726"/>
                    <a:pt x="378" y="726"/>
                  </a:cubicBezTo>
                  <a:cubicBezTo>
                    <a:pt x="567" y="726"/>
                    <a:pt x="725" y="568"/>
                    <a:pt x="725" y="379"/>
                  </a:cubicBezTo>
                  <a:cubicBezTo>
                    <a:pt x="725" y="159"/>
                    <a:pt x="567" y="1"/>
                    <a:pt x="378"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494949"/>
                </a:solidFil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grpSp>
        <p:nvGrpSpPr>
          <p:cNvPr id="2326" name="Google Shape;2326;p44"/>
          <p:cNvGrpSpPr/>
          <p:nvPr/>
        </p:nvGrpSpPr>
        <p:grpSpPr>
          <a:xfrm>
            <a:off x="6658377" y="1275008"/>
            <a:ext cx="2444353" cy="2407919"/>
            <a:chOff x="4522050" y="622650"/>
            <a:chExt cx="3898200" cy="3898200"/>
          </a:xfrm>
        </p:grpSpPr>
        <p:sp>
          <p:nvSpPr>
            <p:cNvPr id="2327" name="Google Shape;2327;p44"/>
            <p:cNvSpPr/>
            <p:nvPr/>
          </p:nvSpPr>
          <p:spPr>
            <a:xfrm>
              <a:off x="4522050" y="622650"/>
              <a:ext cx="3898200" cy="3898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p:cNvSpPr/>
            <p:nvPr/>
          </p:nvSpPr>
          <p:spPr>
            <a:xfrm>
              <a:off x="4698900" y="799500"/>
              <a:ext cx="3544500" cy="35445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0" name="Google Shape;2330;p44"/>
          <p:cNvSpPr txBox="1">
            <a:spLocks noGrp="1"/>
          </p:cNvSpPr>
          <p:nvPr>
            <p:ph type="subTitle" idx="1"/>
          </p:nvPr>
        </p:nvSpPr>
        <p:spPr>
          <a:xfrm>
            <a:off x="590748" y="1532199"/>
            <a:ext cx="5956736" cy="1371600"/>
          </a:xfrm>
          <a:prstGeom prst="rect">
            <a:avLst/>
          </a:prstGeom>
        </p:spPr>
        <p:txBody>
          <a:bodyPr spcFirstLastPara="1" wrap="square" lIns="91425" tIns="91425" rIns="91425" bIns="91425" anchor="t" anchorCtr="0">
            <a:noAutofit/>
          </a:bodyPr>
          <a:lstStyle/>
          <a:p>
            <a:pPr algn="just" fontAlgn="t"/>
            <a:r>
              <a:rPr lang="es-MX" sz="1800" dirty="0"/>
              <a:t>Corresponde al repositorio central donde se almacenan los datos integrados provenientes de múltiples fuentes. Antes de llegar al almacén, los datos pasan por procesos ETL (extraer, transformar y cargar) o ELT (extraer, cargar y transformar) para garantizar su calidad y consistencia. Este nivel constituye la base sobre la cual se construyen los Data Marts, los cubos OLAP y las herramientas de Business </a:t>
            </a:r>
            <a:r>
              <a:rPr lang="es-MX" sz="1800" dirty="0" err="1"/>
              <a:t>Intelligence</a:t>
            </a:r>
            <a:r>
              <a:rPr lang="es-MX" sz="1800" dirty="0"/>
              <a:t> para apoyar la toma de decisiones.</a:t>
            </a:r>
          </a:p>
        </p:txBody>
      </p:sp>
      <p:pic>
        <p:nvPicPr>
          <p:cNvPr id="2331" name="Google Shape;2331;p44"/>
          <p:cNvPicPr preferRelativeResize="0"/>
          <p:nvPr/>
        </p:nvPicPr>
        <p:blipFill rotWithShape="1">
          <a:blip r:embed="rId3">
            <a:alphaModFix/>
          </a:blip>
          <a:srcRect l="34985" r="2674"/>
          <a:stretch/>
        </p:blipFill>
        <p:spPr>
          <a:xfrm>
            <a:off x="6859416" y="1476539"/>
            <a:ext cx="1981321" cy="1957002"/>
          </a:xfrm>
          <a:prstGeom prst="ellipse">
            <a:avLst/>
          </a:prstGeom>
          <a:noFill/>
          <a:ln>
            <a:noFill/>
          </a:ln>
        </p:spPr>
      </p:pic>
      <p:sp>
        <p:nvSpPr>
          <p:cNvPr id="2" name="Google Shape;2241;p42">
            <a:extLst>
              <a:ext uri="{FF2B5EF4-FFF2-40B4-BE49-F238E27FC236}">
                <a16:creationId xmlns:a16="http://schemas.microsoft.com/office/drawing/2014/main" id="{F58AAA2C-1BFB-CC81-1537-D6DF29C6489E}"/>
              </a:ext>
            </a:extLst>
          </p:cNvPr>
          <p:cNvSpPr txBox="1">
            <a:spLocks noGrp="1"/>
          </p:cNvSpPr>
          <p:nvPr>
            <p:ph type="title"/>
          </p:nvPr>
        </p:nvSpPr>
        <p:spPr>
          <a:xfrm>
            <a:off x="1765595" y="671403"/>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t>Nivel Inferior</a:t>
            </a:r>
            <a:endParaRPr sz="2800" b="1" dirty="0"/>
          </a:p>
        </p:txBody>
      </p:sp>
      <p:sp>
        <p:nvSpPr>
          <p:cNvPr id="5" name="Rectángulo: esquinas redondeadas 4">
            <a:extLst>
              <a:ext uri="{FF2B5EF4-FFF2-40B4-BE49-F238E27FC236}">
                <a16:creationId xmlns:a16="http://schemas.microsoft.com/office/drawing/2014/main" id="{AD3A7BA9-6526-CBEE-92DF-4FCF9A33A807}"/>
              </a:ext>
            </a:extLst>
          </p:cNvPr>
          <p:cNvSpPr/>
          <p:nvPr/>
        </p:nvSpPr>
        <p:spPr>
          <a:xfrm>
            <a:off x="6547484" y="3778361"/>
            <a:ext cx="2596516" cy="1365139"/>
          </a:xfrm>
          <a:prstGeom prst="roundRect">
            <a:avLst/>
          </a:prstGeom>
          <a:solidFill>
            <a:schemeClr val="accent1">
              <a:lumMod val="5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endParaRPr lang="es-MX" b="1" dirty="0">
              <a:latin typeface="Barlow Condensed" panose="020F0502020204030204" pitchFamily="2" charset="0"/>
            </a:endParaRPr>
          </a:p>
          <a:p>
            <a:pPr algn="ctr"/>
            <a:r>
              <a:rPr lang="es-MX" b="1" dirty="0">
                <a:latin typeface="Barlow Condensed" panose="020F0502020204030204" pitchFamily="2" charset="0"/>
              </a:rPr>
              <a:t>Data Mart</a:t>
            </a:r>
            <a:r>
              <a:rPr lang="es-MX" dirty="0">
                <a:latin typeface="Barlow Condensed" panose="020F0502020204030204" pitchFamily="2" charset="0"/>
              </a:rPr>
              <a:t> es un subconjunto de un </a:t>
            </a:r>
            <a:r>
              <a:rPr lang="es-MX" b="1" dirty="0">
                <a:latin typeface="Barlow Condensed" panose="020F0502020204030204" pitchFamily="2" charset="0"/>
              </a:rPr>
              <a:t>Data </a:t>
            </a:r>
            <a:r>
              <a:rPr lang="es-MX" b="1" dirty="0" err="1">
                <a:latin typeface="Barlow Condensed" panose="020F0502020204030204" pitchFamily="2" charset="0"/>
              </a:rPr>
              <a:t>Warehouse</a:t>
            </a:r>
            <a:r>
              <a:rPr lang="es-MX" dirty="0">
                <a:latin typeface="Barlow Condensed" panose="020F0502020204030204" pitchFamily="2" charset="0"/>
              </a:rPr>
              <a:t> diseñado para satisfacer las necesidades de análisis de un área específica de una organización, como ventas, recursos humanos, finanzas o producción.</a:t>
            </a:r>
          </a:p>
          <a:p>
            <a:pPr algn="ctr"/>
            <a:endParaRPr lang="es-MX"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2224" name="Google Shape;2224;p41"/>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Nivel intermedio</a:t>
            </a:r>
            <a:endParaRPr dirty="0"/>
          </a:p>
        </p:txBody>
      </p:sp>
      <p:sp>
        <p:nvSpPr>
          <p:cNvPr id="2233" name="Google Shape;2233;p41"/>
          <p:cNvSpPr txBox="1"/>
          <p:nvPr/>
        </p:nvSpPr>
        <p:spPr>
          <a:xfrm>
            <a:off x="1281684" y="4161600"/>
            <a:ext cx="6365254" cy="1079100"/>
          </a:xfrm>
          <a:prstGeom prst="rect">
            <a:avLst/>
          </a:prstGeom>
          <a:noFill/>
          <a:ln>
            <a:noFill/>
          </a:ln>
        </p:spPr>
        <p:txBody>
          <a:bodyPr spcFirstLastPara="1" wrap="square" lIns="91425" tIns="91425" rIns="91425" bIns="91425" anchor="b" anchorCtr="0">
            <a:noAutofit/>
          </a:bodyPr>
          <a:lstStyle/>
          <a:p>
            <a:pPr algn="just"/>
            <a:r>
              <a:rPr lang="en" sz="3200" dirty="0">
                <a:solidFill>
                  <a:schemeClr val="accent1"/>
                </a:solidFill>
                <a:latin typeface="Fjalla One"/>
                <a:ea typeface="Fjalla One"/>
                <a:cs typeface="Fjalla One"/>
                <a:sym typeface="Fjalla One"/>
              </a:rPr>
              <a:t>Se encuentran </a:t>
            </a:r>
            <a:r>
              <a:rPr lang="es-MX" sz="3200" dirty="0">
                <a:solidFill>
                  <a:schemeClr val="accent1"/>
                </a:solidFill>
                <a:latin typeface="Fjalla One"/>
              </a:rPr>
              <a:t>los Data Marts y los cubos OLAP, optimizados para el análisis multidimensional de información específica de cada área de negocio.</a:t>
            </a:r>
          </a:p>
          <a:p>
            <a:pPr marL="0" lvl="0" indent="0" algn="ctr" rtl="0">
              <a:spcBef>
                <a:spcPts val="0"/>
              </a:spcBef>
              <a:spcAft>
                <a:spcPts val="0"/>
              </a:spcAft>
              <a:buNone/>
            </a:pPr>
            <a:endParaRPr sz="7200" dirty="0">
              <a:solidFill>
                <a:schemeClr val="accent1"/>
              </a:solidFill>
              <a:latin typeface="Fjalla One"/>
              <a:ea typeface="Fjalla One"/>
              <a:cs typeface="Fjalla One"/>
              <a:sym typeface="Fjalla On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25">
          <a:extLst>
            <a:ext uri="{FF2B5EF4-FFF2-40B4-BE49-F238E27FC236}">
              <a16:creationId xmlns:a16="http://schemas.microsoft.com/office/drawing/2014/main" id="{AA3A9DEF-7CC3-E7E1-97AE-9D48AB0A776D}"/>
            </a:ext>
          </a:extLst>
        </p:cNvPr>
        <p:cNvGrpSpPr/>
        <p:nvPr/>
      </p:nvGrpSpPr>
      <p:grpSpPr>
        <a:xfrm>
          <a:off x="0" y="0"/>
          <a:ext cx="0" cy="0"/>
          <a:chOff x="0" y="0"/>
          <a:chExt cx="0" cy="0"/>
        </a:xfrm>
      </p:grpSpPr>
      <p:grpSp>
        <p:nvGrpSpPr>
          <p:cNvPr id="2326" name="Google Shape;2326;p44">
            <a:extLst>
              <a:ext uri="{FF2B5EF4-FFF2-40B4-BE49-F238E27FC236}">
                <a16:creationId xmlns:a16="http://schemas.microsoft.com/office/drawing/2014/main" id="{E4B80F7F-61E6-BACC-C71D-0451F42763F2}"/>
              </a:ext>
            </a:extLst>
          </p:cNvPr>
          <p:cNvGrpSpPr/>
          <p:nvPr/>
        </p:nvGrpSpPr>
        <p:grpSpPr>
          <a:xfrm>
            <a:off x="6658377" y="1275008"/>
            <a:ext cx="2444353" cy="2407919"/>
            <a:chOff x="4522050" y="622650"/>
            <a:chExt cx="3898200" cy="3898200"/>
          </a:xfrm>
        </p:grpSpPr>
        <p:sp>
          <p:nvSpPr>
            <p:cNvPr id="2327" name="Google Shape;2327;p44">
              <a:extLst>
                <a:ext uri="{FF2B5EF4-FFF2-40B4-BE49-F238E27FC236}">
                  <a16:creationId xmlns:a16="http://schemas.microsoft.com/office/drawing/2014/main" id="{0D3ED766-45B3-3C08-9355-3E962D7DD1F0}"/>
                </a:ext>
              </a:extLst>
            </p:cNvPr>
            <p:cNvSpPr/>
            <p:nvPr/>
          </p:nvSpPr>
          <p:spPr>
            <a:xfrm>
              <a:off x="4522050" y="622650"/>
              <a:ext cx="3898200" cy="38982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4">
              <a:extLst>
                <a:ext uri="{FF2B5EF4-FFF2-40B4-BE49-F238E27FC236}">
                  <a16:creationId xmlns:a16="http://schemas.microsoft.com/office/drawing/2014/main" id="{58C04316-90F8-529A-7032-57D4A7996927}"/>
                </a:ext>
              </a:extLst>
            </p:cNvPr>
            <p:cNvSpPr/>
            <p:nvPr/>
          </p:nvSpPr>
          <p:spPr>
            <a:xfrm>
              <a:off x="4698900" y="799500"/>
              <a:ext cx="3544500" cy="3544500"/>
            </a:xfrm>
            <a:prstGeom prst="ellipse">
              <a:avLst/>
            </a:prstGeom>
            <a:solidFill>
              <a:srgbClr val="FFFFF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30" name="Google Shape;2330;p44">
            <a:extLst>
              <a:ext uri="{FF2B5EF4-FFF2-40B4-BE49-F238E27FC236}">
                <a16:creationId xmlns:a16="http://schemas.microsoft.com/office/drawing/2014/main" id="{0852A4E6-A265-9F2B-FD47-035B5EE27DAF}"/>
              </a:ext>
            </a:extLst>
          </p:cNvPr>
          <p:cNvSpPr txBox="1">
            <a:spLocks noGrp="1"/>
          </p:cNvSpPr>
          <p:nvPr>
            <p:ph type="subTitle" idx="1"/>
          </p:nvPr>
        </p:nvSpPr>
        <p:spPr>
          <a:xfrm>
            <a:off x="590748" y="1532199"/>
            <a:ext cx="5956736" cy="1371600"/>
          </a:xfrm>
          <a:prstGeom prst="rect">
            <a:avLst/>
          </a:prstGeom>
        </p:spPr>
        <p:txBody>
          <a:bodyPr spcFirstLastPara="1" wrap="square" lIns="91425" tIns="91425" rIns="91425" bIns="91425" anchor="t" anchorCtr="0">
            <a:noAutofit/>
          </a:bodyPr>
          <a:lstStyle/>
          <a:p>
            <a:pPr algn="just" fontAlgn="t"/>
            <a:r>
              <a:rPr lang="es-MX" dirty="0"/>
              <a:t>Incluye las herramientas de Business </a:t>
            </a:r>
            <a:r>
              <a:rPr lang="es-MX" dirty="0" err="1"/>
              <a:t>Intelligence</a:t>
            </a:r>
            <a:r>
              <a:rPr lang="es-MX" dirty="0"/>
              <a:t> utilizadas para generar reportes, </a:t>
            </a:r>
            <a:r>
              <a:rPr lang="es-MX" dirty="0" err="1"/>
              <a:t>dashboards</a:t>
            </a:r>
            <a:r>
              <a:rPr lang="es-MX" dirty="0"/>
              <a:t> y análisis que apoyan la toma de decisiones estratégicas.</a:t>
            </a:r>
          </a:p>
          <a:p>
            <a:pPr algn="just" fontAlgn="t"/>
            <a:endParaRPr lang="es-MX" sz="1800" dirty="0"/>
          </a:p>
        </p:txBody>
      </p:sp>
      <p:pic>
        <p:nvPicPr>
          <p:cNvPr id="2331" name="Google Shape;2331;p44">
            <a:extLst>
              <a:ext uri="{FF2B5EF4-FFF2-40B4-BE49-F238E27FC236}">
                <a16:creationId xmlns:a16="http://schemas.microsoft.com/office/drawing/2014/main" id="{A4B3476A-AAA9-E189-B2B4-0CBBB3979A69}"/>
              </a:ext>
            </a:extLst>
          </p:cNvPr>
          <p:cNvPicPr preferRelativeResize="0"/>
          <p:nvPr/>
        </p:nvPicPr>
        <p:blipFill rotWithShape="1">
          <a:blip r:embed="rId3">
            <a:alphaModFix/>
          </a:blip>
          <a:srcRect l="34985" r="2674"/>
          <a:stretch/>
        </p:blipFill>
        <p:spPr>
          <a:xfrm>
            <a:off x="6859416" y="1476539"/>
            <a:ext cx="1981321" cy="1957002"/>
          </a:xfrm>
          <a:prstGeom prst="ellipse">
            <a:avLst/>
          </a:prstGeom>
          <a:noFill/>
          <a:ln>
            <a:noFill/>
          </a:ln>
        </p:spPr>
      </p:pic>
      <p:sp>
        <p:nvSpPr>
          <p:cNvPr id="2" name="Google Shape;2241;p42">
            <a:extLst>
              <a:ext uri="{FF2B5EF4-FFF2-40B4-BE49-F238E27FC236}">
                <a16:creationId xmlns:a16="http://schemas.microsoft.com/office/drawing/2014/main" id="{06FB262A-F0DC-0F38-B464-1C57E7340E8E}"/>
              </a:ext>
            </a:extLst>
          </p:cNvPr>
          <p:cNvSpPr txBox="1">
            <a:spLocks noGrp="1"/>
          </p:cNvSpPr>
          <p:nvPr>
            <p:ph type="title"/>
          </p:nvPr>
        </p:nvSpPr>
        <p:spPr>
          <a:xfrm>
            <a:off x="1643171" y="593067"/>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800" b="1" dirty="0"/>
              <a:t>Nivel superior</a:t>
            </a:r>
            <a:r>
              <a:rPr lang="en" sz="2800" dirty="0"/>
              <a:t> </a:t>
            </a:r>
            <a:endParaRPr sz="2800" dirty="0"/>
          </a:p>
        </p:txBody>
      </p:sp>
    </p:spTree>
    <p:extLst>
      <p:ext uri="{BB962C8B-B14F-4D97-AF65-F5344CB8AC3E}">
        <p14:creationId xmlns:p14="http://schemas.microsoft.com/office/powerpoint/2010/main" val="26932679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5"/>
        <p:cNvGrpSpPr/>
        <p:nvPr/>
      </p:nvGrpSpPr>
      <p:grpSpPr>
        <a:xfrm>
          <a:off x="0" y="0"/>
          <a:ext cx="0" cy="0"/>
          <a:chOff x="0" y="0"/>
          <a:chExt cx="0" cy="0"/>
        </a:xfrm>
      </p:grpSpPr>
      <p:sp>
        <p:nvSpPr>
          <p:cNvPr id="2336" name="Google Shape;2336;p45"/>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Procesamiento y análisis en línea (OLAP)</a:t>
            </a:r>
            <a:endParaRPr sz="4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223">
          <a:extLst>
            <a:ext uri="{FF2B5EF4-FFF2-40B4-BE49-F238E27FC236}">
              <a16:creationId xmlns:a16="http://schemas.microsoft.com/office/drawing/2014/main" id="{3E4231DB-9738-1AFF-9000-9A328E037ECD}"/>
            </a:ext>
          </a:extLst>
        </p:cNvPr>
        <p:cNvGrpSpPr/>
        <p:nvPr/>
      </p:nvGrpSpPr>
      <p:grpSpPr>
        <a:xfrm>
          <a:off x="0" y="0"/>
          <a:ext cx="0" cy="0"/>
          <a:chOff x="0" y="0"/>
          <a:chExt cx="0" cy="0"/>
        </a:xfrm>
      </p:grpSpPr>
      <p:sp>
        <p:nvSpPr>
          <p:cNvPr id="2224" name="Google Shape;2224;p41">
            <a:extLst>
              <a:ext uri="{FF2B5EF4-FFF2-40B4-BE49-F238E27FC236}">
                <a16:creationId xmlns:a16="http://schemas.microsoft.com/office/drawing/2014/main" id="{ADC65E7D-04FA-2A4C-9EFB-27875BBB3AF4}"/>
              </a:ext>
            </a:extLst>
          </p:cNvPr>
          <p:cNvSpPr txBox="1">
            <a:spLocks noGrp="1"/>
          </p:cNvSpPr>
          <p:nvPr>
            <p:ph type="title"/>
          </p:nvPr>
        </p:nvSpPr>
        <p:spPr>
          <a:xfrm>
            <a:off x="1226820" y="899550"/>
            <a:ext cx="6904515" cy="595800"/>
          </a:xfrm>
          <a:prstGeom prst="rect">
            <a:avLst/>
          </a:prstGeom>
        </p:spPr>
        <p:txBody>
          <a:bodyPr spcFirstLastPara="1" wrap="square" lIns="91425" tIns="91425" rIns="91425" bIns="91425" anchor="t" anchorCtr="0">
            <a:noAutofit/>
          </a:bodyPr>
          <a:lstStyle/>
          <a:p>
            <a:r>
              <a:rPr lang="en" sz="3600" dirty="0"/>
              <a:t>OLAP </a:t>
            </a:r>
            <a:r>
              <a:rPr lang="es-MX" sz="3600" dirty="0"/>
              <a:t>(Online </a:t>
            </a:r>
            <a:r>
              <a:rPr lang="es-MX" sz="3600" dirty="0" err="1"/>
              <a:t>Analytical</a:t>
            </a:r>
            <a:r>
              <a:rPr lang="es-MX" sz="3600" dirty="0"/>
              <a:t> Processing)</a:t>
            </a:r>
            <a:br>
              <a:rPr lang="es-MX" sz="3600" dirty="0"/>
            </a:br>
            <a:endParaRPr sz="3600" dirty="0"/>
          </a:p>
        </p:txBody>
      </p:sp>
      <p:sp>
        <p:nvSpPr>
          <p:cNvPr id="2233" name="Google Shape;2233;p41">
            <a:extLst>
              <a:ext uri="{FF2B5EF4-FFF2-40B4-BE49-F238E27FC236}">
                <a16:creationId xmlns:a16="http://schemas.microsoft.com/office/drawing/2014/main" id="{8B2803C3-D81E-288A-4ECE-6D2117926AFA}"/>
              </a:ext>
            </a:extLst>
          </p:cNvPr>
          <p:cNvSpPr txBox="1"/>
          <p:nvPr/>
        </p:nvSpPr>
        <p:spPr>
          <a:xfrm>
            <a:off x="953262" y="3052351"/>
            <a:ext cx="7237476" cy="5958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solidFill>
                  <a:schemeClr val="accent1"/>
                </a:solidFill>
                <a:latin typeface="Fjalla One"/>
                <a:ea typeface="Fjalla One"/>
                <a:cs typeface="Fjalla One"/>
                <a:sym typeface="Fjalla One"/>
              </a:rPr>
              <a:t>Permite analizar grandes volúmenes de datos desde diferentes perspectivas para apoyar la toma de decisiones</a:t>
            </a:r>
            <a:endParaRPr sz="3200" dirty="0">
              <a:solidFill>
                <a:schemeClr val="accent1"/>
              </a:solidFill>
              <a:latin typeface="Fjalla One"/>
              <a:ea typeface="Fjalla One"/>
              <a:cs typeface="Fjalla One"/>
              <a:sym typeface="Fjalla One"/>
            </a:endParaRPr>
          </a:p>
        </p:txBody>
      </p:sp>
    </p:spTree>
    <p:extLst>
      <p:ext uri="{BB962C8B-B14F-4D97-AF65-F5344CB8AC3E}">
        <p14:creationId xmlns:p14="http://schemas.microsoft.com/office/powerpoint/2010/main" val="4089433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13309198-4822-8602-BBFC-49A5BB946CA7}"/>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51C1719D-7158-12C5-10C9-7A6EF25B4604}"/>
              </a:ext>
            </a:extLst>
          </p:cNvPr>
          <p:cNvSpPr txBox="1">
            <a:spLocks noGrp="1"/>
          </p:cNvSpPr>
          <p:nvPr>
            <p:ph type="title"/>
          </p:nvPr>
        </p:nvSpPr>
        <p:spPr>
          <a:xfrm>
            <a:off x="1594875" y="163416"/>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Paso 1</a:t>
            </a:r>
            <a:endParaRPr dirty="0"/>
          </a:p>
        </p:txBody>
      </p:sp>
      <p:sp>
        <p:nvSpPr>
          <p:cNvPr id="2309" name="Google Shape;2309;p43">
            <a:extLst>
              <a:ext uri="{FF2B5EF4-FFF2-40B4-BE49-F238E27FC236}">
                <a16:creationId xmlns:a16="http://schemas.microsoft.com/office/drawing/2014/main" id="{869A0E94-EFAE-836E-E926-D8B31D117822}"/>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DF30477D-52E9-1604-9605-B063CC997186}"/>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pic>
        <p:nvPicPr>
          <p:cNvPr id="4" name="Imagen 3">
            <a:extLst>
              <a:ext uri="{FF2B5EF4-FFF2-40B4-BE49-F238E27FC236}">
                <a16:creationId xmlns:a16="http://schemas.microsoft.com/office/drawing/2014/main" id="{B9798F1B-5D2E-BEA4-EAFD-3B5BF5A47348}"/>
              </a:ext>
            </a:extLst>
          </p:cNvPr>
          <p:cNvPicPr>
            <a:picLocks noChangeAspect="1"/>
          </p:cNvPicPr>
          <p:nvPr/>
        </p:nvPicPr>
        <p:blipFill>
          <a:blip r:embed="rId3"/>
          <a:srcRect l="896" t="1623"/>
          <a:stretch>
            <a:fillRect/>
          </a:stretch>
        </p:blipFill>
        <p:spPr>
          <a:xfrm>
            <a:off x="2092865" y="737559"/>
            <a:ext cx="4659534" cy="4242525"/>
          </a:xfrm>
          <a:prstGeom prst="rect">
            <a:avLst/>
          </a:prstGeom>
        </p:spPr>
      </p:pic>
    </p:spTree>
    <p:extLst>
      <p:ext uri="{BB962C8B-B14F-4D97-AF65-F5344CB8AC3E}">
        <p14:creationId xmlns:p14="http://schemas.microsoft.com/office/powerpoint/2010/main" val="14945002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2BDFDF3A-D6F6-1AEA-8594-4ABD3C950700}"/>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A55BE431-57E3-C5D9-18EB-5B0F0587056A}"/>
              </a:ext>
            </a:extLst>
          </p:cNvPr>
          <p:cNvSpPr txBox="1">
            <a:spLocks noGrp="1"/>
          </p:cNvSpPr>
          <p:nvPr>
            <p:ph type="title"/>
          </p:nvPr>
        </p:nvSpPr>
        <p:spPr>
          <a:xfrm>
            <a:off x="1753077" y="46225"/>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s-MX" dirty="0"/>
              <a:t>Paso 2</a:t>
            </a:r>
            <a:endParaRPr dirty="0"/>
          </a:p>
        </p:txBody>
      </p:sp>
      <p:sp>
        <p:nvSpPr>
          <p:cNvPr id="2309" name="Google Shape;2309;p43">
            <a:extLst>
              <a:ext uri="{FF2B5EF4-FFF2-40B4-BE49-F238E27FC236}">
                <a16:creationId xmlns:a16="http://schemas.microsoft.com/office/drawing/2014/main" id="{9DF93D5A-6A7A-7113-F02B-40F969A3C7A9}"/>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F68D2E81-782F-3D17-FF99-33085E573BF8}"/>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pic>
        <p:nvPicPr>
          <p:cNvPr id="3" name="Imagen 2">
            <a:extLst>
              <a:ext uri="{FF2B5EF4-FFF2-40B4-BE49-F238E27FC236}">
                <a16:creationId xmlns:a16="http://schemas.microsoft.com/office/drawing/2014/main" id="{093D7726-3B8E-0606-B231-6D324A69B92A}"/>
              </a:ext>
            </a:extLst>
          </p:cNvPr>
          <p:cNvPicPr>
            <a:picLocks noChangeAspect="1"/>
          </p:cNvPicPr>
          <p:nvPr/>
        </p:nvPicPr>
        <p:blipFill>
          <a:blip r:embed="rId3"/>
          <a:srcRect l="50322" b="50000"/>
          <a:stretch>
            <a:fillRect/>
          </a:stretch>
        </p:blipFill>
        <p:spPr>
          <a:xfrm>
            <a:off x="2253917" y="578203"/>
            <a:ext cx="4913144" cy="4519072"/>
          </a:xfrm>
          <a:prstGeom prst="rect">
            <a:avLst/>
          </a:prstGeom>
        </p:spPr>
      </p:pic>
    </p:spTree>
    <p:extLst>
      <p:ext uri="{BB962C8B-B14F-4D97-AF65-F5344CB8AC3E}">
        <p14:creationId xmlns:p14="http://schemas.microsoft.com/office/powerpoint/2010/main" val="39939861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06"/>
        <p:cNvGrpSpPr/>
        <p:nvPr/>
      </p:nvGrpSpPr>
      <p:grpSpPr>
        <a:xfrm>
          <a:off x="0" y="0"/>
          <a:ext cx="0" cy="0"/>
          <a:chOff x="0" y="0"/>
          <a:chExt cx="0" cy="0"/>
        </a:xfrm>
      </p:grpSpPr>
      <p:sp>
        <p:nvSpPr>
          <p:cNvPr id="2308" name="Google Shape;2308;p43"/>
          <p:cNvSpPr txBox="1">
            <a:spLocks noGrp="1"/>
          </p:cNvSpPr>
          <p:nvPr>
            <p:ph type="title"/>
          </p:nvPr>
        </p:nvSpPr>
        <p:spPr>
          <a:xfrm>
            <a:off x="1740837" y="61199"/>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Paso 3</a:t>
            </a:r>
            <a:endParaRPr dirty="0"/>
          </a:p>
        </p:txBody>
      </p:sp>
      <p:sp>
        <p:nvSpPr>
          <p:cNvPr id="2309" name="Google Shape;2309;p43"/>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pic>
        <p:nvPicPr>
          <p:cNvPr id="5" name="Imagen 4">
            <a:extLst>
              <a:ext uri="{FF2B5EF4-FFF2-40B4-BE49-F238E27FC236}">
                <a16:creationId xmlns:a16="http://schemas.microsoft.com/office/drawing/2014/main" id="{0FB8C6F0-2D3F-5C4A-4785-E3E3FBDCE79A}"/>
              </a:ext>
            </a:extLst>
          </p:cNvPr>
          <p:cNvPicPr>
            <a:picLocks noChangeAspect="1"/>
          </p:cNvPicPr>
          <p:nvPr/>
        </p:nvPicPr>
        <p:blipFill>
          <a:blip r:embed="rId3"/>
          <a:srcRect t="50018" r="50136" b="659"/>
          <a:stretch>
            <a:fillRect/>
          </a:stretch>
        </p:blipFill>
        <p:spPr>
          <a:xfrm>
            <a:off x="2167497" y="560256"/>
            <a:ext cx="5070240" cy="458324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E0B3B16F-CF93-388A-74A1-D7C3667B2EC7}"/>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F7244DCD-4E94-8C8A-FD2D-3CEF05149649}"/>
              </a:ext>
            </a:extLst>
          </p:cNvPr>
          <p:cNvSpPr txBox="1">
            <a:spLocks noGrp="1"/>
          </p:cNvSpPr>
          <p:nvPr>
            <p:ph type="title"/>
          </p:nvPr>
        </p:nvSpPr>
        <p:spPr>
          <a:xfrm>
            <a:off x="1550760" y="-1662"/>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Paso 4</a:t>
            </a:r>
            <a:endParaRPr dirty="0"/>
          </a:p>
        </p:txBody>
      </p:sp>
      <p:sp>
        <p:nvSpPr>
          <p:cNvPr id="2309" name="Google Shape;2309;p43">
            <a:extLst>
              <a:ext uri="{FF2B5EF4-FFF2-40B4-BE49-F238E27FC236}">
                <a16:creationId xmlns:a16="http://schemas.microsoft.com/office/drawing/2014/main" id="{EEE3357D-DBD9-E8A1-4747-1CF3BF61E49F}"/>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15C732BA-6DB5-B577-5455-941D06D1AC6C}"/>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pic>
        <p:nvPicPr>
          <p:cNvPr id="3" name="Imagen 2">
            <a:extLst>
              <a:ext uri="{FF2B5EF4-FFF2-40B4-BE49-F238E27FC236}">
                <a16:creationId xmlns:a16="http://schemas.microsoft.com/office/drawing/2014/main" id="{A6E9DED6-8C49-6420-654D-31EC122181B0}"/>
              </a:ext>
            </a:extLst>
          </p:cNvPr>
          <p:cNvPicPr>
            <a:picLocks noChangeAspect="1"/>
          </p:cNvPicPr>
          <p:nvPr/>
        </p:nvPicPr>
        <p:blipFill>
          <a:blip r:embed="rId3"/>
          <a:srcRect l="50093" t="49486"/>
          <a:stretch>
            <a:fillRect/>
          </a:stretch>
        </p:blipFill>
        <p:spPr>
          <a:xfrm>
            <a:off x="1984548" y="571038"/>
            <a:ext cx="4826529" cy="4464431"/>
          </a:xfrm>
          <a:prstGeom prst="rect">
            <a:avLst/>
          </a:prstGeom>
        </p:spPr>
      </p:pic>
    </p:spTree>
    <p:extLst>
      <p:ext uri="{BB962C8B-B14F-4D97-AF65-F5344CB8AC3E}">
        <p14:creationId xmlns:p14="http://schemas.microsoft.com/office/powerpoint/2010/main" val="41781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D2EB418E-156C-B37A-3E43-26D96B373538}"/>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4BB7FD2D-359B-FD54-6363-9564E1EE050A}"/>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fontAlgn="t"/>
            <a:r>
              <a:rPr lang="es-MX" dirty="0"/>
              <a:t>Operaciones OLAP (Online </a:t>
            </a:r>
            <a:r>
              <a:rPr lang="es-MX" dirty="0" err="1"/>
              <a:t>Analytical</a:t>
            </a:r>
            <a:r>
              <a:rPr lang="es-MX" dirty="0"/>
              <a:t> Processing)</a:t>
            </a:r>
          </a:p>
        </p:txBody>
      </p:sp>
      <p:sp>
        <p:nvSpPr>
          <p:cNvPr id="2309" name="Google Shape;2309;p43">
            <a:extLst>
              <a:ext uri="{FF2B5EF4-FFF2-40B4-BE49-F238E27FC236}">
                <a16:creationId xmlns:a16="http://schemas.microsoft.com/office/drawing/2014/main" id="{8F163F3E-6786-F641-7BD5-35A5F061AF39}"/>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953D966C-C1D1-C50F-374A-58CF3A5C079A}"/>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044F4AB4-B1D9-EFED-D4F1-65B1E1D4919A}"/>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E27BADFC-62BE-90B3-0E28-B619521CE678}"/>
              </a:ext>
            </a:extLst>
          </p:cNvPr>
          <p:cNvSpPr txBox="1"/>
          <p:nvPr/>
        </p:nvSpPr>
        <p:spPr>
          <a:xfrm>
            <a:off x="890632" y="3098426"/>
            <a:ext cx="7237476" cy="595800"/>
          </a:xfrm>
          <a:prstGeom prst="rect">
            <a:avLst/>
          </a:prstGeom>
          <a:noFill/>
          <a:ln>
            <a:noFill/>
          </a:ln>
        </p:spPr>
        <p:txBody>
          <a:bodyPr spcFirstLastPara="1" wrap="square" lIns="91425" tIns="91425" rIns="91425" bIns="91425" anchor="b" anchorCtr="0">
            <a:noAutofit/>
          </a:bodyPr>
          <a:lstStyle/>
          <a:p>
            <a:pPr lvl="0" algn="ctr"/>
            <a:r>
              <a:rPr lang="es-MX" sz="2400" dirty="0">
                <a:solidFill>
                  <a:srgbClr val="77C6FC"/>
                </a:solidFill>
                <a:latin typeface="Fjalla One" panose="02000506040000020004" pitchFamily="2" charset="0"/>
              </a:rPr>
              <a:t>Las </a:t>
            </a:r>
            <a:r>
              <a:rPr lang="es-MX" sz="2400" b="1" dirty="0">
                <a:solidFill>
                  <a:srgbClr val="77C6FC"/>
                </a:solidFill>
                <a:latin typeface="Fjalla One" panose="02000506040000020004" pitchFamily="2" charset="0"/>
              </a:rPr>
              <a:t>operaciones OLAP</a:t>
            </a:r>
            <a:r>
              <a:rPr lang="es-MX" sz="2400" dirty="0">
                <a:solidFill>
                  <a:srgbClr val="77C6FC"/>
                </a:solidFill>
                <a:latin typeface="Fjalla One" panose="02000506040000020004" pitchFamily="2" charset="0"/>
              </a:rPr>
              <a:t> son técnicas que permiten analizar datos desde diferentes perspectivas o dimensiones para apoyar la toma de decisiones. Se utilizan comúnmente en los </a:t>
            </a:r>
            <a:r>
              <a:rPr lang="es-MX" sz="2400" b="1" dirty="0">
                <a:solidFill>
                  <a:srgbClr val="77C6FC"/>
                </a:solidFill>
                <a:latin typeface="Fjalla One" panose="02000506040000020004" pitchFamily="2" charset="0"/>
              </a:rPr>
              <a:t>Data </a:t>
            </a:r>
            <a:r>
              <a:rPr lang="es-MX" sz="2400" b="1" dirty="0" err="1">
                <a:solidFill>
                  <a:srgbClr val="77C6FC"/>
                </a:solidFill>
                <a:latin typeface="Fjalla One" panose="02000506040000020004" pitchFamily="2" charset="0"/>
              </a:rPr>
              <a:t>Warehouse</a:t>
            </a:r>
            <a:r>
              <a:rPr lang="es-MX" sz="2400" dirty="0">
                <a:solidFill>
                  <a:srgbClr val="77C6FC"/>
                </a:solidFill>
                <a:latin typeface="Fjalla One" panose="02000506040000020004" pitchFamily="2" charset="0"/>
              </a:rPr>
              <a:t> para explorar grandes volúmenes de información de manera rápida y flexible</a:t>
            </a:r>
            <a:endParaRPr sz="2400" dirty="0">
              <a:solidFill>
                <a:srgbClr val="77C6FC"/>
              </a:solidFill>
              <a:latin typeface="Fjalla One" panose="02000506040000020004" pitchFamily="2" charset="0"/>
              <a:ea typeface="Fjalla One"/>
              <a:cs typeface="Fjalla One"/>
              <a:sym typeface="Fjalla One"/>
            </a:endParaRPr>
          </a:p>
        </p:txBody>
      </p:sp>
    </p:spTree>
    <p:extLst>
      <p:ext uri="{BB962C8B-B14F-4D97-AF65-F5344CB8AC3E}">
        <p14:creationId xmlns:p14="http://schemas.microsoft.com/office/powerpoint/2010/main" val="37790299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8DFB0E85-1E2A-67EE-3A54-5F22DDFF829E}"/>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CFE39CD1-2F42-336A-FCEF-3E7A71A12F77}"/>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fontAlgn="t"/>
            <a:r>
              <a:rPr lang="es-MX" dirty="0"/>
              <a:t>Drill Down (Desglosar)</a:t>
            </a:r>
          </a:p>
        </p:txBody>
      </p:sp>
      <p:sp>
        <p:nvSpPr>
          <p:cNvPr id="2309" name="Google Shape;2309;p43">
            <a:extLst>
              <a:ext uri="{FF2B5EF4-FFF2-40B4-BE49-F238E27FC236}">
                <a16:creationId xmlns:a16="http://schemas.microsoft.com/office/drawing/2014/main" id="{7C45B283-9F6E-EC6D-183B-F01CF59D8A94}"/>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7E31A171-7ED0-A50D-DA6A-9DC7E2BFBAEE}"/>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64F8011A-EA5A-22DF-9210-419FF8E86FD9}"/>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ED494BEA-98FE-1C49-98B2-D4CEF5BD683A}"/>
              </a:ext>
            </a:extLst>
          </p:cNvPr>
          <p:cNvSpPr txBox="1"/>
          <p:nvPr/>
        </p:nvSpPr>
        <p:spPr>
          <a:xfrm>
            <a:off x="953261" y="2493723"/>
            <a:ext cx="7237476" cy="595800"/>
          </a:xfrm>
          <a:prstGeom prst="rect">
            <a:avLst/>
          </a:prstGeom>
          <a:noFill/>
          <a:ln>
            <a:noFill/>
          </a:ln>
        </p:spPr>
        <p:txBody>
          <a:bodyPr spcFirstLastPara="1" wrap="square" lIns="91425" tIns="91425" rIns="91425" bIns="91425" anchor="b" anchorCtr="0">
            <a:noAutofit/>
          </a:bodyPr>
          <a:lstStyle/>
          <a:p>
            <a:pPr fontAlgn="t"/>
            <a:r>
              <a:rPr lang="es-MX" sz="2400" dirty="0">
                <a:solidFill>
                  <a:srgbClr val="77C6FC"/>
                </a:solidFill>
                <a:latin typeface="Fjalla One" panose="02000506040000020004" pitchFamily="2" charset="0"/>
              </a:rPr>
              <a:t>Permite pasar de un nivel de información general a uno más detallado.</a:t>
            </a:r>
          </a:p>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Ejemplo</a:t>
            </a:r>
            <a:r>
              <a:rPr lang="es-MX" sz="2400" b="1" dirty="0">
                <a:solidFill>
                  <a:srgbClr val="002060"/>
                </a:solidFill>
                <a:latin typeface="Fjalla One" panose="02000506040000020004" pitchFamily="2" charset="0"/>
              </a:rPr>
              <a:t>:</a:t>
            </a:r>
            <a:endParaRPr lang="es-MX" sz="2400" dirty="0">
              <a:solidFill>
                <a:srgbClr val="002060"/>
              </a:solidFill>
              <a:latin typeface="Fjalla One" panose="02000506040000020004" pitchFamily="2" charset="0"/>
            </a:endParaRPr>
          </a:p>
        </p:txBody>
      </p:sp>
      <p:grpSp>
        <p:nvGrpSpPr>
          <p:cNvPr id="16" name="Grupo 15">
            <a:extLst>
              <a:ext uri="{FF2B5EF4-FFF2-40B4-BE49-F238E27FC236}">
                <a16:creationId xmlns:a16="http://schemas.microsoft.com/office/drawing/2014/main" id="{D17CFCF2-CFDA-8709-472A-5A91A9F50310}"/>
              </a:ext>
            </a:extLst>
          </p:cNvPr>
          <p:cNvGrpSpPr/>
          <p:nvPr/>
        </p:nvGrpSpPr>
        <p:grpSpPr>
          <a:xfrm>
            <a:off x="1033397" y="3215640"/>
            <a:ext cx="6624983" cy="460296"/>
            <a:chOff x="1089764" y="3707279"/>
            <a:chExt cx="6624983" cy="460296"/>
          </a:xfrm>
        </p:grpSpPr>
        <p:sp>
          <p:nvSpPr>
            <p:cNvPr id="2" name="Rectángulo: esquinas redondeadas 1">
              <a:extLst>
                <a:ext uri="{FF2B5EF4-FFF2-40B4-BE49-F238E27FC236}">
                  <a16:creationId xmlns:a16="http://schemas.microsoft.com/office/drawing/2014/main" id="{9A868DB8-08CE-FBAC-92E5-FF343AA8676B}"/>
                </a:ext>
              </a:extLst>
            </p:cNvPr>
            <p:cNvSpPr/>
            <p:nvPr/>
          </p:nvSpPr>
          <p:spPr>
            <a:xfrm>
              <a:off x="1089764" y="3707280"/>
              <a:ext cx="1376580" cy="455843"/>
            </a:xfrm>
            <a:prstGeom prst="roundRect">
              <a:avLst/>
            </a:prstGeom>
            <a:solidFill>
              <a:srgbClr val="77C6FC"/>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tx1">
                      <a:lumMod val="50000"/>
                    </a:schemeClr>
                  </a:solidFill>
                </a:rPr>
                <a:t>Ventas anuales</a:t>
              </a:r>
            </a:p>
          </p:txBody>
        </p:sp>
        <p:sp>
          <p:nvSpPr>
            <p:cNvPr id="5" name="Rectángulo: esquinas redondeadas 4">
              <a:extLst>
                <a:ext uri="{FF2B5EF4-FFF2-40B4-BE49-F238E27FC236}">
                  <a16:creationId xmlns:a16="http://schemas.microsoft.com/office/drawing/2014/main" id="{CA5C45A9-A155-0993-005E-1E471427EC4A}"/>
                </a:ext>
              </a:extLst>
            </p:cNvPr>
            <p:cNvSpPr/>
            <p:nvPr/>
          </p:nvSpPr>
          <p:spPr>
            <a:xfrm>
              <a:off x="2830881" y="3711732"/>
              <a:ext cx="1376580" cy="455843"/>
            </a:xfrm>
            <a:prstGeom prst="roundRect">
              <a:avLst/>
            </a:prstGeom>
            <a:solidFill>
              <a:schemeClr val="accent5">
                <a:lumMod val="60000"/>
                <a:lumOff val="4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bg1"/>
                  </a:solidFill>
                </a:rPr>
                <a:t>Ventas trimestrales</a:t>
              </a:r>
            </a:p>
          </p:txBody>
        </p:sp>
        <p:sp>
          <p:nvSpPr>
            <p:cNvPr id="8" name="Rectángulo: esquinas redondeadas 7">
              <a:extLst>
                <a:ext uri="{FF2B5EF4-FFF2-40B4-BE49-F238E27FC236}">
                  <a16:creationId xmlns:a16="http://schemas.microsoft.com/office/drawing/2014/main" id="{618A9439-BFCF-BAEE-DA9E-8C82B93F4B43}"/>
                </a:ext>
              </a:extLst>
            </p:cNvPr>
            <p:cNvSpPr/>
            <p:nvPr/>
          </p:nvSpPr>
          <p:spPr>
            <a:xfrm>
              <a:off x="4571999" y="3707279"/>
              <a:ext cx="1376580" cy="455843"/>
            </a:xfrm>
            <a:prstGeom prst="roundRect">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bg1"/>
                  </a:solidFill>
                </a:rPr>
                <a:t>Ventas mensuales</a:t>
              </a:r>
            </a:p>
          </p:txBody>
        </p:sp>
        <p:sp>
          <p:nvSpPr>
            <p:cNvPr id="10" name="Rectángulo: esquinas redondeadas 9">
              <a:extLst>
                <a:ext uri="{FF2B5EF4-FFF2-40B4-BE49-F238E27FC236}">
                  <a16:creationId xmlns:a16="http://schemas.microsoft.com/office/drawing/2014/main" id="{AB24E8FC-A5CA-4F34-37B7-4D4A72064372}"/>
                </a:ext>
              </a:extLst>
            </p:cNvPr>
            <p:cNvSpPr/>
            <p:nvPr/>
          </p:nvSpPr>
          <p:spPr>
            <a:xfrm>
              <a:off x="6338167" y="3707279"/>
              <a:ext cx="1376580" cy="455843"/>
            </a:xfrm>
            <a:prstGeom prst="round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tx1">
                      <a:lumMod val="50000"/>
                    </a:schemeClr>
                  </a:solidFill>
                </a:rPr>
                <a:t>Ventas diarias</a:t>
              </a:r>
            </a:p>
          </p:txBody>
        </p:sp>
        <p:sp>
          <p:nvSpPr>
            <p:cNvPr id="11" name="Flecha: a la derecha 10">
              <a:extLst>
                <a:ext uri="{FF2B5EF4-FFF2-40B4-BE49-F238E27FC236}">
                  <a16:creationId xmlns:a16="http://schemas.microsoft.com/office/drawing/2014/main" id="{45F7BB30-988C-16EC-D9A7-F96826283029}"/>
                </a:ext>
              </a:extLst>
            </p:cNvPr>
            <p:cNvSpPr/>
            <p:nvPr/>
          </p:nvSpPr>
          <p:spPr>
            <a:xfrm>
              <a:off x="2478870" y="3815956"/>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Flecha: a la derecha 12">
              <a:extLst>
                <a:ext uri="{FF2B5EF4-FFF2-40B4-BE49-F238E27FC236}">
                  <a16:creationId xmlns:a16="http://schemas.microsoft.com/office/drawing/2014/main" id="{DF9C9AFC-1E9F-F381-46C9-03EA13BE4D83}"/>
                </a:ext>
              </a:extLst>
            </p:cNvPr>
            <p:cNvSpPr/>
            <p:nvPr/>
          </p:nvSpPr>
          <p:spPr>
            <a:xfrm>
              <a:off x="4219986" y="3815956"/>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Flecha: a la derecha 14">
              <a:extLst>
                <a:ext uri="{FF2B5EF4-FFF2-40B4-BE49-F238E27FC236}">
                  <a16:creationId xmlns:a16="http://schemas.microsoft.com/office/drawing/2014/main" id="{A2384864-27A1-095A-AF5B-79E4ADB46C88}"/>
                </a:ext>
              </a:extLst>
            </p:cNvPr>
            <p:cNvSpPr/>
            <p:nvPr/>
          </p:nvSpPr>
          <p:spPr>
            <a:xfrm>
              <a:off x="5973630" y="3817737"/>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8" name="CuadroTexto 17">
            <a:extLst>
              <a:ext uri="{FF2B5EF4-FFF2-40B4-BE49-F238E27FC236}">
                <a16:creationId xmlns:a16="http://schemas.microsoft.com/office/drawing/2014/main" id="{FF78B622-68A7-E32B-6E19-F499BB92590E}"/>
              </a:ext>
            </a:extLst>
          </p:cNvPr>
          <p:cNvSpPr txBox="1"/>
          <p:nvPr/>
        </p:nvSpPr>
        <p:spPr>
          <a:xfrm>
            <a:off x="953261" y="4125560"/>
            <a:ext cx="4572000" cy="400110"/>
          </a:xfrm>
          <a:prstGeom prst="rect">
            <a:avLst/>
          </a:prstGeom>
          <a:noFill/>
        </p:spPr>
        <p:txBody>
          <a:bodyPr wrap="square">
            <a:spAutoFit/>
          </a:bodyPr>
          <a:lstStyle/>
          <a:p>
            <a:pPr fontAlgn="t">
              <a:lnSpc>
                <a:spcPct val="100000"/>
              </a:lnSpc>
              <a:buNone/>
            </a:pPr>
            <a:r>
              <a:rPr lang="es-MX" sz="2000" b="1" i="0" dirty="0">
                <a:solidFill>
                  <a:srgbClr val="002060"/>
                </a:solidFill>
                <a:effectLst/>
                <a:latin typeface="Fjalla One" panose="02000506040000020004" pitchFamily="2" charset="0"/>
              </a:rPr>
              <a:t>Objetivo:</a:t>
            </a:r>
            <a:r>
              <a:rPr lang="es-MX" sz="2000" b="0" i="0" dirty="0">
                <a:solidFill>
                  <a:srgbClr val="002060"/>
                </a:solidFill>
                <a:effectLst/>
                <a:latin typeface="Fjalla One" panose="02000506040000020004" pitchFamily="2" charset="0"/>
              </a:rPr>
              <a:t> Obtener un mayor nivel de detalle.</a:t>
            </a:r>
          </a:p>
        </p:txBody>
      </p:sp>
    </p:spTree>
    <p:extLst>
      <p:ext uri="{BB962C8B-B14F-4D97-AF65-F5344CB8AC3E}">
        <p14:creationId xmlns:p14="http://schemas.microsoft.com/office/powerpoint/2010/main" val="22556564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5CA17A03-CDF5-EF93-BDD4-CC779752F8EE}"/>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3A00FFA4-28A8-AD77-FA9B-A4159727CAE2}"/>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fontAlgn="t"/>
            <a:r>
              <a:rPr lang="es-MX" dirty="0"/>
              <a:t>Roll Up (Consolidar)</a:t>
            </a:r>
          </a:p>
        </p:txBody>
      </p:sp>
      <p:sp>
        <p:nvSpPr>
          <p:cNvPr id="2309" name="Google Shape;2309;p43">
            <a:extLst>
              <a:ext uri="{FF2B5EF4-FFF2-40B4-BE49-F238E27FC236}">
                <a16:creationId xmlns:a16="http://schemas.microsoft.com/office/drawing/2014/main" id="{2F446E3A-7A9B-03CA-16F3-C89C6DFBF206}"/>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D4258EAE-17B8-E1A0-D69C-D865396651F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9A83B7F6-7DF4-1465-C669-D33391C38DD5}"/>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AEF3DF40-A57F-5251-4169-B772AC3BB04B}"/>
              </a:ext>
            </a:extLst>
          </p:cNvPr>
          <p:cNvSpPr txBox="1"/>
          <p:nvPr/>
        </p:nvSpPr>
        <p:spPr>
          <a:xfrm>
            <a:off x="953261" y="2493723"/>
            <a:ext cx="7237476" cy="595800"/>
          </a:xfrm>
          <a:prstGeom prst="rect">
            <a:avLst/>
          </a:prstGeom>
          <a:noFill/>
          <a:ln>
            <a:noFill/>
          </a:ln>
        </p:spPr>
        <p:txBody>
          <a:bodyPr spcFirstLastPara="1" wrap="square" lIns="91425" tIns="91425" rIns="91425" bIns="91425" anchor="b" anchorCtr="0">
            <a:noAutofit/>
          </a:bodyPr>
          <a:lstStyle/>
          <a:p>
            <a:pPr fontAlgn="t"/>
            <a:r>
              <a:rPr lang="es-MX" sz="2400" dirty="0">
                <a:solidFill>
                  <a:srgbClr val="77C6FC"/>
                </a:solidFill>
                <a:latin typeface="Fjalla One" panose="02000506040000020004" pitchFamily="2" charset="0"/>
              </a:rPr>
              <a:t>Es la operación inversa al Drill Down. Agrupa datos para obtener una visión más resumida.</a:t>
            </a:r>
          </a:p>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Ejemplo</a:t>
            </a:r>
            <a:r>
              <a:rPr lang="es-MX" sz="2400" b="1" dirty="0">
                <a:solidFill>
                  <a:srgbClr val="002060"/>
                </a:solidFill>
                <a:latin typeface="Fjalla One" panose="02000506040000020004" pitchFamily="2" charset="0"/>
              </a:rPr>
              <a:t>:</a:t>
            </a:r>
            <a:endParaRPr lang="es-MX" sz="2400" dirty="0">
              <a:solidFill>
                <a:srgbClr val="002060"/>
              </a:solidFill>
              <a:latin typeface="Fjalla One" panose="02000506040000020004" pitchFamily="2" charset="0"/>
            </a:endParaRPr>
          </a:p>
        </p:txBody>
      </p:sp>
      <p:grpSp>
        <p:nvGrpSpPr>
          <p:cNvPr id="4" name="Grupo 3">
            <a:extLst>
              <a:ext uri="{FF2B5EF4-FFF2-40B4-BE49-F238E27FC236}">
                <a16:creationId xmlns:a16="http://schemas.microsoft.com/office/drawing/2014/main" id="{6D690FA8-B29F-6362-45BC-C0A82A31C461}"/>
              </a:ext>
            </a:extLst>
          </p:cNvPr>
          <p:cNvGrpSpPr/>
          <p:nvPr/>
        </p:nvGrpSpPr>
        <p:grpSpPr>
          <a:xfrm>
            <a:off x="1060233" y="3157961"/>
            <a:ext cx="6622746" cy="477587"/>
            <a:chOff x="1060233" y="3157961"/>
            <a:chExt cx="6622746" cy="477587"/>
          </a:xfrm>
        </p:grpSpPr>
        <p:sp>
          <p:nvSpPr>
            <p:cNvPr id="2" name="Rectángulo: esquinas redondeadas 1">
              <a:extLst>
                <a:ext uri="{FF2B5EF4-FFF2-40B4-BE49-F238E27FC236}">
                  <a16:creationId xmlns:a16="http://schemas.microsoft.com/office/drawing/2014/main" id="{5CBADBA1-5B2F-C2EE-7C34-E1D6C1702C44}"/>
                </a:ext>
              </a:extLst>
            </p:cNvPr>
            <p:cNvSpPr/>
            <p:nvPr/>
          </p:nvSpPr>
          <p:spPr>
            <a:xfrm>
              <a:off x="6306399" y="3157961"/>
              <a:ext cx="1376580" cy="455843"/>
            </a:xfrm>
            <a:prstGeom prst="roundRect">
              <a:avLst/>
            </a:prstGeom>
            <a:solidFill>
              <a:srgbClr val="77C6FC"/>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tx1">
                      <a:lumMod val="50000"/>
                    </a:schemeClr>
                  </a:solidFill>
                </a:rPr>
                <a:t>Ventas anuales</a:t>
              </a:r>
            </a:p>
          </p:txBody>
        </p:sp>
        <p:sp>
          <p:nvSpPr>
            <p:cNvPr id="5" name="Rectángulo: esquinas redondeadas 4">
              <a:extLst>
                <a:ext uri="{FF2B5EF4-FFF2-40B4-BE49-F238E27FC236}">
                  <a16:creationId xmlns:a16="http://schemas.microsoft.com/office/drawing/2014/main" id="{FBFC10C7-7E22-9B39-59B3-EEAD6E7D60AE}"/>
                </a:ext>
              </a:extLst>
            </p:cNvPr>
            <p:cNvSpPr/>
            <p:nvPr/>
          </p:nvSpPr>
          <p:spPr>
            <a:xfrm>
              <a:off x="4567520" y="3179704"/>
              <a:ext cx="1376580" cy="455843"/>
            </a:xfrm>
            <a:prstGeom prst="roundRect">
              <a:avLst/>
            </a:prstGeom>
            <a:solidFill>
              <a:schemeClr val="accent5">
                <a:lumMod val="60000"/>
                <a:lumOff val="4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bg1"/>
                  </a:solidFill>
                </a:rPr>
                <a:t>Ventas trimestrales</a:t>
              </a:r>
            </a:p>
          </p:txBody>
        </p:sp>
        <p:sp>
          <p:nvSpPr>
            <p:cNvPr id="8" name="Rectángulo: esquinas redondeadas 7">
              <a:extLst>
                <a:ext uri="{FF2B5EF4-FFF2-40B4-BE49-F238E27FC236}">
                  <a16:creationId xmlns:a16="http://schemas.microsoft.com/office/drawing/2014/main" id="{71B07DB4-3901-C051-1BDA-2AAC027EDCC4}"/>
                </a:ext>
              </a:extLst>
            </p:cNvPr>
            <p:cNvSpPr/>
            <p:nvPr/>
          </p:nvSpPr>
          <p:spPr>
            <a:xfrm>
              <a:off x="2828641" y="3179704"/>
              <a:ext cx="1376580" cy="455843"/>
            </a:xfrm>
            <a:prstGeom prst="roundRect">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bg1"/>
                  </a:solidFill>
                </a:rPr>
                <a:t>Ventas mensuales</a:t>
              </a:r>
            </a:p>
          </p:txBody>
        </p:sp>
        <p:sp>
          <p:nvSpPr>
            <p:cNvPr id="10" name="Rectángulo: esquinas redondeadas 9">
              <a:extLst>
                <a:ext uri="{FF2B5EF4-FFF2-40B4-BE49-F238E27FC236}">
                  <a16:creationId xmlns:a16="http://schemas.microsoft.com/office/drawing/2014/main" id="{6D04C1A4-ABF4-28D8-77DD-A47067A4010F}"/>
                </a:ext>
              </a:extLst>
            </p:cNvPr>
            <p:cNvSpPr/>
            <p:nvPr/>
          </p:nvSpPr>
          <p:spPr>
            <a:xfrm>
              <a:off x="1060233" y="3179705"/>
              <a:ext cx="1376580" cy="455843"/>
            </a:xfrm>
            <a:prstGeom prst="roundRect">
              <a:avLst/>
            </a:prstGeom>
            <a:solidFill>
              <a:schemeClr val="accent1">
                <a:lumMod val="20000"/>
                <a:lumOff val="80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tx1">
                      <a:lumMod val="50000"/>
                    </a:schemeClr>
                  </a:solidFill>
                </a:rPr>
                <a:t>Ventas diarias</a:t>
              </a:r>
            </a:p>
          </p:txBody>
        </p:sp>
        <p:sp>
          <p:nvSpPr>
            <p:cNvPr id="11" name="Flecha: a la derecha 10">
              <a:extLst>
                <a:ext uri="{FF2B5EF4-FFF2-40B4-BE49-F238E27FC236}">
                  <a16:creationId xmlns:a16="http://schemas.microsoft.com/office/drawing/2014/main" id="{568F4011-C141-915A-15E0-52B3CCBAEDFC}"/>
                </a:ext>
              </a:extLst>
            </p:cNvPr>
            <p:cNvSpPr/>
            <p:nvPr/>
          </p:nvSpPr>
          <p:spPr>
            <a:xfrm>
              <a:off x="2478870" y="3254213"/>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3" name="Flecha: a la derecha 12">
              <a:extLst>
                <a:ext uri="{FF2B5EF4-FFF2-40B4-BE49-F238E27FC236}">
                  <a16:creationId xmlns:a16="http://schemas.microsoft.com/office/drawing/2014/main" id="{6A8C0698-310D-693C-F41A-00A135DAAEC1}"/>
                </a:ext>
              </a:extLst>
            </p:cNvPr>
            <p:cNvSpPr/>
            <p:nvPr/>
          </p:nvSpPr>
          <p:spPr>
            <a:xfrm>
              <a:off x="4219986" y="3254213"/>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15" name="Flecha: a la derecha 14">
              <a:extLst>
                <a:ext uri="{FF2B5EF4-FFF2-40B4-BE49-F238E27FC236}">
                  <a16:creationId xmlns:a16="http://schemas.microsoft.com/office/drawing/2014/main" id="{FFFA3EA8-83A4-D095-B3EC-FBCE001C0529}"/>
                </a:ext>
              </a:extLst>
            </p:cNvPr>
            <p:cNvSpPr/>
            <p:nvPr/>
          </p:nvSpPr>
          <p:spPr>
            <a:xfrm>
              <a:off x="5973630" y="3255994"/>
              <a:ext cx="339486" cy="237995"/>
            </a:xfrm>
            <a:prstGeom prst="rightArrow">
              <a:avLst/>
            </a:prstGeom>
            <a:solidFill>
              <a:schemeClr val="accent3">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grpSp>
      <p:sp>
        <p:nvSpPr>
          <p:cNvPr id="18" name="CuadroTexto 17">
            <a:extLst>
              <a:ext uri="{FF2B5EF4-FFF2-40B4-BE49-F238E27FC236}">
                <a16:creationId xmlns:a16="http://schemas.microsoft.com/office/drawing/2014/main" id="{4CA59DDD-609D-3F6F-79A1-DFC3AA86DC89}"/>
              </a:ext>
            </a:extLst>
          </p:cNvPr>
          <p:cNvSpPr txBox="1"/>
          <p:nvPr/>
        </p:nvSpPr>
        <p:spPr>
          <a:xfrm>
            <a:off x="953260" y="4125560"/>
            <a:ext cx="6224153" cy="400110"/>
          </a:xfrm>
          <a:prstGeom prst="rect">
            <a:avLst/>
          </a:prstGeom>
          <a:noFill/>
        </p:spPr>
        <p:txBody>
          <a:bodyPr wrap="square">
            <a:spAutoFit/>
          </a:bodyPr>
          <a:lstStyle/>
          <a:p>
            <a:pPr fontAlgn="t">
              <a:lnSpc>
                <a:spcPct val="100000"/>
              </a:lnSpc>
              <a:buNone/>
            </a:pPr>
            <a:r>
              <a:rPr lang="es-MX" sz="2000" b="1" i="0" dirty="0">
                <a:solidFill>
                  <a:srgbClr val="002060"/>
                </a:solidFill>
                <a:effectLst/>
                <a:latin typeface="Fjalla One" panose="02000506040000020004" pitchFamily="2" charset="0"/>
              </a:rPr>
              <a:t>Objetivo:</a:t>
            </a:r>
            <a:r>
              <a:rPr lang="es-MX" sz="2000" b="0" i="0" dirty="0">
                <a:solidFill>
                  <a:srgbClr val="002060"/>
                </a:solidFill>
                <a:effectLst/>
                <a:latin typeface="Fjalla One" panose="02000506040000020004" pitchFamily="2" charset="0"/>
              </a:rPr>
              <a:t> Obtener indi</a:t>
            </a:r>
            <a:r>
              <a:rPr lang="es-MX" sz="2000" dirty="0">
                <a:solidFill>
                  <a:srgbClr val="002060"/>
                </a:solidFill>
                <a:latin typeface="Fjalla One" panose="02000506040000020004" pitchFamily="2" charset="0"/>
              </a:rPr>
              <a:t>cadores ejecutivos o resúmenes</a:t>
            </a:r>
            <a:r>
              <a:rPr lang="es-MX" sz="2000" b="0" i="0" dirty="0">
                <a:solidFill>
                  <a:srgbClr val="002060"/>
                </a:solidFill>
                <a:effectLst/>
                <a:latin typeface="Fjalla One" panose="02000506040000020004" pitchFamily="2" charset="0"/>
              </a:rPr>
              <a:t>.</a:t>
            </a:r>
          </a:p>
        </p:txBody>
      </p:sp>
    </p:spTree>
    <p:extLst>
      <p:ext uri="{BB962C8B-B14F-4D97-AF65-F5344CB8AC3E}">
        <p14:creationId xmlns:p14="http://schemas.microsoft.com/office/powerpoint/2010/main" val="3771093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1BF297B6-FC36-65CC-A8C0-C883881D22C9}"/>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2D17E565-8F7D-541E-44F9-966BBE9E5FA0}"/>
              </a:ext>
            </a:extLst>
          </p:cNvPr>
          <p:cNvSpPr txBox="1">
            <a:spLocks noGrp="1"/>
          </p:cNvSpPr>
          <p:nvPr>
            <p:ph type="title"/>
          </p:nvPr>
        </p:nvSpPr>
        <p:spPr>
          <a:xfrm>
            <a:off x="1089764" y="710643"/>
            <a:ext cx="6964471" cy="572700"/>
          </a:xfrm>
          <a:prstGeom prst="rect">
            <a:avLst/>
          </a:prstGeom>
        </p:spPr>
        <p:txBody>
          <a:bodyPr spcFirstLastPara="1" wrap="square" lIns="91425" tIns="91425" rIns="91425" bIns="91425" anchor="t" anchorCtr="0">
            <a:noAutofit/>
          </a:bodyPr>
          <a:lstStyle/>
          <a:p>
            <a:pPr fontAlgn="t"/>
            <a:r>
              <a:rPr lang="es-MX" dirty="0"/>
              <a:t>Slice (Corte)</a:t>
            </a:r>
          </a:p>
        </p:txBody>
      </p:sp>
      <p:sp>
        <p:nvSpPr>
          <p:cNvPr id="2309" name="Google Shape;2309;p43">
            <a:extLst>
              <a:ext uri="{FF2B5EF4-FFF2-40B4-BE49-F238E27FC236}">
                <a16:creationId xmlns:a16="http://schemas.microsoft.com/office/drawing/2014/main" id="{F0DE91F4-F26C-AA6E-1F9F-9E339E4924E9}"/>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0505BFAF-2D82-3CD2-07E9-36C603D7B7FC}"/>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D6433C03-1CF0-F4CA-A711-E6FB676BFB87}"/>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4699E750-21A8-6BDB-CBB3-C3E5A3DB1CA6}"/>
              </a:ext>
            </a:extLst>
          </p:cNvPr>
          <p:cNvSpPr txBox="1"/>
          <p:nvPr/>
        </p:nvSpPr>
        <p:spPr>
          <a:xfrm>
            <a:off x="940734" y="2140395"/>
            <a:ext cx="7237476" cy="595800"/>
          </a:xfrm>
          <a:prstGeom prst="rect">
            <a:avLst/>
          </a:prstGeom>
          <a:noFill/>
          <a:ln>
            <a:noFill/>
          </a:ln>
        </p:spPr>
        <p:txBody>
          <a:bodyPr spcFirstLastPara="1" wrap="square" lIns="91425" tIns="91425" rIns="91425" bIns="91425" anchor="b" anchorCtr="0">
            <a:noAutofit/>
          </a:bodyPr>
          <a:lstStyle/>
          <a:p>
            <a:pPr fontAlgn="t"/>
            <a:r>
              <a:rPr lang="es-MX" sz="2400" dirty="0">
                <a:solidFill>
                  <a:srgbClr val="77C6FC"/>
                </a:solidFill>
                <a:latin typeface="Fjalla One" panose="02000506040000020004" pitchFamily="2" charset="0"/>
              </a:rPr>
              <a:t>Selecciona una dimensión específica del cubo de datos. </a:t>
            </a:r>
          </a:p>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Ejemplo</a:t>
            </a:r>
            <a:r>
              <a:rPr lang="es-MX" sz="2400" b="1" dirty="0">
                <a:solidFill>
                  <a:srgbClr val="002060"/>
                </a:solidFill>
                <a:latin typeface="Fjalla One" panose="02000506040000020004" pitchFamily="2" charset="0"/>
              </a:rPr>
              <a:t>:</a:t>
            </a:r>
            <a:endParaRPr lang="es-MX" sz="2400" dirty="0">
              <a:solidFill>
                <a:srgbClr val="002060"/>
              </a:solidFill>
              <a:latin typeface="Fjalla One" panose="02000506040000020004" pitchFamily="2" charset="0"/>
            </a:endParaRPr>
          </a:p>
        </p:txBody>
      </p:sp>
      <p:sp>
        <p:nvSpPr>
          <p:cNvPr id="8" name="Rectángulo: esquinas redondeadas 7">
            <a:extLst>
              <a:ext uri="{FF2B5EF4-FFF2-40B4-BE49-F238E27FC236}">
                <a16:creationId xmlns:a16="http://schemas.microsoft.com/office/drawing/2014/main" id="{AED39F9E-9B33-90C3-09C8-CD2344D2BF1E}"/>
              </a:ext>
            </a:extLst>
          </p:cNvPr>
          <p:cNvSpPr/>
          <p:nvPr/>
        </p:nvSpPr>
        <p:spPr>
          <a:xfrm>
            <a:off x="1089764" y="2853133"/>
            <a:ext cx="6565070" cy="455843"/>
          </a:xfrm>
          <a:prstGeom prst="roundRect">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a:r>
              <a:rPr lang="es-MX" b="1" dirty="0">
                <a:solidFill>
                  <a:schemeClr val="bg1"/>
                </a:solidFill>
              </a:rPr>
              <a:t>Analizar únicamente las ventas de:</a:t>
            </a:r>
          </a:p>
        </p:txBody>
      </p:sp>
      <p:sp>
        <p:nvSpPr>
          <p:cNvPr id="18" name="CuadroTexto 17">
            <a:extLst>
              <a:ext uri="{FF2B5EF4-FFF2-40B4-BE49-F238E27FC236}">
                <a16:creationId xmlns:a16="http://schemas.microsoft.com/office/drawing/2014/main" id="{0BF29014-B62B-152F-9741-40725D0E8DF2}"/>
              </a:ext>
            </a:extLst>
          </p:cNvPr>
          <p:cNvSpPr txBox="1"/>
          <p:nvPr/>
        </p:nvSpPr>
        <p:spPr>
          <a:xfrm>
            <a:off x="953260" y="4125560"/>
            <a:ext cx="6224153" cy="400110"/>
          </a:xfrm>
          <a:prstGeom prst="rect">
            <a:avLst/>
          </a:prstGeom>
          <a:noFill/>
        </p:spPr>
        <p:txBody>
          <a:bodyPr wrap="square">
            <a:spAutoFit/>
          </a:bodyPr>
          <a:lstStyle/>
          <a:p>
            <a:pPr fontAlgn="t">
              <a:lnSpc>
                <a:spcPct val="100000"/>
              </a:lnSpc>
              <a:buNone/>
            </a:pPr>
            <a:r>
              <a:rPr lang="es-MX" sz="2000" b="1" i="0" dirty="0">
                <a:solidFill>
                  <a:srgbClr val="002060"/>
                </a:solidFill>
                <a:effectLst/>
                <a:latin typeface="Fjalla One" panose="02000506040000020004" pitchFamily="2" charset="0"/>
              </a:rPr>
              <a:t>Objetivo:</a:t>
            </a:r>
            <a:r>
              <a:rPr lang="es-MX" sz="2000" b="0" i="0" dirty="0">
                <a:solidFill>
                  <a:srgbClr val="002060"/>
                </a:solidFill>
                <a:effectLst/>
                <a:latin typeface="Fjalla One" panose="02000506040000020004" pitchFamily="2" charset="0"/>
              </a:rPr>
              <a:t> Filtrar una dimensión concreta para el análisis.</a:t>
            </a:r>
          </a:p>
        </p:txBody>
      </p:sp>
    </p:spTree>
    <p:extLst>
      <p:ext uri="{BB962C8B-B14F-4D97-AF65-F5344CB8AC3E}">
        <p14:creationId xmlns:p14="http://schemas.microsoft.com/office/powerpoint/2010/main" val="5534030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DC6CEAD9-E2EE-9B03-35FD-73BF3ECCAF66}"/>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D97A18B5-5699-14C5-1273-3DF8BF7573BF}"/>
              </a:ext>
            </a:extLst>
          </p:cNvPr>
          <p:cNvSpPr txBox="1">
            <a:spLocks noGrp="1"/>
          </p:cNvSpPr>
          <p:nvPr>
            <p:ph type="title"/>
          </p:nvPr>
        </p:nvSpPr>
        <p:spPr>
          <a:xfrm>
            <a:off x="1077236" y="480631"/>
            <a:ext cx="6964471" cy="572700"/>
          </a:xfrm>
          <a:prstGeom prst="rect">
            <a:avLst/>
          </a:prstGeom>
        </p:spPr>
        <p:txBody>
          <a:bodyPr spcFirstLastPara="1" wrap="square" lIns="91425" tIns="91425" rIns="91425" bIns="91425" anchor="t" anchorCtr="0">
            <a:noAutofit/>
          </a:bodyPr>
          <a:lstStyle/>
          <a:p>
            <a:pPr fontAlgn="t"/>
            <a:r>
              <a:rPr lang="es-MX" dirty="0"/>
              <a:t>Dice (Segmentación)</a:t>
            </a:r>
          </a:p>
        </p:txBody>
      </p:sp>
      <p:sp>
        <p:nvSpPr>
          <p:cNvPr id="2309" name="Google Shape;2309;p43">
            <a:extLst>
              <a:ext uri="{FF2B5EF4-FFF2-40B4-BE49-F238E27FC236}">
                <a16:creationId xmlns:a16="http://schemas.microsoft.com/office/drawing/2014/main" id="{786228DB-9F1E-6B74-5A1E-5F425A322603}"/>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9C119C35-4FF1-7781-098C-AA105B046AF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F6B2F4AA-DBC7-1978-D505-8793D6BBA7B9}"/>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6" name="Google Shape;2233;p41">
            <a:extLst>
              <a:ext uri="{FF2B5EF4-FFF2-40B4-BE49-F238E27FC236}">
                <a16:creationId xmlns:a16="http://schemas.microsoft.com/office/drawing/2014/main" id="{0044F80B-A6D2-3B66-68B0-DD7E59D78E86}"/>
              </a:ext>
            </a:extLst>
          </p:cNvPr>
          <p:cNvSpPr txBox="1"/>
          <p:nvPr/>
        </p:nvSpPr>
        <p:spPr>
          <a:xfrm>
            <a:off x="940734" y="2140395"/>
            <a:ext cx="7237476" cy="595800"/>
          </a:xfrm>
          <a:prstGeom prst="rect">
            <a:avLst/>
          </a:prstGeom>
          <a:noFill/>
          <a:ln>
            <a:noFill/>
          </a:ln>
        </p:spPr>
        <p:txBody>
          <a:bodyPr spcFirstLastPara="1" wrap="square" lIns="91425" tIns="91425" rIns="91425" bIns="91425" anchor="b" anchorCtr="0">
            <a:noAutofit/>
          </a:bodyPr>
          <a:lstStyle/>
          <a:p>
            <a:pPr fontAlgn="t"/>
            <a:r>
              <a:rPr lang="es-MX" sz="2400" dirty="0">
                <a:solidFill>
                  <a:srgbClr val="77C6FC"/>
                </a:solidFill>
                <a:latin typeface="Fjalla One" panose="02000506040000020004" pitchFamily="2" charset="0"/>
              </a:rPr>
              <a:t>Permite seleccionar múltiples dimensiones y criterios al mismo tiempo. </a:t>
            </a:r>
          </a:p>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Ejemplo</a:t>
            </a:r>
            <a:r>
              <a:rPr lang="es-MX" sz="2400" b="1" dirty="0">
                <a:solidFill>
                  <a:srgbClr val="002060"/>
                </a:solidFill>
                <a:latin typeface="Fjalla One" panose="02000506040000020004" pitchFamily="2" charset="0"/>
              </a:rPr>
              <a:t>:</a:t>
            </a:r>
            <a:endParaRPr lang="es-MX" sz="2400" dirty="0">
              <a:solidFill>
                <a:srgbClr val="002060"/>
              </a:solidFill>
              <a:latin typeface="Fjalla One" panose="02000506040000020004" pitchFamily="2" charset="0"/>
            </a:endParaRPr>
          </a:p>
        </p:txBody>
      </p:sp>
      <p:sp>
        <p:nvSpPr>
          <p:cNvPr id="8" name="Rectángulo: esquinas redondeadas 7">
            <a:extLst>
              <a:ext uri="{FF2B5EF4-FFF2-40B4-BE49-F238E27FC236}">
                <a16:creationId xmlns:a16="http://schemas.microsoft.com/office/drawing/2014/main" id="{B79D149E-7DAD-6B6D-43A5-F0B03856AA6D}"/>
              </a:ext>
            </a:extLst>
          </p:cNvPr>
          <p:cNvSpPr/>
          <p:nvPr/>
        </p:nvSpPr>
        <p:spPr>
          <a:xfrm>
            <a:off x="1089764" y="2853133"/>
            <a:ext cx="6565070" cy="455843"/>
          </a:xfrm>
          <a:prstGeom prst="roundRect">
            <a:avLst/>
          </a:prstGeom>
          <a:solidFill>
            <a:schemeClr val="accent5">
              <a:lumMod val="75000"/>
            </a:schemeClr>
          </a:solidFill>
        </p:spPr>
        <p:style>
          <a:lnRef idx="0">
            <a:schemeClr val="accent1"/>
          </a:lnRef>
          <a:fillRef idx="3">
            <a:schemeClr val="accent1"/>
          </a:fillRef>
          <a:effectRef idx="3">
            <a:schemeClr val="accent1"/>
          </a:effectRef>
          <a:fontRef idx="minor">
            <a:schemeClr val="lt1"/>
          </a:fontRef>
        </p:style>
        <p:txBody>
          <a:bodyPr rtlCol="0" anchor="ctr"/>
          <a:lstStyle/>
          <a:p>
            <a:pPr algn="ctr" fontAlgn="t"/>
            <a:r>
              <a:rPr lang="es-MX" b="1" dirty="0"/>
              <a:t>Un subconjunto más pequeño y específico de información.</a:t>
            </a:r>
          </a:p>
        </p:txBody>
      </p:sp>
      <p:sp>
        <p:nvSpPr>
          <p:cNvPr id="18" name="CuadroTexto 17">
            <a:extLst>
              <a:ext uri="{FF2B5EF4-FFF2-40B4-BE49-F238E27FC236}">
                <a16:creationId xmlns:a16="http://schemas.microsoft.com/office/drawing/2014/main" id="{6394C65F-5A76-504D-26A6-922879FAFE35}"/>
              </a:ext>
            </a:extLst>
          </p:cNvPr>
          <p:cNvSpPr txBox="1"/>
          <p:nvPr/>
        </p:nvSpPr>
        <p:spPr>
          <a:xfrm>
            <a:off x="953260" y="4125560"/>
            <a:ext cx="6224153" cy="400110"/>
          </a:xfrm>
          <a:prstGeom prst="rect">
            <a:avLst/>
          </a:prstGeom>
          <a:noFill/>
        </p:spPr>
        <p:txBody>
          <a:bodyPr wrap="square">
            <a:spAutoFit/>
          </a:bodyPr>
          <a:lstStyle/>
          <a:p>
            <a:pPr fontAlgn="t">
              <a:lnSpc>
                <a:spcPct val="100000"/>
              </a:lnSpc>
              <a:buNone/>
            </a:pPr>
            <a:r>
              <a:rPr lang="es-MX" sz="2000" b="1" i="0" dirty="0">
                <a:solidFill>
                  <a:srgbClr val="002060"/>
                </a:solidFill>
                <a:effectLst/>
                <a:latin typeface="Fjalla One" panose="02000506040000020004" pitchFamily="2" charset="0"/>
              </a:rPr>
              <a:t>Objetivo:</a:t>
            </a:r>
            <a:r>
              <a:rPr lang="es-MX" sz="2000" b="0" i="0" dirty="0">
                <a:solidFill>
                  <a:srgbClr val="002060"/>
                </a:solidFill>
                <a:effectLst/>
                <a:latin typeface="Fjalla One" panose="02000506040000020004" pitchFamily="2" charset="0"/>
              </a:rPr>
              <a:t> Analizar datos bajo múltiples condiciones.</a:t>
            </a:r>
          </a:p>
        </p:txBody>
      </p:sp>
    </p:spTree>
    <p:extLst>
      <p:ext uri="{BB962C8B-B14F-4D97-AF65-F5344CB8AC3E}">
        <p14:creationId xmlns:p14="http://schemas.microsoft.com/office/powerpoint/2010/main" val="3440225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2EDF34DB-FAAF-1ED5-ECAD-E22CA443EB8D}"/>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0CCC4ABC-88C4-20FA-5EA1-40F868E2A6D7}"/>
              </a:ext>
            </a:extLst>
          </p:cNvPr>
          <p:cNvSpPr txBox="1">
            <a:spLocks noGrp="1"/>
          </p:cNvSpPr>
          <p:nvPr>
            <p:ph type="title"/>
          </p:nvPr>
        </p:nvSpPr>
        <p:spPr>
          <a:xfrm>
            <a:off x="1024770" y="109776"/>
            <a:ext cx="6964471" cy="572700"/>
          </a:xfrm>
          <a:prstGeom prst="rect">
            <a:avLst/>
          </a:prstGeom>
        </p:spPr>
        <p:txBody>
          <a:bodyPr spcFirstLastPara="1" wrap="square" lIns="91425" tIns="91425" rIns="91425" bIns="91425" anchor="t" anchorCtr="0">
            <a:noAutofit/>
          </a:bodyPr>
          <a:lstStyle/>
          <a:p>
            <a:pPr fontAlgn="t"/>
            <a:r>
              <a:rPr lang="es-MX" dirty="0"/>
              <a:t>Actividad. Aplicando operaciones OLAP</a:t>
            </a:r>
          </a:p>
        </p:txBody>
      </p:sp>
      <p:sp>
        <p:nvSpPr>
          <p:cNvPr id="2309" name="Google Shape;2309;p43">
            <a:extLst>
              <a:ext uri="{FF2B5EF4-FFF2-40B4-BE49-F238E27FC236}">
                <a16:creationId xmlns:a16="http://schemas.microsoft.com/office/drawing/2014/main" id="{0A11AEB0-D329-59A6-E7B2-A48270D1668F}"/>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18CA9967-CEB3-F996-6DEA-19E87DC0A7A7}"/>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7E9E9100-864B-F7E3-D026-A16A5793E98C}"/>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4" name="CuadroTexto 3">
            <a:extLst>
              <a:ext uri="{FF2B5EF4-FFF2-40B4-BE49-F238E27FC236}">
                <a16:creationId xmlns:a16="http://schemas.microsoft.com/office/drawing/2014/main" id="{1B18428C-71D6-055E-B43D-D10A10650B18}"/>
              </a:ext>
            </a:extLst>
          </p:cNvPr>
          <p:cNvSpPr txBox="1"/>
          <p:nvPr/>
        </p:nvSpPr>
        <p:spPr>
          <a:xfrm>
            <a:off x="1671403" y="664619"/>
            <a:ext cx="6633148" cy="3754874"/>
          </a:xfrm>
          <a:prstGeom prst="rect">
            <a:avLst/>
          </a:prstGeom>
          <a:noFill/>
        </p:spPr>
        <p:txBody>
          <a:bodyPr wrap="square">
            <a:spAutoFit/>
          </a:bodyPr>
          <a:lstStyle/>
          <a:p>
            <a:pPr fontAlgn="t">
              <a:lnSpc>
                <a:spcPct val="100000"/>
              </a:lnSpc>
              <a:buNone/>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Identificar cuándo utilizar Slice, Dice, Drill Down y Roll Up.</a:t>
            </a:r>
          </a:p>
          <a:p>
            <a:pPr fontAlgn="t">
              <a:lnSpc>
                <a:spcPct val="100000"/>
              </a:lnSpc>
              <a:buNone/>
            </a:pPr>
            <a:endParaRPr lang="es-MX" sz="1400" b="1" i="0" dirty="0">
              <a:effectLst/>
              <a:latin typeface="ADLaM Display" panose="02010000000000000000" pitchFamily="2" charset="0"/>
              <a:ea typeface="ADLaM Display" panose="02010000000000000000" pitchFamily="2" charset="0"/>
              <a:cs typeface="ADLaM Display" panose="02010000000000000000" pitchFamily="2" charset="0"/>
            </a:endParaRPr>
          </a:p>
          <a:p>
            <a:pPr fontAlgn="t">
              <a:lnSpc>
                <a:spcPct val="100000"/>
              </a:lnSpc>
              <a:buNone/>
            </a:pPr>
            <a:r>
              <a:rPr lang="es-MX" sz="1400" b="1" i="0" dirty="0">
                <a:effectLst/>
                <a:latin typeface="ADLaM Display" panose="02010000000000000000" pitchFamily="2" charset="0"/>
                <a:ea typeface="ADLaM Display" panose="02010000000000000000" pitchFamily="2" charset="0"/>
                <a:cs typeface="ADLaM Display" panose="02010000000000000000" pitchFamily="2" charset="0"/>
              </a:rPr>
              <a:t>Caso</a:t>
            </a:r>
          </a:p>
          <a:p>
            <a:pPr fontAlgn="t">
              <a:lnSpc>
                <a:spcPct val="100000"/>
              </a:lnSpc>
              <a:buNone/>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Una empresa registra las siguientes dimensiones:</a:t>
            </a:r>
          </a:p>
          <a:p>
            <a:pPr marL="342900" lvl="0" indent="-342900" fontAlgn="t">
              <a:lnSpc>
                <a:spcPct val="100000"/>
              </a:lnSpc>
              <a:buFont typeface="Arial" panose="020B0604020202020204" pitchFamily="34" charset="0"/>
              <a:buChar char="•"/>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Tiempo</a:t>
            </a:r>
          </a:p>
          <a:p>
            <a:pPr marL="342900" lvl="0" indent="-342900" fontAlgn="t">
              <a:lnSpc>
                <a:spcPct val="100000"/>
              </a:lnSpc>
              <a:buFont typeface="Arial" panose="020B0604020202020204" pitchFamily="34" charset="0"/>
              <a:buChar char="•"/>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Producto</a:t>
            </a:r>
          </a:p>
          <a:p>
            <a:pPr marL="342900" lvl="0" indent="-342900" fontAlgn="t">
              <a:lnSpc>
                <a:spcPct val="100000"/>
              </a:lnSpc>
              <a:buFont typeface="Arial" panose="020B0604020202020204" pitchFamily="34" charset="0"/>
              <a:buChar char="•"/>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Región</a:t>
            </a:r>
          </a:p>
          <a:p>
            <a:pPr marL="342900" lvl="0" indent="-342900" fontAlgn="t">
              <a:lnSpc>
                <a:spcPct val="100000"/>
              </a:lnSpc>
              <a:buFont typeface="Arial" panose="020B0604020202020204" pitchFamily="34" charset="0"/>
              <a:buChar char="•"/>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Tienda</a:t>
            </a:r>
          </a:p>
          <a:p>
            <a:pPr fontAlgn="t">
              <a:lnSpc>
                <a:spcPct val="100000"/>
              </a:lnSpc>
              <a:buNone/>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Y la medida:</a:t>
            </a:r>
          </a:p>
          <a:p>
            <a:pPr marL="342900" lvl="0" indent="-342900" fontAlgn="t">
              <a:lnSpc>
                <a:spcPct val="100000"/>
              </a:lnSpc>
              <a:buFont typeface="Arial" panose="020B0604020202020204" pitchFamily="34" charset="0"/>
              <a:buChar char="•"/>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Ventas</a:t>
            </a:r>
          </a:p>
          <a:p>
            <a:pPr fontAlgn="t">
              <a:lnSpc>
                <a:spcPct val="100000"/>
              </a:lnSpc>
              <a:buNone/>
            </a:pPr>
            <a:endParaRPr lang="es-MX" sz="1400" b="1" i="0" dirty="0">
              <a:effectLst/>
              <a:latin typeface="ADLaM Display" panose="02010000000000000000" pitchFamily="2" charset="0"/>
              <a:ea typeface="ADLaM Display" panose="02010000000000000000" pitchFamily="2" charset="0"/>
              <a:cs typeface="ADLaM Display" panose="02010000000000000000" pitchFamily="2" charset="0"/>
            </a:endParaRPr>
          </a:p>
          <a:p>
            <a:pPr fontAlgn="t">
              <a:lnSpc>
                <a:spcPct val="100000"/>
              </a:lnSpc>
              <a:buNone/>
            </a:pPr>
            <a:r>
              <a:rPr lang="es-MX" sz="1400" b="1" i="0" dirty="0">
                <a:effectLst/>
                <a:latin typeface="ADLaM Display" panose="02010000000000000000" pitchFamily="2" charset="0"/>
                <a:ea typeface="ADLaM Display" panose="02010000000000000000" pitchFamily="2" charset="0"/>
                <a:cs typeface="ADLaM Display" panose="02010000000000000000" pitchFamily="2" charset="0"/>
              </a:rPr>
              <a:t>Preguntas</a:t>
            </a:r>
          </a:p>
          <a:p>
            <a:pPr fontAlgn="t">
              <a:lnSpc>
                <a:spcPct val="100000"/>
              </a:lnSpc>
              <a:buNone/>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Indique qué operación OLAP utilizaría para responder cada pregunta:</a:t>
            </a:r>
          </a:p>
          <a:p>
            <a:pPr marL="342900" lvl="0" indent="-342900" fontAlgn="t">
              <a:lnSpc>
                <a:spcPct val="100000"/>
              </a:lnSpc>
              <a:buFont typeface="+mj-lt"/>
              <a:buAutoNum type="arabicPeriod"/>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Mostrar únicamente las ventas del año 2026.</a:t>
            </a:r>
          </a:p>
          <a:p>
            <a:pPr marL="342900" lvl="0" indent="-342900" fontAlgn="t">
              <a:lnSpc>
                <a:spcPct val="100000"/>
              </a:lnSpc>
              <a:buFont typeface="+mj-lt"/>
              <a:buAutoNum type="arabicPeriod"/>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Analizar las ventas de laptops en Aguascalientes durante 2026.</a:t>
            </a:r>
          </a:p>
          <a:p>
            <a:pPr marL="342900" lvl="0" indent="-342900" fontAlgn="t">
              <a:lnSpc>
                <a:spcPct val="100000"/>
              </a:lnSpc>
              <a:buFont typeface="+mj-lt"/>
              <a:buAutoNum type="arabicPeriod"/>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Pasar de ventas anuales a ventas mensuales.</a:t>
            </a:r>
          </a:p>
          <a:p>
            <a:pPr marL="342900" lvl="0" indent="-342900" fontAlgn="t">
              <a:lnSpc>
                <a:spcPct val="100000"/>
              </a:lnSpc>
              <a:buFont typeface="+mj-lt"/>
              <a:buAutoNum type="arabicPeriod"/>
            </a:pPr>
            <a:r>
              <a:rPr lang="es-MX" sz="1400" b="0" i="0" dirty="0">
                <a:effectLst/>
                <a:latin typeface="ADLaM Display" panose="02010000000000000000" pitchFamily="2" charset="0"/>
                <a:ea typeface="ADLaM Display" panose="02010000000000000000" pitchFamily="2" charset="0"/>
                <a:cs typeface="ADLaM Display" panose="02010000000000000000" pitchFamily="2" charset="0"/>
              </a:rPr>
              <a:t>Obtener las ventas totales por región.</a:t>
            </a:r>
          </a:p>
        </p:txBody>
      </p:sp>
    </p:spTree>
    <p:extLst>
      <p:ext uri="{BB962C8B-B14F-4D97-AF65-F5344CB8AC3E}">
        <p14:creationId xmlns:p14="http://schemas.microsoft.com/office/powerpoint/2010/main" val="1670309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01BC1D17-A24D-FF34-E131-EB6F33E79CC7}"/>
            </a:ext>
          </a:extLst>
        </p:cNvPr>
        <p:cNvGrpSpPr/>
        <p:nvPr/>
      </p:nvGrpSpPr>
      <p:grpSpPr>
        <a:xfrm>
          <a:off x="0" y="0"/>
          <a:ext cx="0" cy="0"/>
          <a:chOff x="0" y="0"/>
          <a:chExt cx="0" cy="0"/>
        </a:xfrm>
      </p:grpSpPr>
      <p:sp>
        <p:nvSpPr>
          <p:cNvPr id="2308" name="Google Shape;2308;p43">
            <a:extLst>
              <a:ext uri="{FF2B5EF4-FFF2-40B4-BE49-F238E27FC236}">
                <a16:creationId xmlns:a16="http://schemas.microsoft.com/office/drawing/2014/main" id="{48BAFDC8-2E30-BF4F-0598-086754F094E0}"/>
              </a:ext>
            </a:extLst>
          </p:cNvPr>
          <p:cNvSpPr txBox="1">
            <a:spLocks noGrp="1"/>
          </p:cNvSpPr>
          <p:nvPr>
            <p:ph type="title"/>
          </p:nvPr>
        </p:nvSpPr>
        <p:spPr>
          <a:xfrm>
            <a:off x="1024770" y="109776"/>
            <a:ext cx="6964471" cy="572700"/>
          </a:xfrm>
          <a:prstGeom prst="rect">
            <a:avLst/>
          </a:prstGeom>
        </p:spPr>
        <p:txBody>
          <a:bodyPr spcFirstLastPara="1" wrap="square" lIns="91425" tIns="91425" rIns="91425" bIns="91425" anchor="t" anchorCtr="0">
            <a:noAutofit/>
          </a:bodyPr>
          <a:lstStyle/>
          <a:p>
            <a:pPr fontAlgn="t"/>
            <a:r>
              <a:rPr lang="es-MX" dirty="0"/>
              <a:t>Solución</a:t>
            </a:r>
          </a:p>
        </p:txBody>
      </p:sp>
      <p:sp>
        <p:nvSpPr>
          <p:cNvPr id="2309" name="Google Shape;2309;p43">
            <a:extLst>
              <a:ext uri="{FF2B5EF4-FFF2-40B4-BE49-F238E27FC236}">
                <a16:creationId xmlns:a16="http://schemas.microsoft.com/office/drawing/2014/main" id="{E691CE7B-CF9C-BC5F-2A66-C831E8874B61}"/>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A6C54A80-73D1-E230-CA76-F88D7553F1C4}"/>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A17F06BC-55D0-B193-324B-570073EA58BF}"/>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graphicFrame>
        <p:nvGraphicFramePr>
          <p:cNvPr id="2" name="Tabla 1">
            <a:extLst>
              <a:ext uri="{FF2B5EF4-FFF2-40B4-BE49-F238E27FC236}">
                <a16:creationId xmlns:a16="http://schemas.microsoft.com/office/drawing/2014/main" id="{96216D9E-8D4C-44C4-EC4E-1817A3C8B265}"/>
              </a:ext>
            </a:extLst>
          </p:cNvPr>
          <p:cNvGraphicFramePr>
            <a:graphicFrameLocks noGrp="1"/>
          </p:cNvGraphicFramePr>
          <p:nvPr>
            <p:extLst>
              <p:ext uri="{D42A27DB-BD31-4B8C-83A1-F6EECF244321}">
                <p14:modId xmlns:p14="http://schemas.microsoft.com/office/powerpoint/2010/main" val="1062911393"/>
              </p:ext>
            </p:extLst>
          </p:nvPr>
        </p:nvGraphicFramePr>
        <p:xfrm>
          <a:off x="1024770" y="891054"/>
          <a:ext cx="7298985" cy="3657600"/>
        </p:xfrm>
        <a:graphic>
          <a:graphicData uri="http://schemas.openxmlformats.org/drawingml/2006/table">
            <a:tbl>
              <a:tblPr>
                <a:tableStyleId>{B3E9E1F4-964A-4C0C-AB1B-2E9AAE976577}</a:tableStyleId>
              </a:tblPr>
              <a:tblGrid>
                <a:gridCol w="2432995">
                  <a:extLst>
                    <a:ext uri="{9D8B030D-6E8A-4147-A177-3AD203B41FA5}">
                      <a16:colId xmlns:a16="http://schemas.microsoft.com/office/drawing/2014/main" val="3162794981"/>
                    </a:ext>
                  </a:extLst>
                </a:gridCol>
                <a:gridCol w="2432995">
                  <a:extLst>
                    <a:ext uri="{9D8B030D-6E8A-4147-A177-3AD203B41FA5}">
                      <a16:colId xmlns:a16="http://schemas.microsoft.com/office/drawing/2014/main" val="3193652742"/>
                    </a:ext>
                  </a:extLst>
                </a:gridCol>
                <a:gridCol w="2432995">
                  <a:extLst>
                    <a:ext uri="{9D8B030D-6E8A-4147-A177-3AD203B41FA5}">
                      <a16:colId xmlns:a16="http://schemas.microsoft.com/office/drawing/2014/main" val="3581330613"/>
                    </a:ext>
                  </a:extLst>
                </a:gridCol>
              </a:tblGrid>
              <a:tr h="0">
                <a:tc>
                  <a:txBody>
                    <a:bodyPr/>
                    <a:lstStyle/>
                    <a:p>
                      <a:pPr>
                        <a:buNone/>
                      </a:pPr>
                      <a:r>
                        <a:rPr lang="es-MX"/>
                        <a:t>🎯 Pregunta de Negocio</a:t>
                      </a:r>
                    </a:p>
                  </a:txBody>
                  <a:tcPr anchor="ctr"/>
                </a:tc>
                <a:tc>
                  <a:txBody>
                    <a:bodyPr/>
                    <a:lstStyle/>
                    <a:p>
                      <a:pPr>
                        <a:buNone/>
                      </a:pPr>
                      <a:r>
                        <a:rPr lang="es-MX"/>
                        <a:t>🔍 Operación OLAP</a:t>
                      </a:r>
                    </a:p>
                  </a:txBody>
                  <a:tcPr anchor="ctr"/>
                </a:tc>
                <a:tc>
                  <a:txBody>
                    <a:bodyPr/>
                    <a:lstStyle/>
                    <a:p>
                      <a:pPr>
                        <a:buNone/>
                      </a:pPr>
                      <a:r>
                        <a:rPr lang="es-MX"/>
                        <a:t>📝 Descripción</a:t>
                      </a:r>
                    </a:p>
                  </a:txBody>
                  <a:tcPr anchor="ctr"/>
                </a:tc>
                <a:extLst>
                  <a:ext uri="{0D108BD9-81ED-4DB2-BD59-A6C34878D82A}">
                    <a16:rowId xmlns:a16="http://schemas.microsoft.com/office/drawing/2014/main" val="4198519548"/>
                  </a:ext>
                </a:extLst>
              </a:tr>
              <a:tr h="0">
                <a:tc>
                  <a:txBody>
                    <a:bodyPr/>
                    <a:lstStyle/>
                    <a:p>
                      <a:pPr>
                        <a:buNone/>
                      </a:pPr>
                      <a:r>
                        <a:rPr lang="es-MX"/>
                        <a:t>¿Cuánto se vendió durante 2026?</a:t>
                      </a:r>
                    </a:p>
                  </a:txBody>
                  <a:tcPr anchor="ctr"/>
                </a:tc>
                <a:tc>
                  <a:txBody>
                    <a:bodyPr/>
                    <a:lstStyle/>
                    <a:p>
                      <a:pPr>
                        <a:buNone/>
                      </a:pPr>
                      <a:r>
                        <a:rPr lang="es-MX"/>
                        <a:t>🟦 Slice</a:t>
                      </a:r>
                    </a:p>
                  </a:txBody>
                  <a:tcPr anchor="ctr"/>
                </a:tc>
                <a:tc>
                  <a:txBody>
                    <a:bodyPr/>
                    <a:lstStyle/>
                    <a:p>
                      <a:pPr>
                        <a:buNone/>
                      </a:pPr>
                      <a:r>
                        <a:rPr lang="es-MX"/>
                        <a:t>Filtra la información para analizar únicamente el año 2026.</a:t>
                      </a:r>
                    </a:p>
                  </a:txBody>
                  <a:tcPr anchor="ctr"/>
                </a:tc>
                <a:extLst>
                  <a:ext uri="{0D108BD9-81ED-4DB2-BD59-A6C34878D82A}">
                    <a16:rowId xmlns:a16="http://schemas.microsoft.com/office/drawing/2014/main" val="1381542968"/>
                  </a:ext>
                </a:extLst>
              </a:tr>
              <a:tr h="0">
                <a:tc>
                  <a:txBody>
                    <a:bodyPr/>
                    <a:lstStyle/>
                    <a:p>
                      <a:pPr>
                        <a:buNone/>
                      </a:pPr>
                      <a:r>
                        <a:rPr lang="es-MX"/>
                        <a:t>¿Cuánto se vendió de laptops en Aguascalientes durante 2026?</a:t>
                      </a:r>
                    </a:p>
                  </a:txBody>
                  <a:tcPr anchor="ctr"/>
                </a:tc>
                <a:tc>
                  <a:txBody>
                    <a:bodyPr/>
                    <a:lstStyle/>
                    <a:p>
                      <a:pPr>
                        <a:buNone/>
                      </a:pPr>
                      <a:r>
                        <a:rPr lang="es-MX"/>
                        <a:t>🟩 Dice</a:t>
                      </a:r>
                    </a:p>
                  </a:txBody>
                  <a:tcPr anchor="ctr"/>
                </a:tc>
                <a:tc>
                  <a:txBody>
                    <a:bodyPr/>
                    <a:lstStyle/>
                    <a:p>
                      <a:pPr>
                        <a:buNone/>
                      </a:pPr>
                      <a:r>
                        <a:rPr lang="es-MX"/>
                        <a:t>Selecciona simultáneamente varias dimensiones (Producto, Ubicación y Tiempo).</a:t>
                      </a:r>
                    </a:p>
                  </a:txBody>
                  <a:tcPr anchor="ctr"/>
                </a:tc>
                <a:extLst>
                  <a:ext uri="{0D108BD9-81ED-4DB2-BD59-A6C34878D82A}">
                    <a16:rowId xmlns:a16="http://schemas.microsoft.com/office/drawing/2014/main" val="712086774"/>
                  </a:ext>
                </a:extLst>
              </a:tr>
              <a:tr h="0">
                <a:tc>
                  <a:txBody>
                    <a:bodyPr/>
                    <a:lstStyle/>
                    <a:p>
                      <a:pPr>
                        <a:buNone/>
                      </a:pPr>
                      <a:r>
                        <a:rPr lang="es-MX"/>
                        <a:t>¿Cómo se distribuyeron las ventas de 2026 por mes?</a:t>
                      </a:r>
                    </a:p>
                  </a:txBody>
                  <a:tcPr anchor="ctr"/>
                </a:tc>
                <a:tc>
                  <a:txBody>
                    <a:bodyPr/>
                    <a:lstStyle/>
                    <a:p>
                      <a:pPr>
                        <a:buNone/>
                      </a:pPr>
                      <a:r>
                        <a:rPr lang="es-MX"/>
                        <a:t>🟨 Drill Down</a:t>
                      </a:r>
                    </a:p>
                  </a:txBody>
                  <a:tcPr anchor="ctr"/>
                </a:tc>
                <a:tc>
                  <a:txBody>
                    <a:bodyPr/>
                    <a:lstStyle/>
                    <a:p>
                      <a:pPr>
                        <a:buNone/>
                      </a:pPr>
                      <a:r>
                        <a:rPr lang="es-MX"/>
                        <a:t>Permite pasar de un nivel general (Año) a uno más detallado (Mes).</a:t>
                      </a:r>
                    </a:p>
                  </a:txBody>
                  <a:tcPr anchor="ctr"/>
                </a:tc>
                <a:extLst>
                  <a:ext uri="{0D108BD9-81ED-4DB2-BD59-A6C34878D82A}">
                    <a16:rowId xmlns:a16="http://schemas.microsoft.com/office/drawing/2014/main" val="4082187823"/>
                  </a:ext>
                </a:extLst>
              </a:tr>
              <a:tr h="0">
                <a:tc>
                  <a:txBody>
                    <a:bodyPr/>
                    <a:lstStyle/>
                    <a:p>
                      <a:pPr>
                        <a:buNone/>
                      </a:pPr>
                      <a:r>
                        <a:rPr lang="es-MX"/>
                        <a:t>¿Cuál fue el total de ventas por región?</a:t>
                      </a:r>
                    </a:p>
                  </a:txBody>
                  <a:tcPr anchor="ctr"/>
                </a:tc>
                <a:tc>
                  <a:txBody>
                    <a:bodyPr/>
                    <a:lstStyle/>
                    <a:p>
                      <a:pPr>
                        <a:buNone/>
                      </a:pPr>
                      <a:r>
                        <a:rPr lang="es-MX"/>
                        <a:t>🟧 Roll Up</a:t>
                      </a:r>
                    </a:p>
                  </a:txBody>
                  <a:tcPr anchor="ctr"/>
                </a:tc>
                <a:tc>
                  <a:txBody>
                    <a:bodyPr/>
                    <a:lstStyle/>
                    <a:p>
                      <a:pPr>
                        <a:buNone/>
                      </a:pPr>
                      <a:r>
                        <a:rPr lang="es-MX" dirty="0"/>
                        <a:t>Resume la información agrupando niveles inferiores (Ciudad → Estado → Región).</a:t>
                      </a:r>
                    </a:p>
                  </a:txBody>
                  <a:tcPr anchor="ctr"/>
                </a:tc>
                <a:extLst>
                  <a:ext uri="{0D108BD9-81ED-4DB2-BD59-A6C34878D82A}">
                    <a16:rowId xmlns:a16="http://schemas.microsoft.com/office/drawing/2014/main" val="439143002"/>
                  </a:ext>
                </a:extLst>
              </a:tr>
            </a:tbl>
          </a:graphicData>
        </a:graphic>
      </p:graphicFrame>
    </p:spTree>
    <p:extLst>
      <p:ext uri="{BB962C8B-B14F-4D97-AF65-F5344CB8AC3E}">
        <p14:creationId xmlns:p14="http://schemas.microsoft.com/office/powerpoint/2010/main" val="3491253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94FDAF5F-69E4-1995-2B88-D3D927BB9EE4}"/>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65393621-AC56-2532-36B8-C949CC5F781B}"/>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B7C9B19F-3B34-9956-C46B-E46EF105499E}"/>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4B7CFBAE-0EB0-5DAA-6CED-DE589EF6068C}"/>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6C40382A-5C8A-8AC3-A305-19BBC14E7AA5}"/>
              </a:ext>
            </a:extLst>
          </p:cNvPr>
          <p:cNvSpPr txBox="1">
            <a:spLocks noGrp="1"/>
          </p:cNvSpPr>
          <p:nvPr>
            <p:ph type="title"/>
          </p:nvPr>
        </p:nvSpPr>
        <p:spPr>
          <a:xfrm>
            <a:off x="903021" y="657156"/>
            <a:ext cx="6964471" cy="572700"/>
          </a:xfrm>
          <a:prstGeom prst="rect">
            <a:avLst/>
          </a:prstGeom>
        </p:spPr>
        <p:txBody>
          <a:bodyPr spcFirstLastPara="1" wrap="square" lIns="91425" tIns="91425" rIns="91425" bIns="91425" anchor="t" anchorCtr="0">
            <a:noAutofit/>
          </a:bodyPr>
          <a:lstStyle/>
          <a:p>
            <a:pPr fontAlgn="t"/>
            <a:r>
              <a:rPr lang="es-MX" dirty="0"/>
              <a:t>Granularidad (nivel de detalle)</a:t>
            </a:r>
          </a:p>
        </p:txBody>
      </p:sp>
      <p:sp>
        <p:nvSpPr>
          <p:cNvPr id="5" name="Google Shape;2233;p41">
            <a:extLst>
              <a:ext uri="{FF2B5EF4-FFF2-40B4-BE49-F238E27FC236}">
                <a16:creationId xmlns:a16="http://schemas.microsoft.com/office/drawing/2014/main" id="{9A21AD39-5D4A-7AF7-8671-56F04F95C4C2}"/>
              </a:ext>
            </a:extLst>
          </p:cNvPr>
          <p:cNvSpPr txBox="1"/>
          <p:nvPr/>
        </p:nvSpPr>
        <p:spPr>
          <a:xfrm>
            <a:off x="903021" y="4029849"/>
            <a:ext cx="7237476" cy="595800"/>
          </a:xfrm>
          <a:prstGeom prst="rect">
            <a:avLst/>
          </a:prstGeom>
          <a:noFill/>
          <a:ln>
            <a:noFill/>
          </a:ln>
        </p:spPr>
        <p:txBody>
          <a:bodyPr spcFirstLastPara="1" wrap="square" lIns="91425" tIns="91425" rIns="91425" bIns="91425" anchor="b" anchorCtr="0">
            <a:noAutofit/>
          </a:bodyPr>
          <a:lstStyle/>
          <a:p>
            <a:pPr algn="just" fontAlgn="t"/>
            <a:r>
              <a:rPr lang="es-MX" sz="2000" dirty="0">
                <a:solidFill>
                  <a:srgbClr val="77C6FC"/>
                </a:solidFill>
                <a:latin typeface="Fjalla One" panose="02000506040000020004" pitchFamily="2" charset="0"/>
              </a:rPr>
              <a:t>La granularidad en OLAP (Online </a:t>
            </a:r>
            <a:r>
              <a:rPr lang="es-MX" sz="2000" dirty="0" err="1">
                <a:solidFill>
                  <a:srgbClr val="77C6FC"/>
                </a:solidFill>
                <a:latin typeface="Fjalla One" panose="02000506040000020004" pitchFamily="2" charset="0"/>
              </a:rPr>
              <a:t>Analytical</a:t>
            </a:r>
            <a:r>
              <a:rPr lang="es-MX" sz="2000" dirty="0">
                <a:solidFill>
                  <a:srgbClr val="77C6FC"/>
                </a:solidFill>
                <a:latin typeface="Fjalla One" panose="02000506040000020004" pitchFamily="2" charset="0"/>
              </a:rPr>
              <a:t> Processing) se refiere al nivel de detalle con el que se almacenan y analizan los datos dentro de un Data </a:t>
            </a:r>
            <a:r>
              <a:rPr lang="es-MX" sz="2000" dirty="0" err="1">
                <a:solidFill>
                  <a:srgbClr val="77C6FC"/>
                </a:solidFill>
                <a:latin typeface="Fjalla One" panose="02000506040000020004" pitchFamily="2" charset="0"/>
              </a:rPr>
              <a:t>Warehouse</a:t>
            </a:r>
            <a:r>
              <a:rPr lang="es-MX" sz="2000" dirty="0">
                <a:solidFill>
                  <a:srgbClr val="77C6FC"/>
                </a:solidFill>
                <a:latin typeface="Fjalla One" panose="02000506040000020004" pitchFamily="2" charset="0"/>
              </a:rPr>
              <a:t> o un cubo OLAP.</a:t>
            </a:r>
          </a:p>
          <a:p>
            <a:pPr algn="just" fontAlgn="t"/>
            <a:endParaRPr lang="es-MX" sz="2000" dirty="0">
              <a:solidFill>
                <a:srgbClr val="77C6FC"/>
              </a:solidFill>
              <a:latin typeface="Fjalla One" panose="02000506040000020004" pitchFamily="2" charset="0"/>
            </a:endParaRPr>
          </a:p>
          <a:p>
            <a:pPr algn="just" fontAlgn="t"/>
            <a:r>
              <a:rPr lang="es-MX" sz="2000" dirty="0">
                <a:solidFill>
                  <a:srgbClr val="77C6FC"/>
                </a:solidFill>
                <a:latin typeface="Fjalla One" panose="02000506040000020004" pitchFamily="2" charset="0"/>
              </a:rPr>
              <a:t>En términos simples, la granularidad determina qué tan detallada o resumida es la información disponible para el análisis.</a:t>
            </a:r>
          </a:p>
          <a:p>
            <a:pPr algn="just" fontAlgn="t"/>
            <a:endParaRPr lang="es-MX" sz="2000" dirty="0">
              <a:solidFill>
                <a:srgbClr val="77C6FC"/>
              </a:solidFill>
              <a:latin typeface="Fjalla One" panose="02000506040000020004" pitchFamily="2" charset="0"/>
            </a:endParaRPr>
          </a:p>
          <a:p>
            <a:pPr algn="just" fontAlgn="t"/>
            <a:r>
              <a:rPr lang="es-MX" sz="2000" dirty="0">
                <a:solidFill>
                  <a:srgbClr val="77C6FC"/>
                </a:solidFill>
                <a:latin typeface="Fjalla One" panose="02000506040000020004" pitchFamily="2" charset="0"/>
              </a:rPr>
              <a:t>Es una característica de los datos que indica que tan detallada es la información.</a:t>
            </a:r>
          </a:p>
          <a:p>
            <a:pPr fontAlgn="t"/>
            <a:endParaRPr lang="es-MX" sz="2400" dirty="0">
              <a:solidFill>
                <a:srgbClr val="77C6FC"/>
              </a:solidFill>
              <a:latin typeface="Fjalla One" panose="02000506040000020004" pitchFamily="2" charset="0"/>
            </a:endParaRPr>
          </a:p>
        </p:txBody>
      </p:sp>
    </p:spTree>
    <p:extLst>
      <p:ext uri="{BB962C8B-B14F-4D97-AF65-F5344CB8AC3E}">
        <p14:creationId xmlns:p14="http://schemas.microsoft.com/office/powerpoint/2010/main" val="7717730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234939FB-D758-AAFD-FEA6-8113521E0390}"/>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B8EB79D8-852E-2268-4A88-7D8D5CCDEB64}"/>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31198957-525C-9A60-A0BF-E7AA7A604776}"/>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6D06F295-CB6D-AF22-7245-A532712CF21C}"/>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04725B21-0810-EE98-C4D6-6C801C21E848}"/>
              </a:ext>
            </a:extLst>
          </p:cNvPr>
          <p:cNvSpPr txBox="1">
            <a:spLocks noGrp="1"/>
          </p:cNvSpPr>
          <p:nvPr>
            <p:ph type="title"/>
          </p:nvPr>
        </p:nvSpPr>
        <p:spPr>
          <a:xfrm>
            <a:off x="1089764" y="209382"/>
            <a:ext cx="6964471" cy="572700"/>
          </a:xfrm>
          <a:prstGeom prst="rect">
            <a:avLst/>
          </a:prstGeom>
        </p:spPr>
        <p:txBody>
          <a:bodyPr spcFirstLastPara="1" wrap="square" lIns="91425" tIns="91425" rIns="91425" bIns="91425" anchor="t" anchorCtr="0">
            <a:noAutofit/>
          </a:bodyPr>
          <a:lstStyle/>
          <a:p>
            <a:pPr fontAlgn="t"/>
            <a:r>
              <a:rPr lang="es-MX" dirty="0"/>
              <a:t>Granularidad</a:t>
            </a:r>
          </a:p>
        </p:txBody>
      </p:sp>
      <p:sp>
        <p:nvSpPr>
          <p:cNvPr id="5" name="Google Shape;2233;p41">
            <a:extLst>
              <a:ext uri="{FF2B5EF4-FFF2-40B4-BE49-F238E27FC236}">
                <a16:creationId xmlns:a16="http://schemas.microsoft.com/office/drawing/2014/main" id="{292E0AA6-B0DD-C3EF-CABC-730A5980BD88}"/>
              </a:ext>
            </a:extLst>
          </p:cNvPr>
          <p:cNvSpPr txBox="1"/>
          <p:nvPr/>
        </p:nvSpPr>
        <p:spPr>
          <a:xfrm>
            <a:off x="816759" y="822268"/>
            <a:ext cx="7237476" cy="595800"/>
          </a:xfrm>
          <a:prstGeom prst="rect">
            <a:avLst/>
          </a:prstGeom>
          <a:noFill/>
          <a:ln>
            <a:noFill/>
          </a:ln>
        </p:spPr>
        <p:txBody>
          <a:bodyPr spcFirstLastPara="1" wrap="square" lIns="91425" tIns="91425" rIns="91425" bIns="91425" anchor="b" anchorCtr="0">
            <a:noAutofit/>
          </a:bodyPr>
          <a:lstStyle/>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Ventajas</a:t>
            </a:r>
          </a:p>
        </p:txBody>
      </p:sp>
      <p:sp>
        <p:nvSpPr>
          <p:cNvPr id="8" name="CuadroTexto 7">
            <a:extLst>
              <a:ext uri="{FF2B5EF4-FFF2-40B4-BE49-F238E27FC236}">
                <a16:creationId xmlns:a16="http://schemas.microsoft.com/office/drawing/2014/main" id="{3D06C2B9-0DC8-97C2-C2CF-DDC36F344D65}"/>
              </a:ext>
            </a:extLst>
          </p:cNvPr>
          <p:cNvSpPr txBox="1"/>
          <p:nvPr/>
        </p:nvSpPr>
        <p:spPr>
          <a:xfrm>
            <a:off x="875763" y="1338716"/>
            <a:ext cx="6239814" cy="1477328"/>
          </a:xfrm>
          <a:prstGeom prst="rect">
            <a:avLst/>
          </a:prstGeom>
          <a:noFill/>
        </p:spPr>
        <p:txBody>
          <a:bodyPr wrap="square">
            <a:spAutoFit/>
          </a:bodyPr>
          <a:lstStyle/>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Permite análisis profundos.</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Facilita identificar patrones específicos.</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Ofrece mayor flexibilidad para generar reportes.</a:t>
            </a:r>
          </a:p>
        </p:txBody>
      </p:sp>
      <p:sp>
        <p:nvSpPr>
          <p:cNvPr id="10" name="Google Shape;2233;p41">
            <a:extLst>
              <a:ext uri="{FF2B5EF4-FFF2-40B4-BE49-F238E27FC236}">
                <a16:creationId xmlns:a16="http://schemas.microsoft.com/office/drawing/2014/main" id="{17EEDDE3-32DA-6FD7-870C-8367EF8D110E}"/>
              </a:ext>
            </a:extLst>
          </p:cNvPr>
          <p:cNvSpPr txBox="1"/>
          <p:nvPr/>
        </p:nvSpPr>
        <p:spPr>
          <a:xfrm>
            <a:off x="875763" y="2750644"/>
            <a:ext cx="7237476" cy="595800"/>
          </a:xfrm>
          <a:prstGeom prst="rect">
            <a:avLst/>
          </a:prstGeom>
          <a:noFill/>
          <a:ln>
            <a:noFill/>
          </a:ln>
        </p:spPr>
        <p:txBody>
          <a:bodyPr spcFirstLastPara="1" wrap="square" lIns="91425" tIns="91425" rIns="91425" bIns="91425" anchor="b" anchorCtr="0">
            <a:noAutofit/>
          </a:bodyPr>
          <a:lstStyle/>
          <a:p>
            <a:pPr fontAlgn="t"/>
            <a:endParaRPr lang="es-MX" sz="2400" dirty="0">
              <a:solidFill>
                <a:srgbClr val="77C6FC"/>
              </a:solidFill>
              <a:latin typeface="Fjalla One" panose="02000506040000020004" pitchFamily="2" charset="0"/>
            </a:endParaRPr>
          </a:p>
          <a:p>
            <a:pPr fontAlgn="t"/>
            <a:r>
              <a:rPr lang="es-MX" sz="2400" dirty="0">
                <a:solidFill>
                  <a:srgbClr val="002060"/>
                </a:solidFill>
                <a:latin typeface="Fjalla One" panose="02000506040000020004" pitchFamily="2" charset="0"/>
              </a:rPr>
              <a:t>Desventajas</a:t>
            </a:r>
          </a:p>
        </p:txBody>
      </p:sp>
      <p:sp>
        <p:nvSpPr>
          <p:cNvPr id="12" name="CuadroTexto 11">
            <a:extLst>
              <a:ext uri="{FF2B5EF4-FFF2-40B4-BE49-F238E27FC236}">
                <a16:creationId xmlns:a16="http://schemas.microsoft.com/office/drawing/2014/main" id="{3FCE7A75-DA10-9DB9-D1C5-961CA30D2843}"/>
              </a:ext>
            </a:extLst>
          </p:cNvPr>
          <p:cNvSpPr txBox="1"/>
          <p:nvPr/>
        </p:nvSpPr>
        <p:spPr>
          <a:xfrm>
            <a:off x="875763" y="3183434"/>
            <a:ext cx="6239814" cy="1015663"/>
          </a:xfrm>
          <a:prstGeom prst="rect">
            <a:avLst/>
          </a:prstGeom>
          <a:noFill/>
        </p:spPr>
        <p:txBody>
          <a:bodyPr wrap="square">
            <a:spAutoFit/>
          </a:bodyPr>
          <a:lstStyle/>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Requiere más espacio de almacenamiento.</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Las consultas pueden ser más lentas.</a:t>
            </a:r>
          </a:p>
        </p:txBody>
      </p:sp>
    </p:spTree>
    <p:extLst>
      <p:ext uri="{BB962C8B-B14F-4D97-AF65-F5344CB8AC3E}">
        <p14:creationId xmlns:p14="http://schemas.microsoft.com/office/powerpoint/2010/main" val="672693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AB971AFA-5C8D-A2B9-A72E-D926B36B487C}"/>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E31FCF1F-25EB-3651-AEA9-1A5384F2579B}"/>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413BDA82-87DA-ED0E-96F7-7FA01929F17B}"/>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7129C8DE-04EF-5542-E41D-F006D7C0A0C6}"/>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EDC8E9A1-8C9F-960D-1111-F69BDFD293C8}"/>
              </a:ext>
            </a:extLst>
          </p:cNvPr>
          <p:cNvSpPr txBox="1">
            <a:spLocks noGrp="1"/>
          </p:cNvSpPr>
          <p:nvPr>
            <p:ph type="title"/>
          </p:nvPr>
        </p:nvSpPr>
        <p:spPr>
          <a:xfrm>
            <a:off x="1089764" y="113583"/>
            <a:ext cx="6964471" cy="572700"/>
          </a:xfrm>
          <a:prstGeom prst="rect">
            <a:avLst/>
          </a:prstGeom>
        </p:spPr>
        <p:txBody>
          <a:bodyPr spcFirstLastPara="1" wrap="square" lIns="91425" tIns="91425" rIns="91425" bIns="91425" anchor="t" anchorCtr="0">
            <a:noAutofit/>
          </a:bodyPr>
          <a:lstStyle/>
          <a:p>
            <a:pPr fontAlgn="t"/>
            <a:r>
              <a:rPr lang="es-MX" dirty="0"/>
              <a:t>Granularidad y operaciones OLAP</a:t>
            </a:r>
          </a:p>
        </p:txBody>
      </p:sp>
      <p:sp>
        <p:nvSpPr>
          <p:cNvPr id="8" name="CuadroTexto 7">
            <a:extLst>
              <a:ext uri="{FF2B5EF4-FFF2-40B4-BE49-F238E27FC236}">
                <a16:creationId xmlns:a16="http://schemas.microsoft.com/office/drawing/2014/main" id="{1F4B2481-8224-3573-07F8-0FCA8DBCD12C}"/>
              </a:ext>
            </a:extLst>
          </p:cNvPr>
          <p:cNvSpPr txBox="1"/>
          <p:nvPr/>
        </p:nvSpPr>
        <p:spPr>
          <a:xfrm>
            <a:off x="1320710" y="861891"/>
            <a:ext cx="6239814" cy="830997"/>
          </a:xfrm>
          <a:prstGeom prst="rect">
            <a:avLst/>
          </a:prstGeom>
          <a:noFill/>
        </p:spPr>
        <p:txBody>
          <a:bodyPr wrap="square">
            <a:spAutoFit/>
          </a:bodyPr>
          <a:lstStyle/>
          <a:p>
            <a:pPr algn="just" fontAlgn="t"/>
            <a:r>
              <a:rPr lang="es-MX" sz="2400" dirty="0">
                <a:solidFill>
                  <a:srgbClr val="77C6FC"/>
                </a:solidFill>
                <a:latin typeface="Fjalla One" panose="02000506040000020004" pitchFamily="2" charset="0"/>
              </a:rPr>
              <a:t>La granularidad está estrechamente relacionada con las operaciones OLAP</a:t>
            </a:r>
          </a:p>
        </p:txBody>
      </p:sp>
      <p:pic>
        <p:nvPicPr>
          <p:cNvPr id="6" name="Imagen 5">
            <a:extLst>
              <a:ext uri="{FF2B5EF4-FFF2-40B4-BE49-F238E27FC236}">
                <a16:creationId xmlns:a16="http://schemas.microsoft.com/office/drawing/2014/main" id="{1E6D1787-286C-5E1F-17C3-975A2CC08E24}"/>
              </a:ext>
            </a:extLst>
          </p:cNvPr>
          <p:cNvPicPr>
            <a:picLocks noChangeAspect="1"/>
          </p:cNvPicPr>
          <p:nvPr/>
        </p:nvPicPr>
        <p:blipFill>
          <a:blip r:embed="rId3"/>
          <a:stretch>
            <a:fillRect/>
          </a:stretch>
        </p:blipFill>
        <p:spPr>
          <a:xfrm>
            <a:off x="1424367" y="2193453"/>
            <a:ext cx="6032500" cy="1742780"/>
          </a:xfrm>
          <a:prstGeom prst="rect">
            <a:avLst/>
          </a:prstGeom>
        </p:spPr>
      </p:pic>
    </p:spTree>
    <p:extLst>
      <p:ext uri="{BB962C8B-B14F-4D97-AF65-F5344CB8AC3E}">
        <p14:creationId xmlns:p14="http://schemas.microsoft.com/office/powerpoint/2010/main" val="36678649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35">
          <a:extLst>
            <a:ext uri="{FF2B5EF4-FFF2-40B4-BE49-F238E27FC236}">
              <a16:creationId xmlns:a16="http://schemas.microsoft.com/office/drawing/2014/main" id="{968E9856-1A79-7228-963E-B56E8B90DA13}"/>
            </a:ext>
          </a:extLst>
        </p:cNvPr>
        <p:cNvGrpSpPr/>
        <p:nvPr/>
      </p:nvGrpSpPr>
      <p:grpSpPr>
        <a:xfrm>
          <a:off x="0" y="0"/>
          <a:ext cx="0" cy="0"/>
          <a:chOff x="0" y="0"/>
          <a:chExt cx="0" cy="0"/>
        </a:xfrm>
      </p:grpSpPr>
      <p:sp>
        <p:nvSpPr>
          <p:cNvPr id="2336" name="Google Shape;2336;p45">
            <a:extLst>
              <a:ext uri="{FF2B5EF4-FFF2-40B4-BE49-F238E27FC236}">
                <a16:creationId xmlns:a16="http://schemas.microsoft.com/office/drawing/2014/main" id="{16F8CBE9-6ABD-27E3-170C-400D2CA11009}"/>
              </a:ext>
            </a:extLst>
          </p:cNvPr>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sz="4800" dirty="0"/>
              <a:t>Esquema Estrella</a:t>
            </a:r>
            <a:endParaRPr sz="4800" dirty="0"/>
          </a:p>
        </p:txBody>
      </p:sp>
    </p:spTree>
    <p:extLst>
      <p:ext uri="{BB962C8B-B14F-4D97-AF65-F5344CB8AC3E}">
        <p14:creationId xmlns:p14="http://schemas.microsoft.com/office/powerpoint/2010/main" val="18206258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06CAC93C-C01F-CB82-A84F-2AD3E23F9E89}"/>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B4826F50-57B6-714C-B072-130C5288A312}"/>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AF9D4C96-DD24-DF26-9470-5CE37C412AE7}"/>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330A5573-3541-72D3-D74A-9701DA69E2D9}"/>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738BFEE2-F11C-2B5A-D57B-E5762457D13A}"/>
              </a:ext>
            </a:extLst>
          </p:cNvPr>
          <p:cNvSpPr txBox="1">
            <a:spLocks noGrp="1"/>
          </p:cNvSpPr>
          <p:nvPr>
            <p:ph type="title"/>
          </p:nvPr>
        </p:nvSpPr>
        <p:spPr>
          <a:xfrm>
            <a:off x="1006052" y="261640"/>
            <a:ext cx="6964471" cy="572700"/>
          </a:xfrm>
          <a:prstGeom prst="rect">
            <a:avLst/>
          </a:prstGeom>
        </p:spPr>
        <p:txBody>
          <a:bodyPr spcFirstLastPara="1" wrap="square" lIns="91425" tIns="91425" rIns="91425" bIns="91425" anchor="t" anchorCtr="0">
            <a:noAutofit/>
          </a:bodyPr>
          <a:lstStyle/>
          <a:p>
            <a:pPr fontAlgn="t"/>
            <a:r>
              <a:rPr lang="es-MX" dirty="0"/>
              <a:t>Esquema estrella (como se organizan los datos)</a:t>
            </a:r>
          </a:p>
        </p:txBody>
      </p:sp>
      <p:sp>
        <p:nvSpPr>
          <p:cNvPr id="8" name="CuadroTexto 7">
            <a:extLst>
              <a:ext uri="{FF2B5EF4-FFF2-40B4-BE49-F238E27FC236}">
                <a16:creationId xmlns:a16="http://schemas.microsoft.com/office/drawing/2014/main" id="{82AB7234-F913-AF67-75C7-FF6BD99DC723}"/>
              </a:ext>
            </a:extLst>
          </p:cNvPr>
          <p:cNvSpPr txBox="1"/>
          <p:nvPr/>
        </p:nvSpPr>
        <p:spPr>
          <a:xfrm>
            <a:off x="866104" y="1627656"/>
            <a:ext cx="7411792" cy="1631216"/>
          </a:xfrm>
          <a:prstGeom prst="rect">
            <a:avLst/>
          </a:prstGeom>
          <a:noFill/>
        </p:spPr>
        <p:txBody>
          <a:bodyPr wrap="square">
            <a:spAutoFit/>
          </a:bodyPr>
          <a:lstStyle/>
          <a:p>
            <a:pPr algn="just" fontAlgn="t"/>
            <a:r>
              <a:rPr lang="es-MX" sz="2000" dirty="0">
                <a:solidFill>
                  <a:srgbClr val="77C6FC"/>
                </a:solidFill>
                <a:latin typeface="Fjalla One" panose="02000506040000020004" pitchFamily="2" charset="0"/>
              </a:rPr>
              <a:t>Es un modelo de diseño utilizado en los Data </a:t>
            </a:r>
            <a:r>
              <a:rPr lang="es-MX" sz="2000" dirty="0" err="1">
                <a:solidFill>
                  <a:srgbClr val="77C6FC"/>
                </a:solidFill>
                <a:latin typeface="Fjalla One" panose="02000506040000020004" pitchFamily="2" charset="0"/>
              </a:rPr>
              <a:t>Warehouse</a:t>
            </a:r>
            <a:r>
              <a:rPr lang="es-MX" sz="2000" dirty="0">
                <a:solidFill>
                  <a:srgbClr val="77C6FC"/>
                </a:solidFill>
                <a:latin typeface="Fjalla One" panose="02000506040000020004" pitchFamily="2" charset="0"/>
              </a:rPr>
              <a:t> para organizar la información de forma que las consultas analíticas sean rápidas y eficientes. Su nombre proviene de la forma que adopta el diagrama: una tabla central de hechos rodeada por varias tablas de dimensiones, formando una figura similar a una estrella</a:t>
            </a:r>
            <a:r>
              <a:rPr lang="es-MX" sz="2000" b="0" i="0" dirty="0">
                <a:solidFill>
                  <a:srgbClr val="77C6FC"/>
                </a:solidFill>
                <a:effectLst/>
                <a:latin typeface="Fjalla One" panose="02000506040000020004" pitchFamily="2" charset="0"/>
              </a:rPr>
              <a:t>.</a:t>
            </a:r>
          </a:p>
        </p:txBody>
      </p:sp>
    </p:spTree>
    <p:extLst>
      <p:ext uri="{BB962C8B-B14F-4D97-AF65-F5344CB8AC3E}">
        <p14:creationId xmlns:p14="http://schemas.microsoft.com/office/powerpoint/2010/main" val="18893746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5987E08F-11E0-9E53-472E-B8430F9FF565}"/>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4B8A9C7A-95CA-CFC3-7FA9-AED43256089E}"/>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DBA5A30A-F6F5-1BF5-33D4-CA3CF848C992}"/>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0AFB5692-7C9F-8A31-12A0-A6B3F8E0A4E8}"/>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pic>
        <p:nvPicPr>
          <p:cNvPr id="10" name="Imagen 9">
            <a:extLst>
              <a:ext uri="{FF2B5EF4-FFF2-40B4-BE49-F238E27FC236}">
                <a16:creationId xmlns:a16="http://schemas.microsoft.com/office/drawing/2014/main" id="{A6EC14F5-5624-4589-84CC-8BBC4AA16C1F}"/>
              </a:ext>
            </a:extLst>
          </p:cNvPr>
          <p:cNvPicPr>
            <a:picLocks noChangeAspect="1"/>
          </p:cNvPicPr>
          <p:nvPr/>
        </p:nvPicPr>
        <p:blipFill>
          <a:blip r:embed="rId3"/>
          <a:srcRect r="73743" b="8895"/>
          <a:stretch>
            <a:fillRect/>
          </a:stretch>
        </p:blipFill>
        <p:spPr>
          <a:xfrm>
            <a:off x="2560031" y="940201"/>
            <a:ext cx="3812146" cy="3821241"/>
          </a:xfrm>
          <a:prstGeom prst="rect">
            <a:avLst/>
          </a:prstGeom>
        </p:spPr>
      </p:pic>
      <p:sp>
        <p:nvSpPr>
          <p:cNvPr id="14" name="Google Shape;2308;p43">
            <a:extLst>
              <a:ext uri="{FF2B5EF4-FFF2-40B4-BE49-F238E27FC236}">
                <a16:creationId xmlns:a16="http://schemas.microsoft.com/office/drawing/2014/main" id="{7CE1BC29-5578-092F-B22F-C695FCFB85C3}"/>
              </a:ext>
            </a:extLst>
          </p:cNvPr>
          <p:cNvSpPr txBox="1">
            <a:spLocks noGrp="1"/>
          </p:cNvSpPr>
          <p:nvPr>
            <p:ph type="title"/>
          </p:nvPr>
        </p:nvSpPr>
        <p:spPr>
          <a:xfrm>
            <a:off x="1006052" y="261640"/>
            <a:ext cx="6964471" cy="572700"/>
          </a:xfrm>
          <a:prstGeom prst="rect">
            <a:avLst/>
          </a:prstGeom>
        </p:spPr>
        <p:txBody>
          <a:bodyPr spcFirstLastPara="1" wrap="square" lIns="91425" tIns="91425" rIns="91425" bIns="91425" anchor="t" anchorCtr="0">
            <a:noAutofit/>
          </a:bodyPr>
          <a:lstStyle/>
          <a:p>
            <a:pPr fontAlgn="t"/>
            <a:r>
              <a:rPr lang="es-MX" dirty="0"/>
              <a:t>Tabla de hechos</a:t>
            </a:r>
          </a:p>
        </p:txBody>
      </p:sp>
    </p:spTree>
    <p:extLst>
      <p:ext uri="{BB962C8B-B14F-4D97-AF65-F5344CB8AC3E}">
        <p14:creationId xmlns:p14="http://schemas.microsoft.com/office/powerpoint/2010/main" val="418098415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601" name="Google Shape;2601;p46"/>
          <p:cNvSpPr/>
          <p:nvPr/>
        </p:nvSpPr>
        <p:spPr>
          <a:xfrm>
            <a:off x="82638" y="72947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46"/>
          <p:cNvGrpSpPr/>
          <p:nvPr/>
        </p:nvGrpSpPr>
        <p:grpSpPr>
          <a:xfrm>
            <a:off x="281850" y="287571"/>
            <a:ext cx="441900" cy="441900"/>
            <a:chOff x="876575" y="1934250"/>
            <a:chExt cx="441900" cy="441900"/>
          </a:xfrm>
        </p:grpSpPr>
        <p:sp>
          <p:nvSpPr>
            <p:cNvPr id="2603" name="Google Shape;2603;p46"/>
            <p:cNvSpPr/>
            <p:nvPr/>
          </p:nvSpPr>
          <p:spPr>
            <a:xfrm>
              <a:off x="876575" y="1934250"/>
              <a:ext cx="441900" cy="4419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6"/>
            <p:cNvSpPr/>
            <p:nvPr/>
          </p:nvSpPr>
          <p:spPr>
            <a:xfrm>
              <a:off x="970750" y="2028425"/>
              <a:ext cx="253500" cy="2535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5" name="Google Shape;2605;p46"/>
          <p:cNvSpPr/>
          <p:nvPr/>
        </p:nvSpPr>
        <p:spPr>
          <a:xfrm>
            <a:off x="7258393" y="2355201"/>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6"/>
          <p:cNvSpPr/>
          <p:nvPr/>
        </p:nvSpPr>
        <p:spPr>
          <a:xfrm>
            <a:off x="7125006" y="2507326"/>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6"/>
          <p:cNvSpPr/>
          <p:nvPr/>
        </p:nvSpPr>
        <p:spPr>
          <a:xfrm>
            <a:off x="7407550" y="2568976"/>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8" name="Google Shape;2608;p46"/>
          <p:cNvGrpSpPr/>
          <p:nvPr/>
        </p:nvGrpSpPr>
        <p:grpSpPr>
          <a:xfrm>
            <a:off x="7407543" y="2162626"/>
            <a:ext cx="344700" cy="344700"/>
            <a:chOff x="2923775" y="2089350"/>
            <a:chExt cx="344700" cy="344700"/>
          </a:xfrm>
        </p:grpSpPr>
        <p:sp>
          <p:nvSpPr>
            <p:cNvPr id="2609" name="Google Shape;2609;p46"/>
            <p:cNvSpPr/>
            <p:nvPr/>
          </p:nvSpPr>
          <p:spPr>
            <a:xfrm>
              <a:off x="2923775" y="2089350"/>
              <a:ext cx="344700" cy="3447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6"/>
            <p:cNvSpPr/>
            <p:nvPr/>
          </p:nvSpPr>
          <p:spPr>
            <a:xfrm>
              <a:off x="2997241" y="2162816"/>
              <a:ext cx="197700" cy="1977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1" name="Google Shape;2611;p46"/>
          <p:cNvSpPr/>
          <p:nvPr/>
        </p:nvSpPr>
        <p:spPr>
          <a:xfrm>
            <a:off x="8559381" y="3705201"/>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6"/>
          <p:cNvSpPr/>
          <p:nvPr/>
        </p:nvSpPr>
        <p:spPr>
          <a:xfrm>
            <a:off x="8624603" y="355310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Imagen 2">
            <a:extLst>
              <a:ext uri="{FF2B5EF4-FFF2-40B4-BE49-F238E27FC236}">
                <a16:creationId xmlns:a16="http://schemas.microsoft.com/office/drawing/2014/main" id="{BDC38E81-D96A-2515-5BDE-AEBDC3039614}"/>
              </a:ext>
            </a:extLst>
          </p:cNvPr>
          <p:cNvPicPr>
            <a:picLocks noChangeAspect="1"/>
          </p:cNvPicPr>
          <p:nvPr/>
        </p:nvPicPr>
        <p:blipFill>
          <a:blip r:embed="rId3"/>
          <a:srcRect t="36948" r="50000" b="29138"/>
          <a:stretch>
            <a:fillRect/>
          </a:stretch>
        </p:blipFill>
        <p:spPr>
          <a:xfrm>
            <a:off x="435831" y="1167261"/>
            <a:ext cx="4960417" cy="3074763"/>
          </a:xfrm>
          <a:prstGeom prst="rect">
            <a:avLst/>
          </a:prstGeom>
        </p:spPr>
      </p:pic>
      <p:pic>
        <p:nvPicPr>
          <p:cNvPr id="6" name="Imagen 5">
            <a:extLst>
              <a:ext uri="{FF2B5EF4-FFF2-40B4-BE49-F238E27FC236}">
                <a16:creationId xmlns:a16="http://schemas.microsoft.com/office/drawing/2014/main" id="{4F14CD86-0C12-8521-68AF-6FA8D0B9369B}"/>
              </a:ext>
            </a:extLst>
          </p:cNvPr>
          <p:cNvPicPr>
            <a:picLocks noChangeAspect="1"/>
          </p:cNvPicPr>
          <p:nvPr/>
        </p:nvPicPr>
        <p:blipFill>
          <a:blip r:embed="rId4"/>
          <a:srcRect l="65390" b="8921"/>
          <a:stretch>
            <a:fillRect/>
          </a:stretch>
        </p:blipFill>
        <p:spPr>
          <a:xfrm>
            <a:off x="5461469" y="1187970"/>
            <a:ext cx="3199271" cy="3054054"/>
          </a:xfrm>
          <a:prstGeom prst="rect">
            <a:avLst/>
          </a:prstGeom>
        </p:spPr>
      </p:pic>
      <p:sp>
        <p:nvSpPr>
          <p:cNvPr id="7" name="Google Shape;2308;p43">
            <a:extLst>
              <a:ext uri="{FF2B5EF4-FFF2-40B4-BE49-F238E27FC236}">
                <a16:creationId xmlns:a16="http://schemas.microsoft.com/office/drawing/2014/main" id="{DE10FF82-D707-D2AC-84C6-4CAF2777916C}"/>
              </a:ext>
            </a:extLst>
          </p:cNvPr>
          <p:cNvSpPr txBox="1">
            <a:spLocks noGrp="1"/>
          </p:cNvSpPr>
          <p:nvPr>
            <p:ph type="title"/>
          </p:nvPr>
        </p:nvSpPr>
        <p:spPr>
          <a:xfrm>
            <a:off x="937364" y="283717"/>
            <a:ext cx="6964471" cy="572700"/>
          </a:xfrm>
          <a:prstGeom prst="rect">
            <a:avLst/>
          </a:prstGeom>
        </p:spPr>
        <p:txBody>
          <a:bodyPr spcFirstLastPara="1" wrap="square" lIns="91425" tIns="91425" rIns="91425" bIns="91425" anchor="t" anchorCtr="0">
            <a:noAutofit/>
          </a:bodyPr>
          <a:lstStyle/>
          <a:p>
            <a:pPr fontAlgn="t"/>
            <a:r>
              <a:rPr lang="es-MX" dirty="0"/>
              <a:t>Esquema estrella</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E0738903-E427-598F-AE92-B718C63544A7}"/>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1A3B80A1-9A80-B631-BD1F-64BA1DF445D1}"/>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B840F024-308E-93B9-A1C0-E6856A55AB16}"/>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4FF374A2-AE41-9F44-0F0C-5ABDC455ED70}"/>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3AB509FB-B306-B362-234F-D8E77428AFBC}"/>
              </a:ext>
            </a:extLst>
          </p:cNvPr>
          <p:cNvSpPr txBox="1">
            <a:spLocks noGrp="1"/>
          </p:cNvSpPr>
          <p:nvPr>
            <p:ph type="title"/>
          </p:nvPr>
        </p:nvSpPr>
        <p:spPr>
          <a:xfrm>
            <a:off x="1006052" y="60991"/>
            <a:ext cx="6964471" cy="572700"/>
          </a:xfrm>
          <a:prstGeom prst="rect">
            <a:avLst/>
          </a:prstGeom>
        </p:spPr>
        <p:txBody>
          <a:bodyPr spcFirstLastPara="1" wrap="square" lIns="91425" tIns="91425" rIns="91425" bIns="91425" anchor="t" anchorCtr="0">
            <a:noAutofit/>
          </a:bodyPr>
          <a:lstStyle/>
          <a:p>
            <a:pPr fontAlgn="t"/>
            <a:r>
              <a:rPr lang="es-MX" dirty="0"/>
              <a:t>Tipos de OLAP</a:t>
            </a:r>
          </a:p>
        </p:txBody>
      </p:sp>
      <p:pic>
        <p:nvPicPr>
          <p:cNvPr id="5" name="Imagen 4">
            <a:extLst>
              <a:ext uri="{FF2B5EF4-FFF2-40B4-BE49-F238E27FC236}">
                <a16:creationId xmlns:a16="http://schemas.microsoft.com/office/drawing/2014/main" id="{89DDDE17-D53B-37DE-BB94-805C2A9E3EFE}"/>
              </a:ext>
            </a:extLst>
          </p:cNvPr>
          <p:cNvPicPr>
            <a:picLocks noChangeAspect="1"/>
          </p:cNvPicPr>
          <p:nvPr/>
        </p:nvPicPr>
        <p:blipFill>
          <a:blip r:embed="rId3"/>
          <a:srcRect l="50347" t="36216" r="-2" b="28796"/>
          <a:stretch>
            <a:fillRect/>
          </a:stretch>
        </p:blipFill>
        <p:spPr>
          <a:xfrm>
            <a:off x="2006443" y="1712551"/>
            <a:ext cx="5131113" cy="3304090"/>
          </a:xfrm>
          <a:prstGeom prst="rect">
            <a:avLst/>
          </a:prstGeom>
        </p:spPr>
      </p:pic>
      <p:sp>
        <p:nvSpPr>
          <p:cNvPr id="9" name="CuadroTexto 8">
            <a:extLst>
              <a:ext uri="{FF2B5EF4-FFF2-40B4-BE49-F238E27FC236}">
                <a16:creationId xmlns:a16="http://schemas.microsoft.com/office/drawing/2014/main" id="{36F382E0-4B56-2B71-4E7A-24B154BE2D66}"/>
              </a:ext>
            </a:extLst>
          </p:cNvPr>
          <p:cNvSpPr txBox="1"/>
          <p:nvPr/>
        </p:nvSpPr>
        <p:spPr>
          <a:xfrm>
            <a:off x="782391" y="633691"/>
            <a:ext cx="7411792" cy="1200329"/>
          </a:xfrm>
          <a:prstGeom prst="rect">
            <a:avLst/>
          </a:prstGeom>
          <a:noFill/>
        </p:spPr>
        <p:txBody>
          <a:bodyPr wrap="square">
            <a:spAutoFit/>
          </a:bodyPr>
          <a:lstStyle/>
          <a:p>
            <a:pPr algn="just" fontAlgn="t"/>
            <a:r>
              <a:rPr lang="es-MX" sz="1800" dirty="0">
                <a:solidFill>
                  <a:srgbClr val="77C6FC"/>
                </a:solidFill>
                <a:latin typeface="Fjalla One" panose="02000506040000020004" pitchFamily="2" charset="0"/>
              </a:rPr>
              <a:t>Los </a:t>
            </a:r>
            <a:r>
              <a:rPr lang="es-MX" sz="1800" b="1" dirty="0">
                <a:solidFill>
                  <a:srgbClr val="77C6FC"/>
                </a:solidFill>
                <a:latin typeface="Fjalla One" panose="02000506040000020004" pitchFamily="2" charset="0"/>
              </a:rPr>
              <a:t>tipos de OLAP</a:t>
            </a:r>
            <a:r>
              <a:rPr lang="es-MX" sz="1800" dirty="0">
                <a:solidFill>
                  <a:srgbClr val="77C6FC"/>
                </a:solidFill>
                <a:latin typeface="Fjalla One" panose="02000506040000020004" pitchFamily="2" charset="0"/>
              </a:rPr>
              <a:t> se refieren a las diferentes arquitecturas utilizadas para almacenar, organizar y consultar la información analítica. La diferencia principal entre ellas radica en </a:t>
            </a:r>
            <a:r>
              <a:rPr lang="es-MX" sz="1800" b="1" dirty="0">
                <a:solidFill>
                  <a:srgbClr val="77C6FC"/>
                </a:solidFill>
                <a:latin typeface="Fjalla One" panose="02000506040000020004" pitchFamily="2" charset="0"/>
              </a:rPr>
              <a:t>dónde se almacenan los datos y cómo se procesan las consultas</a:t>
            </a:r>
            <a:r>
              <a:rPr lang="es-MX" sz="1800" dirty="0">
                <a:solidFill>
                  <a:srgbClr val="77C6FC"/>
                </a:solidFill>
                <a:latin typeface="Fjalla One" panose="02000506040000020004" pitchFamily="2" charset="0"/>
              </a:rPr>
              <a:t>.</a:t>
            </a:r>
          </a:p>
        </p:txBody>
      </p:sp>
    </p:spTree>
    <p:extLst>
      <p:ext uri="{BB962C8B-B14F-4D97-AF65-F5344CB8AC3E}">
        <p14:creationId xmlns:p14="http://schemas.microsoft.com/office/powerpoint/2010/main" val="13582685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FF981380-4EF6-B545-3F47-1184B9FD1333}"/>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FF2F4426-58D4-74DC-FE7E-E954B807D9F1}"/>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AFEFB0AC-D50F-C01D-DA01-95ECE13FDE6B}"/>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4E73B746-CCE1-B88A-456D-003E5558C0B3}"/>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C36D3FDA-6A3C-1380-6163-140218875B0D}"/>
              </a:ext>
            </a:extLst>
          </p:cNvPr>
          <p:cNvSpPr txBox="1">
            <a:spLocks noGrp="1"/>
          </p:cNvSpPr>
          <p:nvPr>
            <p:ph type="title"/>
          </p:nvPr>
        </p:nvSpPr>
        <p:spPr>
          <a:xfrm>
            <a:off x="1006052" y="60991"/>
            <a:ext cx="6964471" cy="572700"/>
          </a:xfrm>
          <a:prstGeom prst="rect">
            <a:avLst/>
          </a:prstGeom>
        </p:spPr>
        <p:txBody>
          <a:bodyPr spcFirstLastPara="1" wrap="square" lIns="91425" tIns="91425" rIns="91425" bIns="91425" anchor="t" anchorCtr="0">
            <a:noAutofit/>
          </a:bodyPr>
          <a:lstStyle/>
          <a:p>
            <a:pPr fontAlgn="t"/>
            <a:r>
              <a:rPr lang="es-MX" dirty="0"/>
              <a:t>Ejemplo tipos de OLAP</a:t>
            </a:r>
          </a:p>
        </p:txBody>
      </p:sp>
      <p:pic>
        <p:nvPicPr>
          <p:cNvPr id="6" name="Imagen 5">
            <a:extLst>
              <a:ext uri="{FF2B5EF4-FFF2-40B4-BE49-F238E27FC236}">
                <a16:creationId xmlns:a16="http://schemas.microsoft.com/office/drawing/2014/main" id="{F9870B75-135D-7DD0-7098-95979C7E80C1}"/>
              </a:ext>
            </a:extLst>
          </p:cNvPr>
          <p:cNvPicPr>
            <a:picLocks noChangeAspect="1"/>
          </p:cNvPicPr>
          <p:nvPr/>
        </p:nvPicPr>
        <p:blipFill>
          <a:blip r:embed="rId3"/>
          <a:stretch>
            <a:fillRect/>
          </a:stretch>
        </p:blipFill>
        <p:spPr>
          <a:xfrm>
            <a:off x="0" y="865102"/>
            <a:ext cx="9144000" cy="2641687"/>
          </a:xfrm>
          <a:prstGeom prst="rect">
            <a:avLst/>
          </a:prstGeom>
        </p:spPr>
      </p:pic>
      <p:pic>
        <p:nvPicPr>
          <p:cNvPr id="8" name="Imagen 7">
            <a:extLst>
              <a:ext uri="{FF2B5EF4-FFF2-40B4-BE49-F238E27FC236}">
                <a16:creationId xmlns:a16="http://schemas.microsoft.com/office/drawing/2014/main" id="{F2CD6874-DF61-94DE-AE87-B50382F1C81B}"/>
              </a:ext>
            </a:extLst>
          </p:cNvPr>
          <p:cNvPicPr>
            <a:picLocks noChangeAspect="1"/>
          </p:cNvPicPr>
          <p:nvPr/>
        </p:nvPicPr>
        <p:blipFill>
          <a:blip r:embed="rId4"/>
          <a:stretch>
            <a:fillRect/>
          </a:stretch>
        </p:blipFill>
        <p:spPr>
          <a:xfrm>
            <a:off x="72183" y="3714450"/>
            <a:ext cx="7582958" cy="1066949"/>
          </a:xfrm>
          <a:prstGeom prst="rect">
            <a:avLst/>
          </a:prstGeom>
        </p:spPr>
      </p:pic>
    </p:spTree>
    <p:extLst>
      <p:ext uri="{BB962C8B-B14F-4D97-AF65-F5344CB8AC3E}">
        <p14:creationId xmlns:p14="http://schemas.microsoft.com/office/powerpoint/2010/main" val="6570709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277AC1D1-CE04-69DD-5E1E-42F81DDC7D9D}"/>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AC3E8CBA-A11F-6202-2CEA-9F9BAC7B86D2}"/>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3858221B-B6A9-3403-50B0-08AA9DAE8F65}"/>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7AE3C6A3-BEC3-58D5-38F2-8530ECEA01EC}"/>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9" name="CuadroTexto 8">
            <a:extLst>
              <a:ext uri="{FF2B5EF4-FFF2-40B4-BE49-F238E27FC236}">
                <a16:creationId xmlns:a16="http://schemas.microsoft.com/office/drawing/2014/main" id="{AB53BCEA-FBC0-14D1-DE5C-3401B2C283FF}"/>
              </a:ext>
            </a:extLst>
          </p:cNvPr>
          <p:cNvSpPr txBox="1"/>
          <p:nvPr/>
        </p:nvSpPr>
        <p:spPr>
          <a:xfrm>
            <a:off x="1218448" y="515520"/>
            <a:ext cx="6810797" cy="4524315"/>
          </a:xfrm>
          <a:prstGeom prst="rect">
            <a:avLst/>
          </a:prstGeom>
          <a:noFill/>
        </p:spPr>
        <p:txBody>
          <a:bodyPr wrap="square">
            <a:spAutoFit/>
          </a:bodyPr>
          <a:lstStyle/>
          <a:p>
            <a:pPr fontAlgn="t">
              <a:lnSpc>
                <a:spcPct val="100000"/>
              </a:lnSpc>
              <a:buNone/>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Distinguir entre hechos, medidas y dimensiones dentro de un modelo dimensional.</a:t>
            </a:r>
          </a:p>
          <a:p>
            <a:pPr fontAlgn="t">
              <a:lnSpc>
                <a:spcPct val="100000"/>
              </a:lnSpc>
              <a:buNone/>
            </a:pPr>
            <a:endParaRPr lang="es-MX" sz="1600" b="1"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endParaRPr>
          </a:p>
          <a:p>
            <a:pPr fontAlgn="t">
              <a:lnSpc>
                <a:spcPct val="100000"/>
              </a:lnSpc>
              <a:buNone/>
            </a:pPr>
            <a:r>
              <a:rPr lang="es-MX" sz="1600" b="1"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Instrucciones</a:t>
            </a:r>
          </a:p>
          <a:p>
            <a:pPr fontAlgn="t">
              <a:lnSpc>
                <a:spcPct val="100000"/>
              </a:lnSpc>
              <a:buNone/>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Analice la siguiente información de una empresa comercial:</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Fecha de venta: 15/09/2026</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Ciudad: Aguascalientes</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Producto: Laptop</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Categoría: Tecnología</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Cantidad vendida: 5</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Importe: $75,000</a:t>
            </a:r>
          </a:p>
          <a:p>
            <a:pPr marL="342900" lvl="0" indent="-342900" fontAlgn="t">
              <a:lnSpc>
                <a:spcPct val="100000"/>
              </a:lnSpc>
              <a:buFont typeface="Arial" panose="020B0604020202020204" pitchFamily="34" charset="0"/>
              <a:buChar char="•"/>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Sucursal: Centro</a:t>
            </a:r>
          </a:p>
          <a:p>
            <a:pPr fontAlgn="t">
              <a:lnSpc>
                <a:spcPct val="100000"/>
              </a:lnSpc>
              <a:buNone/>
            </a:pPr>
            <a:r>
              <a:rPr lang="es-MX" sz="1600" b="1"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Preguntas</a:t>
            </a:r>
          </a:p>
          <a:p>
            <a:pPr marL="342900" lvl="0" indent="-342900" fontAlgn="t">
              <a:lnSpc>
                <a:spcPct val="100000"/>
              </a:lnSpc>
              <a:buFont typeface="+mj-lt"/>
              <a:buAutoNum type="arabicPeriod"/>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¿Cuáles son las medidas?</a:t>
            </a:r>
          </a:p>
          <a:p>
            <a:pPr marL="342900" lvl="0" indent="-342900" fontAlgn="t">
              <a:lnSpc>
                <a:spcPct val="100000"/>
              </a:lnSpc>
              <a:buFont typeface="+mj-lt"/>
              <a:buAutoNum type="arabicPeriod"/>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¿Qué atributos pertenecen a la dimensión Tiempo?</a:t>
            </a:r>
          </a:p>
          <a:p>
            <a:pPr marL="342900" lvl="0" indent="-342900" fontAlgn="t">
              <a:lnSpc>
                <a:spcPct val="100000"/>
              </a:lnSpc>
              <a:buFont typeface="+mj-lt"/>
              <a:buAutoNum type="arabicPeriod"/>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¿Qué atributos pertenecen a la dimensión Producto?</a:t>
            </a:r>
          </a:p>
          <a:p>
            <a:pPr marL="342900" lvl="0" indent="-342900" fontAlgn="t">
              <a:lnSpc>
                <a:spcPct val="100000"/>
              </a:lnSpc>
              <a:buFont typeface="+mj-lt"/>
              <a:buAutoNum type="arabicPeriod"/>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¿Qué atributos pertenecen a la dimensión Geografía?</a:t>
            </a:r>
          </a:p>
          <a:p>
            <a:pPr marL="342900" lvl="0" indent="-342900" fontAlgn="t">
              <a:lnSpc>
                <a:spcPct val="100000"/>
              </a:lnSpc>
              <a:buFont typeface="+mj-lt"/>
              <a:buAutoNum type="arabicPeriod"/>
            </a:pPr>
            <a:r>
              <a:rPr lang="es-MX" sz="1600" b="0" i="0" dirty="0">
                <a:solidFill>
                  <a:srgbClr val="002060"/>
                </a:solidFill>
                <a:effectLst/>
                <a:latin typeface="ADLaM Display" panose="02010000000000000000" pitchFamily="2" charset="0"/>
                <a:ea typeface="ADLaM Display" panose="02010000000000000000" pitchFamily="2" charset="0"/>
                <a:cs typeface="ADLaM Display" panose="02010000000000000000" pitchFamily="2" charset="0"/>
              </a:rPr>
              <a:t>Diseñe un esquema estrella simplificado.</a:t>
            </a:r>
          </a:p>
        </p:txBody>
      </p:sp>
      <p:sp>
        <p:nvSpPr>
          <p:cNvPr id="10" name="Google Shape;2308;p43">
            <a:extLst>
              <a:ext uri="{FF2B5EF4-FFF2-40B4-BE49-F238E27FC236}">
                <a16:creationId xmlns:a16="http://schemas.microsoft.com/office/drawing/2014/main" id="{01968C78-B3B9-00FC-8B3E-2D8559F1E81D}"/>
              </a:ext>
            </a:extLst>
          </p:cNvPr>
          <p:cNvSpPr txBox="1">
            <a:spLocks noGrp="1"/>
          </p:cNvSpPr>
          <p:nvPr>
            <p:ph type="title"/>
          </p:nvPr>
        </p:nvSpPr>
        <p:spPr>
          <a:xfrm>
            <a:off x="961081" y="103665"/>
            <a:ext cx="6964471" cy="572700"/>
          </a:xfrm>
          <a:prstGeom prst="rect">
            <a:avLst/>
          </a:prstGeom>
        </p:spPr>
        <p:txBody>
          <a:bodyPr spcFirstLastPara="1" wrap="square" lIns="91425" tIns="91425" rIns="91425" bIns="91425" anchor="t" anchorCtr="0">
            <a:noAutofit/>
          </a:bodyPr>
          <a:lstStyle/>
          <a:p>
            <a:pPr fontAlgn="t"/>
            <a:r>
              <a:rPr lang="es-MX" sz="2000" b="1" dirty="0"/>
              <a:t>Actividad. Identificar la tabla de hecho y las dimensiones</a:t>
            </a:r>
          </a:p>
        </p:txBody>
      </p:sp>
    </p:spTree>
    <p:extLst>
      <p:ext uri="{BB962C8B-B14F-4D97-AF65-F5344CB8AC3E}">
        <p14:creationId xmlns:p14="http://schemas.microsoft.com/office/powerpoint/2010/main" val="14176331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340">
          <a:extLst>
            <a:ext uri="{FF2B5EF4-FFF2-40B4-BE49-F238E27FC236}">
              <a16:creationId xmlns:a16="http://schemas.microsoft.com/office/drawing/2014/main" id="{72937F74-9149-2F4E-50EE-718A708BF8D9}"/>
            </a:ext>
          </a:extLst>
        </p:cNvPr>
        <p:cNvGrpSpPr/>
        <p:nvPr/>
      </p:nvGrpSpPr>
      <p:grpSpPr>
        <a:xfrm>
          <a:off x="0" y="0"/>
          <a:ext cx="0" cy="0"/>
          <a:chOff x="0" y="0"/>
          <a:chExt cx="0" cy="0"/>
        </a:xfrm>
      </p:grpSpPr>
      <p:sp>
        <p:nvSpPr>
          <p:cNvPr id="2342" name="Google Shape;2342;p46">
            <a:extLst>
              <a:ext uri="{FF2B5EF4-FFF2-40B4-BE49-F238E27FC236}">
                <a16:creationId xmlns:a16="http://schemas.microsoft.com/office/drawing/2014/main" id="{4942A7E9-3156-16B9-F40E-99EBF805BC9B}"/>
              </a:ext>
            </a:extLst>
          </p:cNvPr>
          <p:cNvSpPr txBox="1">
            <a:spLocks noGrp="1"/>
          </p:cNvSpPr>
          <p:nvPr>
            <p:ph type="title"/>
          </p:nvPr>
        </p:nvSpPr>
        <p:spPr>
          <a:xfrm>
            <a:off x="502775" y="493774"/>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KPI  y Toma de decisiones</a:t>
            </a:r>
            <a:endParaRPr dirty="0"/>
          </a:p>
        </p:txBody>
      </p:sp>
      <p:sp>
        <p:nvSpPr>
          <p:cNvPr id="2601" name="Google Shape;2601;p46">
            <a:extLst>
              <a:ext uri="{FF2B5EF4-FFF2-40B4-BE49-F238E27FC236}">
                <a16:creationId xmlns:a16="http://schemas.microsoft.com/office/drawing/2014/main" id="{9CA6E535-03ED-BFE7-0123-C55057535283}"/>
              </a:ext>
            </a:extLst>
          </p:cNvPr>
          <p:cNvSpPr/>
          <p:nvPr/>
        </p:nvSpPr>
        <p:spPr>
          <a:xfrm>
            <a:off x="82638" y="72947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46">
            <a:extLst>
              <a:ext uri="{FF2B5EF4-FFF2-40B4-BE49-F238E27FC236}">
                <a16:creationId xmlns:a16="http://schemas.microsoft.com/office/drawing/2014/main" id="{1A0B2228-3A48-1C10-3F43-2B3267A0FCAF}"/>
              </a:ext>
            </a:extLst>
          </p:cNvPr>
          <p:cNvGrpSpPr/>
          <p:nvPr/>
        </p:nvGrpSpPr>
        <p:grpSpPr>
          <a:xfrm>
            <a:off x="281850" y="287571"/>
            <a:ext cx="441900" cy="441900"/>
            <a:chOff x="876575" y="1934250"/>
            <a:chExt cx="441900" cy="441900"/>
          </a:xfrm>
        </p:grpSpPr>
        <p:sp>
          <p:nvSpPr>
            <p:cNvPr id="2603" name="Google Shape;2603;p46">
              <a:extLst>
                <a:ext uri="{FF2B5EF4-FFF2-40B4-BE49-F238E27FC236}">
                  <a16:creationId xmlns:a16="http://schemas.microsoft.com/office/drawing/2014/main" id="{2CF3C7D1-68B0-EAE0-6AE3-0EE5D93CEEF2}"/>
                </a:ext>
              </a:extLst>
            </p:cNvPr>
            <p:cNvSpPr/>
            <p:nvPr/>
          </p:nvSpPr>
          <p:spPr>
            <a:xfrm>
              <a:off x="876575" y="1934250"/>
              <a:ext cx="441900" cy="4419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6">
              <a:extLst>
                <a:ext uri="{FF2B5EF4-FFF2-40B4-BE49-F238E27FC236}">
                  <a16:creationId xmlns:a16="http://schemas.microsoft.com/office/drawing/2014/main" id="{D7D96C30-89DA-49F4-A674-288AE4A7AE60}"/>
                </a:ext>
              </a:extLst>
            </p:cNvPr>
            <p:cNvSpPr/>
            <p:nvPr/>
          </p:nvSpPr>
          <p:spPr>
            <a:xfrm>
              <a:off x="970750" y="2028425"/>
              <a:ext cx="253500" cy="2535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5" name="Google Shape;2605;p46">
            <a:extLst>
              <a:ext uri="{FF2B5EF4-FFF2-40B4-BE49-F238E27FC236}">
                <a16:creationId xmlns:a16="http://schemas.microsoft.com/office/drawing/2014/main" id="{65B839B4-71DC-12DC-BCFE-873BA24C78C5}"/>
              </a:ext>
            </a:extLst>
          </p:cNvPr>
          <p:cNvSpPr/>
          <p:nvPr/>
        </p:nvSpPr>
        <p:spPr>
          <a:xfrm>
            <a:off x="8154675" y="2057315"/>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6">
            <a:extLst>
              <a:ext uri="{FF2B5EF4-FFF2-40B4-BE49-F238E27FC236}">
                <a16:creationId xmlns:a16="http://schemas.microsoft.com/office/drawing/2014/main" id="{13545C84-4CCD-AD63-F539-408236AD48FE}"/>
              </a:ext>
            </a:extLst>
          </p:cNvPr>
          <p:cNvSpPr/>
          <p:nvPr/>
        </p:nvSpPr>
        <p:spPr>
          <a:xfrm>
            <a:off x="8021288" y="2209440"/>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6">
            <a:extLst>
              <a:ext uri="{FF2B5EF4-FFF2-40B4-BE49-F238E27FC236}">
                <a16:creationId xmlns:a16="http://schemas.microsoft.com/office/drawing/2014/main" id="{B854860B-3869-B6BE-7072-96A45DFB148A}"/>
              </a:ext>
            </a:extLst>
          </p:cNvPr>
          <p:cNvSpPr/>
          <p:nvPr/>
        </p:nvSpPr>
        <p:spPr>
          <a:xfrm>
            <a:off x="8303832" y="2271090"/>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8" name="Google Shape;2608;p46">
            <a:extLst>
              <a:ext uri="{FF2B5EF4-FFF2-40B4-BE49-F238E27FC236}">
                <a16:creationId xmlns:a16="http://schemas.microsoft.com/office/drawing/2014/main" id="{7FDCCBEA-ABC4-721F-B53F-79BDD03CDD9D}"/>
              </a:ext>
            </a:extLst>
          </p:cNvPr>
          <p:cNvGrpSpPr/>
          <p:nvPr/>
        </p:nvGrpSpPr>
        <p:grpSpPr>
          <a:xfrm>
            <a:off x="8248875" y="1712683"/>
            <a:ext cx="344700" cy="344700"/>
            <a:chOff x="2923775" y="2089350"/>
            <a:chExt cx="344700" cy="344700"/>
          </a:xfrm>
        </p:grpSpPr>
        <p:sp>
          <p:nvSpPr>
            <p:cNvPr id="2609" name="Google Shape;2609;p46">
              <a:extLst>
                <a:ext uri="{FF2B5EF4-FFF2-40B4-BE49-F238E27FC236}">
                  <a16:creationId xmlns:a16="http://schemas.microsoft.com/office/drawing/2014/main" id="{D523CC49-66DC-7352-6CAE-E183EF16F103}"/>
                </a:ext>
              </a:extLst>
            </p:cNvPr>
            <p:cNvSpPr/>
            <p:nvPr/>
          </p:nvSpPr>
          <p:spPr>
            <a:xfrm>
              <a:off x="2923775" y="2089350"/>
              <a:ext cx="344700" cy="3447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6">
              <a:extLst>
                <a:ext uri="{FF2B5EF4-FFF2-40B4-BE49-F238E27FC236}">
                  <a16:creationId xmlns:a16="http://schemas.microsoft.com/office/drawing/2014/main" id="{4780222D-4828-5F80-79C4-6142B08EE710}"/>
                </a:ext>
              </a:extLst>
            </p:cNvPr>
            <p:cNvSpPr/>
            <p:nvPr/>
          </p:nvSpPr>
          <p:spPr>
            <a:xfrm>
              <a:off x="2997241" y="2162816"/>
              <a:ext cx="197700" cy="1977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1" name="Google Shape;2611;p46">
            <a:extLst>
              <a:ext uri="{FF2B5EF4-FFF2-40B4-BE49-F238E27FC236}">
                <a16:creationId xmlns:a16="http://schemas.microsoft.com/office/drawing/2014/main" id="{3C348A30-0FA2-37F8-1510-AB7C84458BD8}"/>
              </a:ext>
            </a:extLst>
          </p:cNvPr>
          <p:cNvSpPr/>
          <p:nvPr/>
        </p:nvSpPr>
        <p:spPr>
          <a:xfrm>
            <a:off x="8559381" y="3705201"/>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6">
            <a:extLst>
              <a:ext uri="{FF2B5EF4-FFF2-40B4-BE49-F238E27FC236}">
                <a16:creationId xmlns:a16="http://schemas.microsoft.com/office/drawing/2014/main" id="{DE13C084-A266-9C92-2E05-1F02CCD19231}"/>
              </a:ext>
            </a:extLst>
          </p:cNvPr>
          <p:cNvSpPr/>
          <p:nvPr/>
        </p:nvSpPr>
        <p:spPr>
          <a:xfrm>
            <a:off x="8624603" y="355310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CuadroTexto 3">
            <a:extLst>
              <a:ext uri="{FF2B5EF4-FFF2-40B4-BE49-F238E27FC236}">
                <a16:creationId xmlns:a16="http://schemas.microsoft.com/office/drawing/2014/main" id="{192C5CA1-D7F2-D9A5-0189-23BF2C82A1C3}"/>
              </a:ext>
            </a:extLst>
          </p:cNvPr>
          <p:cNvSpPr txBox="1"/>
          <p:nvPr/>
        </p:nvSpPr>
        <p:spPr>
          <a:xfrm>
            <a:off x="895125" y="1538511"/>
            <a:ext cx="7128328" cy="1938992"/>
          </a:xfrm>
          <a:prstGeom prst="rect">
            <a:avLst/>
          </a:prstGeom>
          <a:noFill/>
        </p:spPr>
        <p:txBody>
          <a:bodyPr wrap="square">
            <a:spAutoFit/>
          </a:bodyPr>
          <a:lstStyle/>
          <a:p>
            <a:pPr algn="just" fontAlgn="t">
              <a:lnSpc>
                <a:spcPct val="100000"/>
              </a:lnSpc>
              <a:buNone/>
            </a:pPr>
            <a:r>
              <a:rPr lang="es-MX" sz="2000" b="0" i="0" dirty="0">
                <a:solidFill>
                  <a:srgbClr val="77C6FC"/>
                </a:solidFill>
                <a:effectLst/>
                <a:latin typeface="Fjalla One" panose="02000506040000020004" pitchFamily="2" charset="0"/>
              </a:rPr>
              <a:t>Los sistemas OLAP permiten transformar grandes volúmenes de datos históricos en información estratégica mediante la generación de indicadores clave de desempeño (KPI). Estos indicadores facilitan la evaluación del cumplimiento de objetivos, la identificación de tendencias y la detección de oportunidades de mejora dentro de una organización.</a:t>
            </a:r>
          </a:p>
        </p:txBody>
      </p:sp>
      <p:pic>
        <p:nvPicPr>
          <p:cNvPr id="8" name="Imagen 7">
            <a:extLst>
              <a:ext uri="{FF2B5EF4-FFF2-40B4-BE49-F238E27FC236}">
                <a16:creationId xmlns:a16="http://schemas.microsoft.com/office/drawing/2014/main" id="{C07D6D06-315F-D561-0DFA-B812046E2C89}"/>
              </a:ext>
            </a:extLst>
          </p:cNvPr>
          <p:cNvPicPr>
            <a:picLocks noChangeAspect="1"/>
          </p:cNvPicPr>
          <p:nvPr/>
        </p:nvPicPr>
        <p:blipFill>
          <a:blip r:embed="rId3"/>
          <a:stretch>
            <a:fillRect/>
          </a:stretch>
        </p:blipFill>
        <p:spPr>
          <a:xfrm rot="5400000">
            <a:off x="5758158" y="2043722"/>
            <a:ext cx="1516342" cy="5143500"/>
          </a:xfrm>
          <a:prstGeom prst="rect">
            <a:avLst/>
          </a:prstGeom>
        </p:spPr>
      </p:pic>
    </p:spTree>
    <p:extLst>
      <p:ext uri="{BB962C8B-B14F-4D97-AF65-F5344CB8AC3E}">
        <p14:creationId xmlns:p14="http://schemas.microsoft.com/office/powerpoint/2010/main" val="29146023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306">
          <a:extLst>
            <a:ext uri="{FF2B5EF4-FFF2-40B4-BE49-F238E27FC236}">
              <a16:creationId xmlns:a16="http://schemas.microsoft.com/office/drawing/2014/main" id="{1CC26261-5690-3084-ABA0-14540DA2987C}"/>
            </a:ext>
          </a:extLst>
        </p:cNvPr>
        <p:cNvGrpSpPr/>
        <p:nvPr/>
      </p:nvGrpSpPr>
      <p:grpSpPr>
        <a:xfrm>
          <a:off x="0" y="0"/>
          <a:ext cx="0" cy="0"/>
          <a:chOff x="0" y="0"/>
          <a:chExt cx="0" cy="0"/>
        </a:xfrm>
      </p:grpSpPr>
      <p:sp>
        <p:nvSpPr>
          <p:cNvPr id="2309" name="Google Shape;2309;p43">
            <a:extLst>
              <a:ext uri="{FF2B5EF4-FFF2-40B4-BE49-F238E27FC236}">
                <a16:creationId xmlns:a16="http://schemas.microsoft.com/office/drawing/2014/main" id="{F46C1D77-7379-059C-AB74-8B6F77F32964}"/>
              </a:ext>
            </a:extLst>
          </p:cNvPr>
          <p:cNvSpPr txBox="1"/>
          <p:nvPr/>
        </p:nvSpPr>
        <p:spPr>
          <a:xfrm>
            <a:off x="6372177" y="3145536"/>
            <a:ext cx="877800" cy="530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3000">
                <a:solidFill>
                  <a:schemeClr val="lt1"/>
                </a:solidFill>
                <a:latin typeface="Barlow Semi Condensed Medium"/>
                <a:ea typeface="Barlow Semi Condensed Medium"/>
                <a:cs typeface="Barlow Semi Condensed Medium"/>
                <a:sym typeface="Barlow Semi Condensed Medium"/>
              </a:rPr>
              <a:t>45K</a:t>
            </a:r>
            <a:endParaRPr sz="3000">
              <a:solidFill>
                <a:schemeClr val="lt1"/>
              </a:solidFill>
              <a:latin typeface="Barlow Semi Condensed Medium"/>
              <a:ea typeface="Barlow Semi Condensed Medium"/>
              <a:cs typeface="Barlow Semi Condensed Medium"/>
              <a:sym typeface="Barlow Semi Condensed Medium"/>
            </a:endParaRPr>
          </a:p>
        </p:txBody>
      </p:sp>
      <p:sp>
        <p:nvSpPr>
          <p:cNvPr id="2317" name="Google Shape;2317;p43">
            <a:extLst>
              <a:ext uri="{FF2B5EF4-FFF2-40B4-BE49-F238E27FC236}">
                <a16:creationId xmlns:a16="http://schemas.microsoft.com/office/drawing/2014/main" id="{19E476B8-866B-6C60-AF51-BD0610E50762}"/>
              </a:ext>
            </a:extLst>
          </p:cNvPr>
          <p:cNvSpPr txBox="1"/>
          <p:nvPr/>
        </p:nvSpPr>
        <p:spPr>
          <a:xfrm>
            <a:off x="6372177" y="1362456"/>
            <a:ext cx="877800" cy="53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2700">
                <a:solidFill>
                  <a:schemeClr val="lt1"/>
                </a:solidFill>
                <a:latin typeface="Barlow Semi Condensed Medium"/>
                <a:ea typeface="Barlow Semi Condensed Medium"/>
                <a:cs typeface="Barlow Semi Condensed Medium"/>
                <a:sym typeface="Barlow Semi Condensed Medium"/>
              </a:rPr>
              <a:t>$20K</a:t>
            </a:r>
            <a:endParaRPr sz="2700">
              <a:solidFill>
                <a:schemeClr val="lt1"/>
              </a:solidFill>
              <a:latin typeface="Barlow Semi Condensed Medium"/>
              <a:ea typeface="Barlow Semi Condensed Medium"/>
              <a:cs typeface="Barlow Semi Condensed Medium"/>
              <a:sym typeface="Barlow Semi Condensed Medium"/>
            </a:endParaRPr>
          </a:p>
        </p:txBody>
      </p:sp>
      <p:sp>
        <p:nvSpPr>
          <p:cNvPr id="3" name="CuadroTexto 2">
            <a:extLst>
              <a:ext uri="{FF2B5EF4-FFF2-40B4-BE49-F238E27FC236}">
                <a16:creationId xmlns:a16="http://schemas.microsoft.com/office/drawing/2014/main" id="{F9BC8366-43AA-CB10-311F-72F43B545321}"/>
              </a:ext>
            </a:extLst>
          </p:cNvPr>
          <p:cNvSpPr txBox="1"/>
          <p:nvPr/>
        </p:nvSpPr>
        <p:spPr>
          <a:xfrm>
            <a:off x="2286000" y="2185946"/>
            <a:ext cx="4572000" cy="307777"/>
          </a:xfrm>
          <a:prstGeom prst="rect">
            <a:avLst/>
          </a:prstGeom>
          <a:noFill/>
        </p:spPr>
        <p:txBody>
          <a:bodyPr wrap="square">
            <a:spAutoFit/>
          </a:bodyPr>
          <a:lstStyle/>
          <a:p>
            <a:pPr fontAlgn="t">
              <a:lnSpc>
                <a:spcPct val="100000"/>
              </a:lnSpc>
              <a:buNone/>
            </a:pPr>
            <a:r>
              <a:rPr lang="es-MX" sz="1400" b="0" i="0" dirty="0">
                <a:effectLst/>
                <a:latin typeface="Arial"/>
              </a:rPr>
              <a:t>.</a:t>
            </a:r>
            <a:endParaRPr lang="es-MX" sz="1400" b="0" i="0" dirty="0">
              <a:effectLst/>
              <a:latin typeface="Segoe UI" panose="020B0502040204020203" pitchFamily="34" charset="0"/>
            </a:endParaRPr>
          </a:p>
        </p:txBody>
      </p:sp>
      <p:sp>
        <p:nvSpPr>
          <p:cNvPr id="2" name="Google Shape;2308;p43">
            <a:extLst>
              <a:ext uri="{FF2B5EF4-FFF2-40B4-BE49-F238E27FC236}">
                <a16:creationId xmlns:a16="http://schemas.microsoft.com/office/drawing/2014/main" id="{86BD5700-0F93-332E-AF77-AACFD9B1DD9E}"/>
              </a:ext>
            </a:extLst>
          </p:cNvPr>
          <p:cNvSpPr txBox="1">
            <a:spLocks noGrp="1"/>
          </p:cNvSpPr>
          <p:nvPr>
            <p:ph type="title"/>
          </p:nvPr>
        </p:nvSpPr>
        <p:spPr>
          <a:xfrm>
            <a:off x="998795" y="554368"/>
            <a:ext cx="6964471" cy="572700"/>
          </a:xfrm>
          <a:prstGeom prst="rect">
            <a:avLst/>
          </a:prstGeom>
        </p:spPr>
        <p:txBody>
          <a:bodyPr spcFirstLastPara="1" wrap="square" lIns="91425" tIns="91425" rIns="91425" bIns="91425" anchor="t" anchorCtr="0">
            <a:noAutofit/>
          </a:bodyPr>
          <a:lstStyle/>
          <a:p>
            <a:pPr fontAlgn="t"/>
            <a:r>
              <a:rPr lang="es-MX" dirty="0"/>
              <a:t>Ejemplo de KPI obtenidos mediante OLAP</a:t>
            </a:r>
            <a:br>
              <a:rPr lang="es-MX" dirty="0"/>
            </a:br>
            <a:endParaRPr lang="es-MX" dirty="0"/>
          </a:p>
        </p:txBody>
      </p:sp>
      <p:sp>
        <p:nvSpPr>
          <p:cNvPr id="5" name="CuadroTexto 4">
            <a:extLst>
              <a:ext uri="{FF2B5EF4-FFF2-40B4-BE49-F238E27FC236}">
                <a16:creationId xmlns:a16="http://schemas.microsoft.com/office/drawing/2014/main" id="{55A7F8F9-A3C7-5FC9-F230-B137F5A0D57D}"/>
              </a:ext>
            </a:extLst>
          </p:cNvPr>
          <p:cNvSpPr txBox="1"/>
          <p:nvPr/>
        </p:nvSpPr>
        <p:spPr>
          <a:xfrm>
            <a:off x="2423885" y="1452974"/>
            <a:ext cx="4572000" cy="2862322"/>
          </a:xfrm>
          <a:prstGeom prst="rect">
            <a:avLst/>
          </a:prstGeom>
          <a:noFill/>
        </p:spPr>
        <p:txBody>
          <a:bodyPr wrap="square">
            <a:spAutoFit/>
          </a:bodyPr>
          <a:lstStyle/>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Ventas totales por período.</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Crecimiento porcentual de las ventas.</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Participación de mercado por región.</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Margen de utilidad por producto.</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Rentabilidad por sucursal.</a:t>
            </a:r>
          </a:p>
          <a:p>
            <a:pPr marL="342900" lvl="0" indent="-342900" fontAlgn="t">
              <a:lnSpc>
                <a:spcPct val="150000"/>
              </a:lnSpc>
              <a:buFont typeface="Arial" panose="020B0604020202020204" pitchFamily="34" charset="0"/>
              <a:buChar char="•"/>
            </a:pPr>
            <a:r>
              <a:rPr lang="es-MX" sz="2000" b="0" i="0" dirty="0">
                <a:solidFill>
                  <a:srgbClr val="77C6FC"/>
                </a:solidFill>
                <a:effectLst/>
                <a:latin typeface="Fjalla One" panose="02000506040000020004" pitchFamily="2" charset="0"/>
              </a:rPr>
              <a:t>Índice de satisfacción del cliente.</a:t>
            </a:r>
          </a:p>
        </p:txBody>
      </p:sp>
    </p:spTree>
    <p:extLst>
      <p:ext uri="{BB962C8B-B14F-4D97-AF65-F5344CB8AC3E}">
        <p14:creationId xmlns:p14="http://schemas.microsoft.com/office/powerpoint/2010/main" val="27497818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340">
          <a:extLst>
            <a:ext uri="{FF2B5EF4-FFF2-40B4-BE49-F238E27FC236}">
              <a16:creationId xmlns:a16="http://schemas.microsoft.com/office/drawing/2014/main" id="{96C07129-EAF4-3E99-37E4-DFA8AA06E858}"/>
            </a:ext>
          </a:extLst>
        </p:cNvPr>
        <p:cNvGrpSpPr/>
        <p:nvPr/>
      </p:nvGrpSpPr>
      <p:grpSpPr>
        <a:xfrm>
          <a:off x="0" y="0"/>
          <a:ext cx="0" cy="0"/>
          <a:chOff x="0" y="0"/>
          <a:chExt cx="0" cy="0"/>
        </a:xfrm>
      </p:grpSpPr>
      <p:sp>
        <p:nvSpPr>
          <p:cNvPr id="2342" name="Google Shape;2342;p46">
            <a:extLst>
              <a:ext uri="{FF2B5EF4-FFF2-40B4-BE49-F238E27FC236}">
                <a16:creationId xmlns:a16="http://schemas.microsoft.com/office/drawing/2014/main" id="{22F00869-4353-82C1-1318-0DDD2EC30405}"/>
              </a:ext>
            </a:extLst>
          </p:cNvPr>
          <p:cNvSpPr txBox="1">
            <a:spLocks noGrp="1"/>
          </p:cNvSpPr>
          <p:nvPr>
            <p:ph type="title"/>
          </p:nvPr>
        </p:nvSpPr>
        <p:spPr>
          <a:xfrm>
            <a:off x="502775" y="493774"/>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Ventajas OLAP</a:t>
            </a:r>
            <a:endParaRPr dirty="0"/>
          </a:p>
        </p:txBody>
      </p:sp>
      <p:sp>
        <p:nvSpPr>
          <p:cNvPr id="2601" name="Google Shape;2601;p46">
            <a:extLst>
              <a:ext uri="{FF2B5EF4-FFF2-40B4-BE49-F238E27FC236}">
                <a16:creationId xmlns:a16="http://schemas.microsoft.com/office/drawing/2014/main" id="{D784A6B1-C4A5-B2A5-C556-2471A109D214}"/>
              </a:ext>
            </a:extLst>
          </p:cNvPr>
          <p:cNvSpPr/>
          <p:nvPr/>
        </p:nvSpPr>
        <p:spPr>
          <a:xfrm>
            <a:off x="82638" y="72947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46">
            <a:extLst>
              <a:ext uri="{FF2B5EF4-FFF2-40B4-BE49-F238E27FC236}">
                <a16:creationId xmlns:a16="http://schemas.microsoft.com/office/drawing/2014/main" id="{90A601DE-40F1-AC67-5136-7AA28AFC011E}"/>
              </a:ext>
            </a:extLst>
          </p:cNvPr>
          <p:cNvGrpSpPr/>
          <p:nvPr/>
        </p:nvGrpSpPr>
        <p:grpSpPr>
          <a:xfrm>
            <a:off x="281850" y="287571"/>
            <a:ext cx="441900" cy="441900"/>
            <a:chOff x="876575" y="1934250"/>
            <a:chExt cx="441900" cy="441900"/>
          </a:xfrm>
        </p:grpSpPr>
        <p:sp>
          <p:nvSpPr>
            <p:cNvPr id="2603" name="Google Shape;2603;p46">
              <a:extLst>
                <a:ext uri="{FF2B5EF4-FFF2-40B4-BE49-F238E27FC236}">
                  <a16:creationId xmlns:a16="http://schemas.microsoft.com/office/drawing/2014/main" id="{7088D87C-E1F9-87A3-0A28-64245305DAA4}"/>
                </a:ext>
              </a:extLst>
            </p:cNvPr>
            <p:cNvSpPr/>
            <p:nvPr/>
          </p:nvSpPr>
          <p:spPr>
            <a:xfrm>
              <a:off x="876575" y="1934250"/>
              <a:ext cx="441900" cy="4419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6">
              <a:extLst>
                <a:ext uri="{FF2B5EF4-FFF2-40B4-BE49-F238E27FC236}">
                  <a16:creationId xmlns:a16="http://schemas.microsoft.com/office/drawing/2014/main" id="{C064DA06-B342-23CD-55A6-B59414064C42}"/>
                </a:ext>
              </a:extLst>
            </p:cNvPr>
            <p:cNvSpPr/>
            <p:nvPr/>
          </p:nvSpPr>
          <p:spPr>
            <a:xfrm>
              <a:off x="970750" y="2028425"/>
              <a:ext cx="253500" cy="2535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5" name="Google Shape;2605;p46">
            <a:extLst>
              <a:ext uri="{FF2B5EF4-FFF2-40B4-BE49-F238E27FC236}">
                <a16:creationId xmlns:a16="http://schemas.microsoft.com/office/drawing/2014/main" id="{214BA53E-E17F-3617-86B3-86380056E87B}"/>
              </a:ext>
            </a:extLst>
          </p:cNvPr>
          <p:cNvSpPr/>
          <p:nvPr/>
        </p:nvSpPr>
        <p:spPr>
          <a:xfrm>
            <a:off x="8154675" y="2057315"/>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6">
            <a:extLst>
              <a:ext uri="{FF2B5EF4-FFF2-40B4-BE49-F238E27FC236}">
                <a16:creationId xmlns:a16="http://schemas.microsoft.com/office/drawing/2014/main" id="{038066E3-42FA-0EB3-0ADB-E838F2F7A1DB}"/>
              </a:ext>
            </a:extLst>
          </p:cNvPr>
          <p:cNvSpPr/>
          <p:nvPr/>
        </p:nvSpPr>
        <p:spPr>
          <a:xfrm>
            <a:off x="8021288" y="2209440"/>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6">
            <a:extLst>
              <a:ext uri="{FF2B5EF4-FFF2-40B4-BE49-F238E27FC236}">
                <a16:creationId xmlns:a16="http://schemas.microsoft.com/office/drawing/2014/main" id="{D49403F5-715F-6C9A-E581-EBE4F5E86CF8}"/>
              </a:ext>
            </a:extLst>
          </p:cNvPr>
          <p:cNvSpPr/>
          <p:nvPr/>
        </p:nvSpPr>
        <p:spPr>
          <a:xfrm>
            <a:off x="8303832" y="2271090"/>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8" name="Google Shape;2608;p46">
            <a:extLst>
              <a:ext uri="{FF2B5EF4-FFF2-40B4-BE49-F238E27FC236}">
                <a16:creationId xmlns:a16="http://schemas.microsoft.com/office/drawing/2014/main" id="{7C4816FF-A2C7-3375-ECA2-D09A33A1AF2A}"/>
              </a:ext>
            </a:extLst>
          </p:cNvPr>
          <p:cNvGrpSpPr/>
          <p:nvPr/>
        </p:nvGrpSpPr>
        <p:grpSpPr>
          <a:xfrm>
            <a:off x="8248875" y="1712683"/>
            <a:ext cx="344700" cy="344700"/>
            <a:chOff x="2923775" y="2089350"/>
            <a:chExt cx="344700" cy="344700"/>
          </a:xfrm>
        </p:grpSpPr>
        <p:sp>
          <p:nvSpPr>
            <p:cNvPr id="2609" name="Google Shape;2609;p46">
              <a:extLst>
                <a:ext uri="{FF2B5EF4-FFF2-40B4-BE49-F238E27FC236}">
                  <a16:creationId xmlns:a16="http://schemas.microsoft.com/office/drawing/2014/main" id="{3D462923-061C-3A92-D8FA-96638588143C}"/>
                </a:ext>
              </a:extLst>
            </p:cNvPr>
            <p:cNvSpPr/>
            <p:nvPr/>
          </p:nvSpPr>
          <p:spPr>
            <a:xfrm>
              <a:off x="2923775" y="2089350"/>
              <a:ext cx="344700" cy="3447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6">
              <a:extLst>
                <a:ext uri="{FF2B5EF4-FFF2-40B4-BE49-F238E27FC236}">
                  <a16:creationId xmlns:a16="http://schemas.microsoft.com/office/drawing/2014/main" id="{DCC3362A-7207-3E9F-FBE3-F90C67A24EFA}"/>
                </a:ext>
              </a:extLst>
            </p:cNvPr>
            <p:cNvSpPr/>
            <p:nvPr/>
          </p:nvSpPr>
          <p:spPr>
            <a:xfrm>
              <a:off x="2997241" y="2162816"/>
              <a:ext cx="197700" cy="1977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1" name="Google Shape;2611;p46">
            <a:extLst>
              <a:ext uri="{FF2B5EF4-FFF2-40B4-BE49-F238E27FC236}">
                <a16:creationId xmlns:a16="http://schemas.microsoft.com/office/drawing/2014/main" id="{A288CD25-DB86-2737-8F10-5431E3F7F855}"/>
              </a:ext>
            </a:extLst>
          </p:cNvPr>
          <p:cNvSpPr/>
          <p:nvPr/>
        </p:nvSpPr>
        <p:spPr>
          <a:xfrm>
            <a:off x="8559381" y="3705201"/>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6">
            <a:extLst>
              <a:ext uri="{FF2B5EF4-FFF2-40B4-BE49-F238E27FC236}">
                <a16:creationId xmlns:a16="http://schemas.microsoft.com/office/drawing/2014/main" id="{0A679A05-4E3F-198C-1EA5-79612E4D4D13}"/>
              </a:ext>
            </a:extLst>
          </p:cNvPr>
          <p:cNvSpPr/>
          <p:nvPr/>
        </p:nvSpPr>
        <p:spPr>
          <a:xfrm>
            <a:off x="8624603" y="355310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CuadroTexto 3">
            <a:extLst>
              <a:ext uri="{FF2B5EF4-FFF2-40B4-BE49-F238E27FC236}">
                <a16:creationId xmlns:a16="http://schemas.microsoft.com/office/drawing/2014/main" id="{BA3D3FA5-9171-F046-9D99-46F39BB578A1}"/>
              </a:ext>
            </a:extLst>
          </p:cNvPr>
          <p:cNvSpPr txBox="1"/>
          <p:nvPr/>
        </p:nvSpPr>
        <p:spPr>
          <a:xfrm>
            <a:off x="856227" y="911975"/>
            <a:ext cx="7128328" cy="3416320"/>
          </a:xfrm>
          <a:prstGeom prst="rect">
            <a:avLst/>
          </a:prstGeom>
          <a:noFill/>
        </p:spPr>
        <p:txBody>
          <a:bodyPr wrap="square">
            <a:spAutoFit/>
          </a:bodyPr>
          <a:lstStyle/>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Consultas analíticas rápidas.</a:t>
            </a:r>
          </a:p>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Análisis multidimensional de la información.</a:t>
            </a:r>
          </a:p>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Facilita la identificación de tendencias y patrones.</a:t>
            </a:r>
          </a:p>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Apoya la toma de decisiones estratégicas.</a:t>
            </a:r>
          </a:p>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Permite consolidar información de múltiples fuentes.</a:t>
            </a:r>
          </a:p>
          <a:p>
            <a:pPr marL="285750" indent="-28575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Genera indicadores de desempeño de manera eficiente.</a:t>
            </a:r>
          </a:p>
        </p:txBody>
      </p:sp>
      <p:pic>
        <p:nvPicPr>
          <p:cNvPr id="8" name="Imagen 7">
            <a:extLst>
              <a:ext uri="{FF2B5EF4-FFF2-40B4-BE49-F238E27FC236}">
                <a16:creationId xmlns:a16="http://schemas.microsoft.com/office/drawing/2014/main" id="{FA61FB1E-4469-F0E0-D5E9-D5CEAFE6AE1B}"/>
              </a:ext>
            </a:extLst>
          </p:cNvPr>
          <p:cNvPicPr>
            <a:picLocks noChangeAspect="1"/>
          </p:cNvPicPr>
          <p:nvPr/>
        </p:nvPicPr>
        <p:blipFill>
          <a:blip r:embed="rId3"/>
          <a:stretch>
            <a:fillRect/>
          </a:stretch>
        </p:blipFill>
        <p:spPr>
          <a:xfrm rot="5400000">
            <a:off x="5814079" y="2417946"/>
            <a:ext cx="1516342" cy="5143500"/>
          </a:xfrm>
          <a:prstGeom prst="rect">
            <a:avLst/>
          </a:prstGeom>
        </p:spPr>
      </p:pic>
    </p:spTree>
    <p:extLst>
      <p:ext uri="{BB962C8B-B14F-4D97-AF65-F5344CB8AC3E}">
        <p14:creationId xmlns:p14="http://schemas.microsoft.com/office/powerpoint/2010/main" val="5988154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340">
          <a:extLst>
            <a:ext uri="{FF2B5EF4-FFF2-40B4-BE49-F238E27FC236}">
              <a16:creationId xmlns:a16="http://schemas.microsoft.com/office/drawing/2014/main" id="{53520A2D-3341-82FC-F655-9858527F1350}"/>
            </a:ext>
          </a:extLst>
        </p:cNvPr>
        <p:cNvGrpSpPr/>
        <p:nvPr/>
      </p:nvGrpSpPr>
      <p:grpSpPr>
        <a:xfrm>
          <a:off x="0" y="0"/>
          <a:ext cx="0" cy="0"/>
          <a:chOff x="0" y="0"/>
          <a:chExt cx="0" cy="0"/>
        </a:xfrm>
      </p:grpSpPr>
      <p:sp>
        <p:nvSpPr>
          <p:cNvPr id="2342" name="Google Shape;2342;p46">
            <a:extLst>
              <a:ext uri="{FF2B5EF4-FFF2-40B4-BE49-F238E27FC236}">
                <a16:creationId xmlns:a16="http://schemas.microsoft.com/office/drawing/2014/main" id="{4F7072DF-1E95-A590-0226-1BF605F8947E}"/>
              </a:ext>
            </a:extLst>
          </p:cNvPr>
          <p:cNvSpPr txBox="1">
            <a:spLocks noGrp="1"/>
          </p:cNvSpPr>
          <p:nvPr>
            <p:ph type="title"/>
          </p:nvPr>
        </p:nvSpPr>
        <p:spPr>
          <a:xfrm>
            <a:off x="502775" y="493774"/>
            <a:ext cx="76965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Desventajas OLAP</a:t>
            </a:r>
            <a:endParaRPr dirty="0"/>
          </a:p>
        </p:txBody>
      </p:sp>
      <p:sp>
        <p:nvSpPr>
          <p:cNvPr id="2601" name="Google Shape;2601;p46">
            <a:extLst>
              <a:ext uri="{FF2B5EF4-FFF2-40B4-BE49-F238E27FC236}">
                <a16:creationId xmlns:a16="http://schemas.microsoft.com/office/drawing/2014/main" id="{0A596E5D-D86A-F5F7-4245-3D86918E5C87}"/>
              </a:ext>
            </a:extLst>
          </p:cNvPr>
          <p:cNvSpPr/>
          <p:nvPr/>
        </p:nvSpPr>
        <p:spPr>
          <a:xfrm>
            <a:off x="82638" y="72947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2" name="Google Shape;2602;p46">
            <a:extLst>
              <a:ext uri="{FF2B5EF4-FFF2-40B4-BE49-F238E27FC236}">
                <a16:creationId xmlns:a16="http://schemas.microsoft.com/office/drawing/2014/main" id="{71626154-0C80-0E69-32FD-1A33B417A66A}"/>
              </a:ext>
            </a:extLst>
          </p:cNvPr>
          <p:cNvGrpSpPr/>
          <p:nvPr/>
        </p:nvGrpSpPr>
        <p:grpSpPr>
          <a:xfrm>
            <a:off x="281850" y="287571"/>
            <a:ext cx="441900" cy="441900"/>
            <a:chOff x="876575" y="1934250"/>
            <a:chExt cx="441900" cy="441900"/>
          </a:xfrm>
        </p:grpSpPr>
        <p:sp>
          <p:nvSpPr>
            <p:cNvPr id="2603" name="Google Shape;2603;p46">
              <a:extLst>
                <a:ext uri="{FF2B5EF4-FFF2-40B4-BE49-F238E27FC236}">
                  <a16:creationId xmlns:a16="http://schemas.microsoft.com/office/drawing/2014/main" id="{63116E8D-ACF3-F9C4-24F4-27DA1BBBEDEA}"/>
                </a:ext>
              </a:extLst>
            </p:cNvPr>
            <p:cNvSpPr/>
            <p:nvPr/>
          </p:nvSpPr>
          <p:spPr>
            <a:xfrm>
              <a:off x="876575" y="1934250"/>
              <a:ext cx="441900" cy="4419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6">
              <a:extLst>
                <a:ext uri="{FF2B5EF4-FFF2-40B4-BE49-F238E27FC236}">
                  <a16:creationId xmlns:a16="http://schemas.microsoft.com/office/drawing/2014/main" id="{2A962A48-206D-F657-70A1-48F1FFFAC723}"/>
                </a:ext>
              </a:extLst>
            </p:cNvPr>
            <p:cNvSpPr/>
            <p:nvPr/>
          </p:nvSpPr>
          <p:spPr>
            <a:xfrm>
              <a:off x="970750" y="2028425"/>
              <a:ext cx="253500" cy="2535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05" name="Google Shape;2605;p46">
            <a:extLst>
              <a:ext uri="{FF2B5EF4-FFF2-40B4-BE49-F238E27FC236}">
                <a16:creationId xmlns:a16="http://schemas.microsoft.com/office/drawing/2014/main" id="{F4AA817A-C5CD-D7F9-C1DD-9DAED7BE3539}"/>
              </a:ext>
            </a:extLst>
          </p:cNvPr>
          <p:cNvSpPr/>
          <p:nvPr/>
        </p:nvSpPr>
        <p:spPr>
          <a:xfrm>
            <a:off x="8154675" y="2057315"/>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6">
            <a:extLst>
              <a:ext uri="{FF2B5EF4-FFF2-40B4-BE49-F238E27FC236}">
                <a16:creationId xmlns:a16="http://schemas.microsoft.com/office/drawing/2014/main" id="{C8968760-A3CE-01F6-CBFB-F10C14B10F21}"/>
              </a:ext>
            </a:extLst>
          </p:cNvPr>
          <p:cNvSpPr/>
          <p:nvPr/>
        </p:nvSpPr>
        <p:spPr>
          <a:xfrm>
            <a:off x="8021288" y="2209440"/>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6">
            <a:extLst>
              <a:ext uri="{FF2B5EF4-FFF2-40B4-BE49-F238E27FC236}">
                <a16:creationId xmlns:a16="http://schemas.microsoft.com/office/drawing/2014/main" id="{4980E084-75F3-4AD5-F7C5-4523FF7B911A}"/>
              </a:ext>
            </a:extLst>
          </p:cNvPr>
          <p:cNvSpPr/>
          <p:nvPr/>
        </p:nvSpPr>
        <p:spPr>
          <a:xfrm>
            <a:off x="8303832" y="2271090"/>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08" name="Google Shape;2608;p46">
            <a:extLst>
              <a:ext uri="{FF2B5EF4-FFF2-40B4-BE49-F238E27FC236}">
                <a16:creationId xmlns:a16="http://schemas.microsoft.com/office/drawing/2014/main" id="{393D6FD3-8EF5-9DC5-3720-A550BD4F0132}"/>
              </a:ext>
            </a:extLst>
          </p:cNvPr>
          <p:cNvGrpSpPr/>
          <p:nvPr/>
        </p:nvGrpSpPr>
        <p:grpSpPr>
          <a:xfrm>
            <a:off x="8248875" y="1712683"/>
            <a:ext cx="344700" cy="344700"/>
            <a:chOff x="2923775" y="2089350"/>
            <a:chExt cx="344700" cy="344700"/>
          </a:xfrm>
        </p:grpSpPr>
        <p:sp>
          <p:nvSpPr>
            <p:cNvPr id="2609" name="Google Shape;2609;p46">
              <a:extLst>
                <a:ext uri="{FF2B5EF4-FFF2-40B4-BE49-F238E27FC236}">
                  <a16:creationId xmlns:a16="http://schemas.microsoft.com/office/drawing/2014/main" id="{626719DD-A81D-A315-6B01-9AF26AD5BDC7}"/>
                </a:ext>
              </a:extLst>
            </p:cNvPr>
            <p:cNvSpPr/>
            <p:nvPr/>
          </p:nvSpPr>
          <p:spPr>
            <a:xfrm>
              <a:off x="2923775" y="2089350"/>
              <a:ext cx="344700" cy="3447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6">
              <a:extLst>
                <a:ext uri="{FF2B5EF4-FFF2-40B4-BE49-F238E27FC236}">
                  <a16:creationId xmlns:a16="http://schemas.microsoft.com/office/drawing/2014/main" id="{84D4B8AA-DEDE-BBDA-DD1C-995A8F4E06B4}"/>
                </a:ext>
              </a:extLst>
            </p:cNvPr>
            <p:cNvSpPr/>
            <p:nvPr/>
          </p:nvSpPr>
          <p:spPr>
            <a:xfrm>
              <a:off x="2997241" y="2162816"/>
              <a:ext cx="197700" cy="1977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11" name="Google Shape;2611;p46">
            <a:extLst>
              <a:ext uri="{FF2B5EF4-FFF2-40B4-BE49-F238E27FC236}">
                <a16:creationId xmlns:a16="http://schemas.microsoft.com/office/drawing/2014/main" id="{2822B24D-B9CF-CC2F-20A7-5EEBF1C74DC4}"/>
              </a:ext>
            </a:extLst>
          </p:cNvPr>
          <p:cNvSpPr/>
          <p:nvPr/>
        </p:nvSpPr>
        <p:spPr>
          <a:xfrm>
            <a:off x="8559381" y="3705201"/>
            <a:ext cx="94200" cy="942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6">
            <a:extLst>
              <a:ext uri="{FF2B5EF4-FFF2-40B4-BE49-F238E27FC236}">
                <a16:creationId xmlns:a16="http://schemas.microsoft.com/office/drawing/2014/main" id="{53DE5DA0-C113-1F67-7BF8-47F79C7FA896}"/>
              </a:ext>
            </a:extLst>
          </p:cNvPr>
          <p:cNvSpPr/>
          <p:nvPr/>
        </p:nvSpPr>
        <p:spPr>
          <a:xfrm>
            <a:off x="8624603" y="3553101"/>
            <a:ext cx="152100" cy="1521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CuadroTexto 3">
            <a:extLst>
              <a:ext uri="{FF2B5EF4-FFF2-40B4-BE49-F238E27FC236}">
                <a16:creationId xmlns:a16="http://schemas.microsoft.com/office/drawing/2014/main" id="{8306A75E-2BC5-4F84-4F75-130DFB2FC505}"/>
              </a:ext>
            </a:extLst>
          </p:cNvPr>
          <p:cNvSpPr txBox="1"/>
          <p:nvPr/>
        </p:nvSpPr>
        <p:spPr>
          <a:xfrm>
            <a:off x="838943" y="1217838"/>
            <a:ext cx="7466114" cy="2862322"/>
          </a:xfrm>
          <a:prstGeom prst="rect">
            <a:avLst/>
          </a:prstGeom>
          <a:noFill/>
        </p:spPr>
        <p:txBody>
          <a:bodyPr wrap="square">
            <a:spAutoFit/>
          </a:bodyPr>
          <a:lstStyle/>
          <a:p>
            <a:pPr marL="342900" indent="-34290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Requiere una inversión inicial considerable.</a:t>
            </a:r>
          </a:p>
          <a:p>
            <a:pPr marL="342900" indent="-34290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Necesita procesos de integración y limpieza de datos.</a:t>
            </a:r>
          </a:p>
          <a:p>
            <a:pPr marL="342900" indent="-34290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Puede requerir gran capacidad de almacenamiento.</a:t>
            </a:r>
          </a:p>
          <a:p>
            <a:pPr marL="342900" indent="-34290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El mantenimiento de cubos y modelos puede ser complejo.</a:t>
            </a:r>
          </a:p>
          <a:p>
            <a:pPr marL="342900" indent="-342900" fontAlgn="t">
              <a:lnSpc>
                <a:spcPct val="150000"/>
              </a:lnSpc>
              <a:buSzPct val="150000"/>
              <a:buFont typeface="Arial" panose="020B0604020202020204" pitchFamily="34" charset="0"/>
              <a:buChar char="•"/>
            </a:pPr>
            <a:r>
              <a:rPr lang="es-MX" sz="2400" dirty="0">
                <a:solidFill>
                  <a:srgbClr val="77C6FC"/>
                </a:solidFill>
                <a:latin typeface="Fjalla One" panose="02000506040000020004" pitchFamily="2" charset="0"/>
              </a:rPr>
              <a:t>La actualización de los datos no siempre es en tiempo real.</a:t>
            </a:r>
          </a:p>
        </p:txBody>
      </p:sp>
      <p:pic>
        <p:nvPicPr>
          <p:cNvPr id="8" name="Imagen 7">
            <a:extLst>
              <a:ext uri="{FF2B5EF4-FFF2-40B4-BE49-F238E27FC236}">
                <a16:creationId xmlns:a16="http://schemas.microsoft.com/office/drawing/2014/main" id="{0754347B-A045-1621-D5F5-D0F0B2054526}"/>
              </a:ext>
            </a:extLst>
          </p:cNvPr>
          <p:cNvPicPr>
            <a:picLocks noChangeAspect="1"/>
          </p:cNvPicPr>
          <p:nvPr/>
        </p:nvPicPr>
        <p:blipFill>
          <a:blip r:embed="rId3"/>
          <a:stretch>
            <a:fillRect/>
          </a:stretch>
        </p:blipFill>
        <p:spPr>
          <a:xfrm rot="5400000">
            <a:off x="5814079" y="2417946"/>
            <a:ext cx="1516342" cy="5143500"/>
          </a:xfrm>
          <a:prstGeom prst="rect">
            <a:avLst/>
          </a:prstGeom>
        </p:spPr>
      </p:pic>
    </p:spTree>
    <p:extLst>
      <p:ext uri="{BB962C8B-B14F-4D97-AF65-F5344CB8AC3E}">
        <p14:creationId xmlns:p14="http://schemas.microsoft.com/office/powerpoint/2010/main" val="76464770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624"/>
        <p:cNvGrpSpPr/>
        <p:nvPr/>
      </p:nvGrpSpPr>
      <p:grpSpPr>
        <a:xfrm>
          <a:off x="0" y="0"/>
          <a:ext cx="0" cy="0"/>
          <a:chOff x="0" y="0"/>
          <a:chExt cx="0" cy="0"/>
        </a:xfrm>
      </p:grpSpPr>
      <p:sp>
        <p:nvSpPr>
          <p:cNvPr id="3625" name="Google Shape;3625;p64"/>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Conclusiones</a:t>
            </a:r>
            <a:endParaRPr dirty="0"/>
          </a:p>
        </p:txBody>
      </p:sp>
      <p:grpSp>
        <p:nvGrpSpPr>
          <p:cNvPr id="4019" name="Google Shape;4019;p64"/>
          <p:cNvGrpSpPr/>
          <p:nvPr/>
        </p:nvGrpSpPr>
        <p:grpSpPr>
          <a:xfrm>
            <a:off x="6358129" y="3494432"/>
            <a:ext cx="1475957" cy="1578476"/>
            <a:chOff x="1744400" y="429725"/>
            <a:chExt cx="4623925" cy="4948200"/>
          </a:xfrm>
        </p:grpSpPr>
        <p:sp>
          <p:nvSpPr>
            <p:cNvPr id="4020" name="Google Shape;4020;p64"/>
            <p:cNvSpPr/>
            <p:nvPr/>
          </p:nvSpPr>
          <p:spPr>
            <a:xfrm>
              <a:off x="1744400" y="430000"/>
              <a:ext cx="4623925" cy="4588575"/>
            </a:xfrm>
            <a:custGeom>
              <a:avLst/>
              <a:gdLst/>
              <a:ahLst/>
              <a:cxnLst/>
              <a:rect l="l" t="t" r="r" b="b"/>
              <a:pathLst>
                <a:path w="184957" h="183543" extrusionOk="0">
                  <a:moveTo>
                    <a:pt x="93830" y="1"/>
                  </a:moveTo>
                  <a:cubicBezTo>
                    <a:pt x="76191" y="1"/>
                    <a:pt x="57391" y="6440"/>
                    <a:pt x="42281" y="19249"/>
                  </a:cubicBezTo>
                  <a:cubicBezTo>
                    <a:pt x="12606" y="44404"/>
                    <a:pt x="7524" y="71664"/>
                    <a:pt x="7524" y="71664"/>
                  </a:cubicBezTo>
                  <a:cubicBezTo>
                    <a:pt x="7524" y="71664"/>
                    <a:pt x="0" y="103754"/>
                    <a:pt x="20916" y="131716"/>
                  </a:cubicBezTo>
                  <a:cubicBezTo>
                    <a:pt x="41831" y="159679"/>
                    <a:pt x="78300" y="170544"/>
                    <a:pt x="107611" y="180117"/>
                  </a:cubicBezTo>
                  <a:cubicBezTo>
                    <a:pt x="114704" y="182434"/>
                    <a:pt x="121689" y="183542"/>
                    <a:pt x="128348" y="183542"/>
                  </a:cubicBezTo>
                  <a:cubicBezTo>
                    <a:pt x="149206" y="183542"/>
                    <a:pt x="166871" y="172670"/>
                    <a:pt x="174681" y="154008"/>
                  </a:cubicBezTo>
                  <a:cubicBezTo>
                    <a:pt x="184956" y="129386"/>
                    <a:pt x="164181" y="116107"/>
                    <a:pt x="159577" y="83933"/>
                  </a:cubicBezTo>
                  <a:cubicBezTo>
                    <a:pt x="155001" y="51759"/>
                    <a:pt x="158650" y="42495"/>
                    <a:pt x="137257" y="18013"/>
                  </a:cubicBezTo>
                  <a:cubicBezTo>
                    <a:pt x="126757" y="5984"/>
                    <a:pt x="110833" y="1"/>
                    <a:pt x="9383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64"/>
            <p:cNvSpPr/>
            <p:nvPr/>
          </p:nvSpPr>
          <p:spPr>
            <a:xfrm>
              <a:off x="1899500" y="429725"/>
              <a:ext cx="4282125" cy="4588850"/>
            </a:xfrm>
            <a:custGeom>
              <a:avLst/>
              <a:gdLst/>
              <a:ahLst/>
              <a:cxnLst/>
              <a:rect l="l" t="t" r="r" b="b"/>
              <a:pathLst>
                <a:path w="171285" h="183554" extrusionOk="0">
                  <a:moveTo>
                    <a:pt x="170470" y="133468"/>
                  </a:moveTo>
                  <a:lnTo>
                    <a:pt x="170470" y="147814"/>
                  </a:lnTo>
                  <a:cubicBezTo>
                    <a:pt x="171032" y="145372"/>
                    <a:pt x="171285" y="143013"/>
                    <a:pt x="171285" y="140711"/>
                  </a:cubicBezTo>
                  <a:cubicBezTo>
                    <a:pt x="171285" y="138241"/>
                    <a:pt x="171004" y="135854"/>
                    <a:pt x="170470" y="133468"/>
                  </a:cubicBezTo>
                  <a:close/>
                  <a:moveTo>
                    <a:pt x="87622" y="0"/>
                  </a:moveTo>
                  <a:cubicBezTo>
                    <a:pt x="70777" y="0"/>
                    <a:pt x="52893" y="5896"/>
                    <a:pt x="38126" y="17575"/>
                  </a:cubicBezTo>
                  <a:lnTo>
                    <a:pt x="103147" y="17575"/>
                  </a:lnTo>
                  <a:lnTo>
                    <a:pt x="103147" y="91805"/>
                  </a:lnTo>
                  <a:lnTo>
                    <a:pt x="3931" y="91805"/>
                  </a:lnTo>
                  <a:lnTo>
                    <a:pt x="3931" y="63169"/>
                  </a:lnTo>
                  <a:cubicBezTo>
                    <a:pt x="1910" y="68419"/>
                    <a:pt x="1320" y="71675"/>
                    <a:pt x="1320" y="71675"/>
                  </a:cubicBezTo>
                  <a:cubicBezTo>
                    <a:pt x="1320" y="71675"/>
                    <a:pt x="1" y="77290"/>
                    <a:pt x="1" y="85853"/>
                  </a:cubicBezTo>
                  <a:cubicBezTo>
                    <a:pt x="1" y="97785"/>
                    <a:pt x="2555" y="115444"/>
                    <a:pt x="14712" y="131727"/>
                  </a:cubicBezTo>
                  <a:cubicBezTo>
                    <a:pt x="35627" y="159690"/>
                    <a:pt x="72096" y="170555"/>
                    <a:pt x="101407" y="180128"/>
                  </a:cubicBezTo>
                  <a:cubicBezTo>
                    <a:pt x="108509" y="182458"/>
                    <a:pt x="115500" y="183553"/>
                    <a:pt x="122154" y="183553"/>
                  </a:cubicBezTo>
                  <a:cubicBezTo>
                    <a:pt x="143013" y="183553"/>
                    <a:pt x="160672" y="172688"/>
                    <a:pt x="168477" y="154019"/>
                  </a:cubicBezTo>
                  <a:cubicBezTo>
                    <a:pt x="169095" y="152503"/>
                    <a:pt x="169628" y="151015"/>
                    <a:pt x="170021" y="149583"/>
                  </a:cubicBezTo>
                  <a:lnTo>
                    <a:pt x="100452" y="149583"/>
                  </a:lnTo>
                  <a:lnTo>
                    <a:pt x="100452" y="98290"/>
                  </a:lnTo>
                  <a:lnTo>
                    <a:pt x="100452" y="97167"/>
                  </a:lnTo>
                  <a:lnTo>
                    <a:pt x="100452" y="94079"/>
                  </a:lnTo>
                  <a:lnTo>
                    <a:pt x="117465" y="94079"/>
                  </a:lnTo>
                  <a:lnTo>
                    <a:pt x="119402" y="97167"/>
                  </a:lnTo>
                  <a:lnTo>
                    <a:pt x="156349" y="97167"/>
                  </a:lnTo>
                  <a:cubicBezTo>
                    <a:pt x="155114" y="93124"/>
                    <a:pt x="154075" y="88745"/>
                    <a:pt x="153373" y="83944"/>
                  </a:cubicBezTo>
                  <a:cubicBezTo>
                    <a:pt x="148797" y="51770"/>
                    <a:pt x="152446" y="42506"/>
                    <a:pt x="131053" y="18024"/>
                  </a:cubicBezTo>
                  <a:cubicBezTo>
                    <a:pt x="120554" y="6008"/>
                    <a:pt x="104635" y="0"/>
                    <a:pt x="8762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64"/>
            <p:cNvSpPr/>
            <p:nvPr/>
          </p:nvSpPr>
          <p:spPr>
            <a:xfrm>
              <a:off x="4410775" y="2781675"/>
              <a:ext cx="1750500" cy="1387625"/>
            </a:xfrm>
            <a:custGeom>
              <a:avLst/>
              <a:gdLst/>
              <a:ahLst/>
              <a:cxnLst/>
              <a:rect l="l" t="t" r="r" b="b"/>
              <a:pathLst>
                <a:path w="70020" h="55505" extrusionOk="0">
                  <a:moveTo>
                    <a:pt x="1" y="1"/>
                  </a:moveTo>
                  <a:lnTo>
                    <a:pt x="1" y="55505"/>
                  </a:lnTo>
                  <a:lnTo>
                    <a:pt x="70019" y="55505"/>
                  </a:lnTo>
                  <a:lnTo>
                    <a:pt x="70019" y="3089"/>
                  </a:lnTo>
                  <a:lnTo>
                    <a:pt x="18951" y="3089"/>
                  </a:lnTo>
                  <a:lnTo>
                    <a:pt x="17014"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64"/>
            <p:cNvSpPr/>
            <p:nvPr/>
          </p:nvSpPr>
          <p:spPr>
            <a:xfrm>
              <a:off x="4424125" y="2894675"/>
              <a:ext cx="1725925" cy="1246550"/>
            </a:xfrm>
            <a:custGeom>
              <a:avLst/>
              <a:gdLst/>
              <a:ahLst/>
              <a:cxnLst/>
              <a:rect l="l" t="t" r="r" b="b"/>
              <a:pathLst>
                <a:path w="69037" h="49862" extrusionOk="0">
                  <a:moveTo>
                    <a:pt x="0" y="1"/>
                  </a:moveTo>
                  <a:lnTo>
                    <a:pt x="0" y="49862"/>
                  </a:lnTo>
                  <a:lnTo>
                    <a:pt x="69036" y="49862"/>
                  </a:lnTo>
                  <a:lnTo>
                    <a:pt x="6903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64"/>
            <p:cNvSpPr/>
            <p:nvPr/>
          </p:nvSpPr>
          <p:spPr>
            <a:xfrm>
              <a:off x="6118425" y="2900300"/>
              <a:ext cx="26000" cy="749625"/>
            </a:xfrm>
            <a:custGeom>
              <a:avLst/>
              <a:gdLst/>
              <a:ahLst/>
              <a:cxnLst/>
              <a:rect l="l" t="t" r="r" b="b"/>
              <a:pathLst>
                <a:path w="1040" h="29985" extrusionOk="0">
                  <a:moveTo>
                    <a:pt x="1" y="1"/>
                  </a:moveTo>
                  <a:lnTo>
                    <a:pt x="1" y="29984"/>
                  </a:lnTo>
                  <a:lnTo>
                    <a:pt x="1040" y="29984"/>
                  </a:lnTo>
                  <a:lnTo>
                    <a:pt x="1040" y="1"/>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64"/>
            <p:cNvSpPr/>
            <p:nvPr/>
          </p:nvSpPr>
          <p:spPr>
            <a:xfrm>
              <a:off x="6118425" y="3649900"/>
              <a:ext cx="26000" cy="485025"/>
            </a:xfrm>
            <a:custGeom>
              <a:avLst/>
              <a:gdLst/>
              <a:ahLst/>
              <a:cxnLst/>
              <a:rect l="l" t="t" r="r" b="b"/>
              <a:pathLst>
                <a:path w="1040" h="19401" extrusionOk="0">
                  <a:moveTo>
                    <a:pt x="1" y="0"/>
                  </a:moveTo>
                  <a:lnTo>
                    <a:pt x="1" y="19400"/>
                  </a:lnTo>
                  <a:lnTo>
                    <a:pt x="1040" y="19400"/>
                  </a:lnTo>
                  <a:lnTo>
                    <a:pt x="1040" y="0"/>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64"/>
            <p:cNvSpPr/>
            <p:nvPr/>
          </p:nvSpPr>
          <p:spPr>
            <a:xfrm>
              <a:off x="4417100" y="2877850"/>
              <a:ext cx="1735050" cy="67400"/>
            </a:xfrm>
            <a:custGeom>
              <a:avLst/>
              <a:gdLst/>
              <a:ahLst/>
              <a:cxnLst/>
              <a:rect l="l" t="t" r="r" b="b"/>
              <a:pathLst>
                <a:path w="69402" h="2696" extrusionOk="0">
                  <a:moveTo>
                    <a:pt x="1" y="0"/>
                  </a:moveTo>
                  <a:lnTo>
                    <a:pt x="1" y="2695"/>
                  </a:lnTo>
                  <a:lnTo>
                    <a:pt x="69401" y="2695"/>
                  </a:lnTo>
                  <a:lnTo>
                    <a:pt x="6940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64"/>
            <p:cNvSpPr/>
            <p:nvPr/>
          </p:nvSpPr>
          <p:spPr>
            <a:xfrm>
              <a:off x="4411500" y="2871525"/>
              <a:ext cx="1746975" cy="80050"/>
            </a:xfrm>
            <a:custGeom>
              <a:avLst/>
              <a:gdLst/>
              <a:ahLst/>
              <a:cxnLst/>
              <a:rect l="l" t="t" r="r" b="b"/>
              <a:pathLst>
                <a:path w="69879" h="3202" extrusionOk="0">
                  <a:moveTo>
                    <a:pt x="69401" y="478"/>
                  </a:moveTo>
                  <a:lnTo>
                    <a:pt x="69401" y="2724"/>
                  </a:lnTo>
                  <a:lnTo>
                    <a:pt x="449" y="2724"/>
                  </a:lnTo>
                  <a:lnTo>
                    <a:pt x="449" y="478"/>
                  </a:lnTo>
                  <a:close/>
                  <a:moveTo>
                    <a:pt x="0" y="0"/>
                  </a:moveTo>
                  <a:lnTo>
                    <a:pt x="0" y="3201"/>
                  </a:lnTo>
                  <a:lnTo>
                    <a:pt x="69878" y="3201"/>
                  </a:lnTo>
                  <a:lnTo>
                    <a:pt x="69878" y="2948"/>
                  </a:lnTo>
                  <a:lnTo>
                    <a:pt x="698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64"/>
            <p:cNvSpPr/>
            <p:nvPr/>
          </p:nvSpPr>
          <p:spPr>
            <a:xfrm>
              <a:off x="4417800" y="2888375"/>
              <a:ext cx="1737850" cy="1258475"/>
            </a:xfrm>
            <a:custGeom>
              <a:avLst/>
              <a:gdLst/>
              <a:ahLst/>
              <a:cxnLst/>
              <a:rect l="l" t="t" r="r" b="b"/>
              <a:pathLst>
                <a:path w="69514" h="50339" extrusionOk="0">
                  <a:moveTo>
                    <a:pt x="69065" y="478"/>
                  </a:moveTo>
                  <a:lnTo>
                    <a:pt x="69065" y="49861"/>
                  </a:lnTo>
                  <a:lnTo>
                    <a:pt x="478" y="49861"/>
                  </a:lnTo>
                  <a:lnTo>
                    <a:pt x="478" y="478"/>
                  </a:lnTo>
                  <a:close/>
                  <a:moveTo>
                    <a:pt x="253" y="0"/>
                  </a:moveTo>
                  <a:cubicBezTo>
                    <a:pt x="197" y="0"/>
                    <a:pt x="113" y="28"/>
                    <a:pt x="85" y="85"/>
                  </a:cubicBezTo>
                  <a:cubicBezTo>
                    <a:pt x="29" y="113"/>
                    <a:pt x="1" y="169"/>
                    <a:pt x="1" y="253"/>
                  </a:cubicBezTo>
                  <a:lnTo>
                    <a:pt x="1" y="50114"/>
                  </a:lnTo>
                  <a:cubicBezTo>
                    <a:pt x="1" y="50170"/>
                    <a:pt x="29" y="50226"/>
                    <a:pt x="85" y="50282"/>
                  </a:cubicBezTo>
                  <a:cubicBezTo>
                    <a:pt x="113" y="50310"/>
                    <a:pt x="197" y="50338"/>
                    <a:pt x="253" y="50338"/>
                  </a:cubicBezTo>
                  <a:lnTo>
                    <a:pt x="69289" y="50338"/>
                  </a:lnTo>
                  <a:cubicBezTo>
                    <a:pt x="69345" y="50338"/>
                    <a:pt x="69402" y="50310"/>
                    <a:pt x="69458" y="50282"/>
                  </a:cubicBezTo>
                  <a:cubicBezTo>
                    <a:pt x="69514" y="50226"/>
                    <a:pt x="69514" y="50170"/>
                    <a:pt x="69514" y="50114"/>
                  </a:cubicBezTo>
                  <a:lnTo>
                    <a:pt x="69514" y="253"/>
                  </a:lnTo>
                  <a:cubicBezTo>
                    <a:pt x="69514" y="169"/>
                    <a:pt x="69514" y="113"/>
                    <a:pt x="69458" y="85"/>
                  </a:cubicBezTo>
                  <a:cubicBezTo>
                    <a:pt x="69402" y="28"/>
                    <a:pt x="69345" y="0"/>
                    <a:pt x="6928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64"/>
            <p:cNvSpPr/>
            <p:nvPr/>
          </p:nvSpPr>
          <p:spPr>
            <a:xfrm>
              <a:off x="5191975" y="2989450"/>
              <a:ext cx="141800" cy="21075"/>
            </a:xfrm>
            <a:custGeom>
              <a:avLst/>
              <a:gdLst/>
              <a:ahLst/>
              <a:cxnLst/>
              <a:rect l="l" t="t" r="r" b="b"/>
              <a:pathLst>
                <a:path w="5672" h="843" extrusionOk="0">
                  <a:moveTo>
                    <a:pt x="421" y="0"/>
                  </a:moveTo>
                  <a:cubicBezTo>
                    <a:pt x="197" y="0"/>
                    <a:pt x="0" y="197"/>
                    <a:pt x="0" y="421"/>
                  </a:cubicBezTo>
                  <a:cubicBezTo>
                    <a:pt x="0" y="674"/>
                    <a:pt x="197" y="842"/>
                    <a:pt x="421" y="842"/>
                  </a:cubicBezTo>
                  <a:lnTo>
                    <a:pt x="5250" y="842"/>
                  </a:lnTo>
                  <a:cubicBezTo>
                    <a:pt x="5475" y="842"/>
                    <a:pt x="5671" y="674"/>
                    <a:pt x="5671" y="421"/>
                  </a:cubicBezTo>
                  <a:cubicBezTo>
                    <a:pt x="5671" y="197"/>
                    <a:pt x="5475"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64"/>
            <p:cNvSpPr/>
            <p:nvPr/>
          </p:nvSpPr>
          <p:spPr>
            <a:xfrm>
              <a:off x="543340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4" y="842"/>
                    <a:pt x="5672" y="674"/>
                    <a:pt x="5672" y="421"/>
                  </a:cubicBezTo>
                  <a:cubicBezTo>
                    <a:pt x="5672" y="197"/>
                    <a:pt x="5504"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64"/>
            <p:cNvSpPr/>
            <p:nvPr/>
          </p:nvSpPr>
          <p:spPr>
            <a:xfrm>
              <a:off x="5674850" y="2989450"/>
              <a:ext cx="141800" cy="21075"/>
            </a:xfrm>
            <a:custGeom>
              <a:avLst/>
              <a:gdLst/>
              <a:ahLst/>
              <a:cxnLst/>
              <a:rect l="l" t="t" r="r" b="b"/>
              <a:pathLst>
                <a:path w="5672" h="843" extrusionOk="0">
                  <a:moveTo>
                    <a:pt x="422" y="0"/>
                  </a:moveTo>
                  <a:cubicBezTo>
                    <a:pt x="197" y="0"/>
                    <a:pt x="1" y="197"/>
                    <a:pt x="1" y="421"/>
                  </a:cubicBezTo>
                  <a:cubicBezTo>
                    <a:pt x="1" y="674"/>
                    <a:pt x="197" y="842"/>
                    <a:pt x="422" y="842"/>
                  </a:cubicBezTo>
                  <a:lnTo>
                    <a:pt x="5251" y="842"/>
                  </a:lnTo>
                  <a:cubicBezTo>
                    <a:pt x="5503" y="842"/>
                    <a:pt x="5672" y="674"/>
                    <a:pt x="5672" y="421"/>
                  </a:cubicBezTo>
                  <a:cubicBezTo>
                    <a:pt x="5672" y="197"/>
                    <a:pt x="5503" y="0"/>
                    <a:pt x="5251"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64"/>
            <p:cNvSpPr/>
            <p:nvPr/>
          </p:nvSpPr>
          <p:spPr>
            <a:xfrm>
              <a:off x="5916300" y="2989450"/>
              <a:ext cx="142500" cy="21075"/>
            </a:xfrm>
            <a:custGeom>
              <a:avLst/>
              <a:gdLst/>
              <a:ahLst/>
              <a:cxnLst/>
              <a:rect l="l" t="t" r="r" b="b"/>
              <a:pathLst>
                <a:path w="5700" h="843" extrusionOk="0">
                  <a:moveTo>
                    <a:pt x="421" y="0"/>
                  </a:moveTo>
                  <a:cubicBezTo>
                    <a:pt x="197" y="0"/>
                    <a:pt x="0" y="197"/>
                    <a:pt x="0" y="421"/>
                  </a:cubicBezTo>
                  <a:cubicBezTo>
                    <a:pt x="0" y="674"/>
                    <a:pt x="197" y="842"/>
                    <a:pt x="421" y="842"/>
                  </a:cubicBezTo>
                  <a:lnTo>
                    <a:pt x="5250" y="842"/>
                  </a:lnTo>
                  <a:cubicBezTo>
                    <a:pt x="5503" y="842"/>
                    <a:pt x="5699" y="674"/>
                    <a:pt x="5699" y="421"/>
                  </a:cubicBezTo>
                  <a:cubicBezTo>
                    <a:pt x="5699" y="197"/>
                    <a:pt x="5503" y="0"/>
                    <a:pt x="5250" y="0"/>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64"/>
            <p:cNvSpPr/>
            <p:nvPr/>
          </p:nvSpPr>
          <p:spPr>
            <a:xfrm>
              <a:off x="577802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64"/>
            <p:cNvSpPr/>
            <p:nvPr/>
          </p:nvSpPr>
          <p:spPr>
            <a:xfrm>
              <a:off x="5772400" y="3640075"/>
              <a:ext cx="124975" cy="370600"/>
            </a:xfrm>
            <a:custGeom>
              <a:avLst/>
              <a:gdLst/>
              <a:ahLst/>
              <a:cxnLst/>
              <a:rect l="l" t="t" r="r" b="b"/>
              <a:pathLst>
                <a:path w="4999" h="14824" extrusionOk="0">
                  <a:moveTo>
                    <a:pt x="4521" y="478"/>
                  </a:moveTo>
                  <a:lnTo>
                    <a:pt x="4521" y="14347"/>
                  </a:lnTo>
                  <a:lnTo>
                    <a:pt x="450" y="14347"/>
                  </a:lnTo>
                  <a:lnTo>
                    <a:pt x="450" y="478"/>
                  </a:lnTo>
                  <a:close/>
                  <a:moveTo>
                    <a:pt x="1" y="0"/>
                  </a:moveTo>
                  <a:lnTo>
                    <a:pt x="1" y="253"/>
                  </a:lnTo>
                  <a:lnTo>
                    <a:pt x="1" y="14824"/>
                  </a:lnTo>
                  <a:lnTo>
                    <a:pt x="4998" y="14824"/>
                  </a:lnTo>
                  <a:lnTo>
                    <a:pt x="499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64"/>
            <p:cNvSpPr/>
            <p:nvPr/>
          </p:nvSpPr>
          <p:spPr>
            <a:xfrm>
              <a:off x="5651700" y="3878000"/>
              <a:ext cx="113725" cy="126375"/>
            </a:xfrm>
            <a:custGeom>
              <a:avLst/>
              <a:gdLst/>
              <a:ahLst/>
              <a:cxnLst/>
              <a:rect l="l" t="t" r="r" b="b"/>
              <a:pathLst>
                <a:path w="4549" h="5055" extrusionOk="0">
                  <a:moveTo>
                    <a:pt x="0" y="1"/>
                  </a:moveTo>
                  <a:lnTo>
                    <a:pt x="0" y="5054"/>
                  </a:lnTo>
                  <a:lnTo>
                    <a:pt x="4548" y="5054"/>
                  </a:lnTo>
                  <a:lnTo>
                    <a:pt x="454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64"/>
            <p:cNvSpPr/>
            <p:nvPr/>
          </p:nvSpPr>
          <p:spPr>
            <a:xfrm>
              <a:off x="5646075" y="3872400"/>
              <a:ext cx="124950" cy="138275"/>
            </a:xfrm>
            <a:custGeom>
              <a:avLst/>
              <a:gdLst/>
              <a:ahLst/>
              <a:cxnLst/>
              <a:rect l="l" t="t" r="r" b="b"/>
              <a:pathLst>
                <a:path w="4998" h="5531" extrusionOk="0">
                  <a:moveTo>
                    <a:pt x="4549" y="477"/>
                  </a:moveTo>
                  <a:lnTo>
                    <a:pt x="4549" y="5054"/>
                  </a:lnTo>
                  <a:lnTo>
                    <a:pt x="450" y="5054"/>
                  </a:lnTo>
                  <a:lnTo>
                    <a:pt x="450"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3" y="5531"/>
                  </a:lnTo>
                  <a:cubicBezTo>
                    <a:pt x="4829" y="5531"/>
                    <a:pt x="4886" y="5503"/>
                    <a:pt x="4942" y="5447"/>
                  </a:cubicBezTo>
                  <a:cubicBezTo>
                    <a:pt x="4970" y="5419"/>
                    <a:pt x="4998" y="5362"/>
                    <a:pt x="4998" y="5278"/>
                  </a:cubicBezTo>
                  <a:lnTo>
                    <a:pt x="4998" y="225"/>
                  </a:lnTo>
                  <a:cubicBezTo>
                    <a:pt x="4998" y="169"/>
                    <a:pt x="4970" y="112"/>
                    <a:pt x="4942" y="56"/>
                  </a:cubicBezTo>
                  <a:cubicBezTo>
                    <a:pt x="4886" y="28"/>
                    <a:pt x="4829" y="0"/>
                    <a:pt x="4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64"/>
            <p:cNvSpPr/>
            <p:nvPr/>
          </p:nvSpPr>
          <p:spPr>
            <a:xfrm>
              <a:off x="5525350" y="3171925"/>
              <a:ext cx="113725" cy="832450"/>
            </a:xfrm>
            <a:custGeom>
              <a:avLst/>
              <a:gdLst/>
              <a:ahLst/>
              <a:cxnLst/>
              <a:rect l="l" t="t" r="r" b="b"/>
              <a:pathLst>
                <a:path w="4549" h="33298" extrusionOk="0">
                  <a:moveTo>
                    <a:pt x="1" y="0"/>
                  </a:moveTo>
                  <a:lnTo>
                    <a:pt x="1" y="33297"/>
                  </a:lnTo>
                  <a:lnTo>
                    <a:pt x="4549" y="33297"/>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64"/>
            <p:cNvSpPr/>
            <p:nvPr/>
          </p:nvSpPr>
          <p:spPr>
            <a:xfrm>
              <a:off x="5519750" y="3166300"/>
              <a:ext cx="124950" cy="844375"/>
            </a:xfrm>
            <a:custGeom>
              <a:avLst/>
              <a:gdLst/>
              <a:ahLst/>
              <a:cxnLst/>
              <a:rect l="l" t="t" r="r" b="b"/>
              <a:pathLst>
                <a:path w="4998" h="33775" extrusionOk="0">
                  <a:moveTo>
                    <a:pt x="4548" y="450"/>
                  </a:moveTo>
                  <a:lnTo>
                    <a:pt x="4548" y="33298"/>
                  </a:lnTo>
                  <a:lnTo>
                    <a:pt x="477" y="33298"/>
                  </a:lnTo>
                  <a:lnTo>
                    <a:pt x="477" y="450"/>
                  </a:lnTo>
                  <a:close/>
                  <a:moveTo>
                    <a:pt x="0" y="1"/>
                  </a:moveTo>
                  <a:lnTo>
                    <a:pt x="0" y="225"/>
                  </a:lnTo>
                  <a:lnTo>
                    <a:pt x="0" y="33775"/>
                  </a:lnTo>
                  <a:lnTo>
                    <a:pt x="4997" y="33775"/>
                  </a:lnTo>
                  <a:lnTo>
                    <a:pt x="499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64"/>
            <p:cNvSpPr/>
            <p:nvPr/>
          </p:nvSpPr>
          <p:spPr>
            <a:xfrm>
              <a:off x="5399725" y="3214025"/>
              <a:ext cx="113025" cy="790350"/>
            </a:xfrm>
            <a:custGeom>
              <a:avLst/>
              <a:gdLst/>
              <a:ahLst/>
              <a:cxnLst/>
              <a:rect l="l" t="t" r="r" b="b"/>
              <a:pathLst>
                <a:path w="4521" h="31614" extrusionOk="0">
                  <a:moveTo>
                    <a:pt x="0" y="1"/>
                  </a:moveTo>
                  <a:lnTo>
                    <a:pt x="0" y="31613"/>
                  </a:lnTo>
                  <a:lnTo>
                    <a:pt x="4520" y="31613"/>
                  </a:lnTo>
                  <a:lnTo>
                    <a:pt x="452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64"/>
            <p:cNvSpPr/>
            <p:nvPr/>
          </p:nvSpPr>
          <p:spPr>
            <a:xfrm>
              <a:off x="5393400" y="3208425"/>
              <a:ext cx="125650" cy="802250"/>
            </a:xfrm>
            <a:custGeom>
              <a:avLst/>
              <a:gdLst/>
              <a:ahLst/>
              <a:cxnLst/>
              <a:rect l="l" t="t" r="r" b="b"/>
              <a:pathLst>
                <a:path w="5026" h="32090" extrusionOk="0">
                  <a:moveTo>
                    <a:pt x="4549" y="478"/>
                  </a:moveTo>
                  <a:lnTo>
                    <a:pt x="4549" y="31613"/>
                  </a:lnTo>
                  <a:lnTo>
                    <a:pt x="478" y="31613"/>
                  </a:lnTo>
                  <a:lnTo>
                    <a:pt x="478" y="478"/>
                  </a:lnTo>
                  <a:close/>
                  <a:moveTo>
                    <a:pt x="253" y="0"/>
                  </a:moveTo>
                  <a:cubicBezTo>
                    <a:pt x="169" y="0"/>
                    <a:pt x="113" y="28"/>
                    <a:pt x="85" y="57"/>
                  </a:cubicBezTo>
                  <a:cubicBezTo>
                    <a:pt x="29" y="113"/>
                    <a:pt x="1" y="169"/>
                    <a:pt x="1" y="225"/>
                  </a:cubicBezTo>
                  <a:lnTo>
                    <a:pt x="1" y="31837"/>
                  </a:lnTo>
                  <a:cubicBezTo>
                    <a:pt x="1" y="31921"/>
                    <a:pt x="29" y="31978"/>
                    <a:pt x="85" y="32006"/>
                  </a:cubicBezTo>
                  <a:cubicBezTo>
                    <a:pt x="113" y="32062"/>
                    <a:pt x="169" y="32090"/>
                    <a:pt x="253" y="32090"/>
                  </a:cubicBezTo>
                  <a:lnTo>
                    <a:pt x="4773" y="32090"/>
                  </a:lnTo>
                  <a:cubicBezTo>
                    <a:pt x="4858" y="32090"/>
                    <a:pt x="4914" y="32062"/>
                    <a:pt x="4942" y="32006"/>
                  </a:cubicBezTo>
                  <a:cubicBezTo>
                    <a:pt x="4998" y="31978"/>
                    <a:pt x="5026" y="31921"/>
                    <a:pt x="5026" y="31837"/>
                  </a:cubicBezTo>
                  <a:lnTo>
                    <a:pt x="5026" y="225"/>
                  </a:lnTo>
                  <a:cubicBezTo>
                    <a:pt x="5026" y="169"/>
                    <a:pt x="4998" y="113"/>
                    <a:pt x="4942" y="57"/>
                  </a:cubicBezTo>
                  <a:cubicBezTo>
                    <a:pt x="4914" y="28"/>
                    <a:pt x="4858" y="0"/>
                    <a:pt x="477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64"/>
            <p:cNvSpPr/>
            <p:nvPr/>
          </p:nvSpPr>
          <p:spPr>
            <a:xfrm>
              <a:off x="5273375" y="3646400"/>
              <a:ext cx="113725" cy="357975"/>
            </a:xfrm>
            <a:custGeom>
              <a:avLst/>
              <a:gdLst/>
              <a:ahLst/>
              <a:cxnLst/>
              <a:rect l="l" t="t" r="r" b="b"/>
              <a:pathLst>
                <a:path w="4549" h="14319" extrusionOk="0">
                  <a:moveTo>
                    <a:pt x="1" y="0"/>
                  </a:moveTo>
                  <a:lnTo>
                    <a:pt x="1" y="14318"/>
                  </a:lnTo>
                  <a:lnTo>
                    <a:pt x="4549" y="14318"/>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64"/>
            <p:cNvSpPr/>
            <p:nvPr/>
          </p:nvSpPr>
          <p:spPr>
            <a:xfrm>
              <a:off x="5267075" y="3640075"/>
              <a:ext cx="125650" cy="370600"/>
            </a:xfrm>
            <a:custGeom>
              <a:avLst/>
              <a:gdLst/>
              <a:ahLst/>
              <a:cxnLst/>
              <a:rect l="l" t="t" r="r" b="b"/>
              <a:pathLst>
                <a:path w="5026" h="14824" extrusionOk="0">
                  <a:moveTo>
                    <a:pt x="4548" y="478"/>
                  </a:moveTo>
                  <a:lnTo>
                    <a:pt x="4548" y="14347"/>
                  </a:lnTo>
                  <a:lnTo>
                    <a:pt x="477" y="14347"/>
                  </a:lnTo>
                  <a:lnTo>
                    <a:pt x="477" y="478"/>
                  </a:lnTo>
                  <a:close/>
                  <a:moveTo>
                    <a:pt x="0" y="0"/>
                  </a:moveTo>
                  <a:lnTo>
                    <a:pt x="0" y="253"/>
                  </a:lnTo>
                  <a:lnTo>
                    <a:pt x="0" y="14824"/>
                  </a:lnTo>
                  <a:lnTo>
                    <a:pt x="5026" y="14824"/>
                  </a:lnTo>
                  <a:lnTo>
                    <a:pt x="5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64"/>
            <p:cNvSpPr/>
            <p:nvPr/>
          </p:nvSpPr>
          <p:spPr>
            <a:xfrm>
              <a:off x="5147050" y="3530575"/>
              <a:ext cx="113725" cy="473800"/>
            </a:xfrm>
            <a:custGeom>
              <a:avLst/>
              <a:gdLst/>
              <a:ahLst/>
              <a:cxnLst/>
              <a:rect l="l" t="t" r="r" b="b"/>
              <a:pathLst>
                <a:path w="4549" h="18952" extrusionOk="0">
                  <a:moveTo>
                    <a:pt x="0" y="1"/>
                  </a:moveTo>
                  <a:lnTo>
                    <a:pt x="0" y="18951"/>
                  </a:lnTo>
                  <a:lnTo>
                    <a:pt x="4549" y="18951"/>
                  </a:lnTo>
                  <a:lnTo>
                    <a:pt x="4549"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64"/>
            <p:cNvSpPr/>
            <p:nvPr/>
          </p:nvSpPr>
          <p:spPr>
            <a:xfrm>
              <a:off x="5141425" y="3524275"/>
              <a:ext cx="124975" cy="486400"/>
            </a:xfrm>
            <a:custGeom>
              <a:avLst/>
              <a:gdLst/>
              <a:ahLst/>
              <a:cxnLst/>
              <a:rect l="l" t="t" r="r" b="b"/>
              <a:pathLst>
                <a:path w="4999" h="19456" extrusionOk="0">
                  <a:moveTo>
                    <a:pt x="4521" y="477"/>
                  </a:moveTo>
                  <a:lnTo>
                    <a:pt x="4521" y="18979"/>
                  </a:lnTo>
                  <a:lnTo>
                    <a:pt x="450" y="18979"/>
                  </a:lnTo>
                  <a:lnTo>
                    <a:pt x="450" y="477"/>
                  </a:lnTo>
                  <a:close/>
                  <a:moveTo>
                    <a:pt x="225" y="0"/>
                  </a:moveTo>
                  <a:cubicBezTo>
                    <a:pt x="169" y="0"/>
                    <a:pt x="113" y="28"/>
                    <a:pt x="57" y="84"/>
                  </a:cubicBezTo>
                  <a:cubicBezTo>
                    <a:pt x="29" y="112"/>
                    <a:pt x="1" y="168"/>
                    <a:pt x="1" y="253"/>
                  </a:cubicBezTo>
                  <a:lnTo>
                    <a:pt x="1" y="19203"/>
                  </a:lnTo>
                  <a:cubicBezTo>
                    <a:pt x="1" y="19287"/>
                    <a:pt x="29" y="19344"/>
                    <a:pt x="57" y="19372"/>
                  </a:cubicBezTo>
                  <a:cubicBezTo>
                    <a:pt x="113" y="19428"/>
                    <a:pt x="169" y="19456"/>
                    <a:pt x="225" y="19456"/>
                  </a:cubicBezTo>
                  <a:lnTo>
                    <a:pt x="4774" y="19456"/>
                  </a:lnTo>
                  <a:cubicBezTo>
                    <a:pt x="4830" y="19456"/>
                    <a:pt x="4886" y="19428"/>
                    <a:pt x="4942" y="19372"/>
                  </a:cubicBezTo>
                  <a:cubicBezTo>
                    <a:pt x="4970" y="19344"/>
                    <a:pt x="4998" y="19287"/>
                    <a:pt x="4998" y="19203"/>
                  </a:cubicBezTo>
                  <a:lnTo>
                    <a:pt x="4998" y="253"/>
                  </a:lnTo>
                  <a:cubicBezTo>
                    <a:pt x="4998" y="168"/>
                    <a:pt x="4970" y="112"/>
                    <a:pt x="4942" y="84"/>
                  </a:cubicBezTo>
                  <a:cubicBezTo>
                    <a:pt x="4886" y="28"/>
                    <a:pt x="4830" y="0"/>
                    <a:pt x="4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64"/>
            <p:cNvSpPr/>
            <p:nvPr/>
          </p:nvSpPr>
          <p:spPr>
            <a:xfrm>
              <a:off x="5020700" y="3941175"/>
              <a:ext cx="113750" cy="63200"/>
            </a:xfrm>
            <a:custGeom>
              <a:avLst/>
              <a:gdLst/>
              <a:ahLst/>
              <a:cxnLst/>
              <a:rect l="l" t="t" r="r" b="b"/>
              <a:pathLst>
                <a:path w="4550" h="2528" extrusionOk="0">
                  <a:moveTo>
                    <a:pt x="1" y="0"/>
                  </a:moveTo>
                  <a:lnTo>
                    <a:pt x="1" y="2527"/>
                  </a:lnTo>
                  <a:lnTo>
                    <a:pt x="4549" y="2527"/>
                  </a:lnTo>
                  <a:lnTo>
                    <a:pt x="454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64"/>
            <p:cNvSpPr/>
            <p:nvPr/>
          </p:nvSpPr>
          <p:spPr>
            <a:xfrm>
              <a:off x="5015100" y="3935550"/>
              <a:ext cx="124950" cy="75125"/>
            </a:xfrm>
            <a:custGeom>
              <a:avLst/>
              <a:gdLst/>
              <a:ahLst/>
              <a:cxnLst/>
              <a:rect l="l" t="t" r="r" b="b"/>
              <a:pathLst>
                <a:path w="4998" h="3005" extrusionOk="0">
                  <a:moveTo>
                    <a:pt x="4548" y="478"/>
                  </a:moveTo>
                  <a:lnTo>
                    <a:pt x="4548" y="2528"/>
                  </a:lnTo>
                  <a:lnTo>
                    <a:pt x="450" y="2528"/>
                  </a:lnTo>
                  <a:lnTo>
                    <a:pt x="475" y="478"/>
                  </a:lnTo>
                  <a:close/>
                  <a:moveTo>
                    <a:pt x="0" y="1"/>
                  </a:moveTo>
                  <a:lnTo>
                    <a:pt x="0" y="225"/>
                  </a:lnTo>
                  <a:lnTo>
                    <a:pt x="0" y="3005"/>
                  </a:lnTo>
                  <a:lnTo>
                    <a:pt x="4998" y="3005"/>
                  </a:lnTo>
                  <a:lnTo>
                    <a:pt x="499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64"/>
            <p:cNvSpPr/>
            <p:nvPr/>
          </p:nvSpPr>
          <p:spPr>
            <a:xfrm>
              <a:off x="4894375" y="3878000"/>
              <a:ext cx="113725" cy="126375"/>
            </a:xfrm>
            <a:custGeom>
              <a:avLst/>
              <a:gdLst/>
              <a:ahLst/>
              <a:cxnLst/>
              <a:rect l="l" t="t" r="r" b="b"/>
              <a:pathLst>
                <a:path w="4549" h="5055" extrusionOk="0">
                  <a:moveTo>
                    <a:pt x="0" y="1"/>
                  </a:moveTo>
                  <a:lnTo>
                    <a:pt x="0" y="5054"/>
                  </a:lnTo>
                  <a:lnTo>
                    <a:pt x="4549" y="5054"/>
                  </a:lnTo>
                  <a:lnTo>
                    <a:pt x="454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64"/>
            <p:cNvSpPr/>
            <p:nvPr/>
          </p:nvSpPr>
          <p:spPr>
            <a:xfrm>
              <a:off x="4888750" y="3872400"/>
              <a:ext cx="125675" cy="138275"/>
            </a:xfrm>
            <a:custGeom>
              <a:avLst/>
              <a:gdLst/>
              <a:ahLst/>
              <a:cxnLst/>
              <a:rect l="l" t="t" r="r" b="b"/>
              <a:pathLst>
                <a:path w="5027" h="5531" extrusionOk="0">
                  <a:moveTo>
                    <a:pt x="4549" y="477"/>
                  </a:moveTo>
                  <a:lnTo>
                    <a:pt x="4549" y="5054"/>
                  </a:lnTo>
                  <a:lnTo>
                    <a:pt x="478" y="5054"/>
                  </a:lnTo>
                  <a:lnTo>
                    <a:pt x="478" y="477"/>
                  </a:lnTo>
                  <a:close/>
                  <a:moveTo>
                    <a:pt x="225" y="0"/>
                  </a:moveTo>
                  <a:cubicBezTo>
                    <a:pt x="169" y="0"/>
                    <a:pt x="113" y="28"/>
                    <a:pt x="57" y="56"/>
                  </a:cubicBezTo>
                  <a:cubicBezTo>
                    <a:pt x="29" y="112"/>
                    <a:pt x="1" y="169"/>
                    <a:pt x="1" y="225"/>
                  </a:cubicBezTo>
                  <a:lnTo>
                    <a:pt x="1" y="5278"/>
                  </a:lnTo>
                  <a:cubicBezTo>
                    <a:pt x="1" y="5362"/>
                    <a:pt x="29" y="5419"/>
                    <a:pt x="57" y="5447"/>
                  </a:cubicBezTo>
                  <a:cubicBezTo>
                    <a:pt x="113" y="5503"/>
                    <a:pt x="169" y="5531"/>
                    <a:pt x="225" y="5531"/>
                  </a:cubicBezTo>
                  <a:lnTo>
                    <a:pt x="4774" y="5531"/>
                  </a:lnTo>
                  <a:cubicBezTo>
                    <a:pt x="4830" y="5531"/>
                    <a:pt x="4914" y="5503"/>
                    <a:pt x="4942" y="5447"/>
                  </a:cubicBezTo>
                  <a:cubicBezTo>
                    <a:pt x="4998" y="5419"/>
                    <a:pt x="5026" y="5362"/>
                    <a:pt x="5026" y="5278"/>
                  </a:cubicBezTo>
                  <a:lnTo>
                    <a:pt x="5026" y="225"/>
                  </a:lnTo>
                  <a:cubicBezTo>
                    <a:pt x="5026" y="169"/>
                    <a:pt x="4998" y="112"/>
                    <a:pt x="4942" y="56"/>
                  </a:cubicBezTo>
                  <a:cubicBezTo>
                    <a:pt x="4914" y="28"/>
                    <a:pt x="4830" y="0"/>
                    <a:pt x="4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64"/>
            <p:cNvSpPr/>
            <p:nvPr/>
          </p:nvSpPr>
          <p:spPr>
            <a:xfrm>
              <a:off x="4768750" y="3646400"/>
              <a:ext cx="113025" cy="357975"/>
            </a:xfrm>
            <a:custGeom>
              <a:avLst/>
              <a:gdLst/>
              <a:ahLst/>
              <a:cxnLst/>
              <a:rect l="l" t="t" r="r" b="b"/>
              <a:pathLst>
                <a:path w="4521" h="14319" extrusionOk="0">
                  <a:moveTo>
                    <a:pt x="0" y="0"/>
                  </a:moveTo>
                  <a:lnTo>
                    <a:pt x="0" y="14318"/>
                  </a:lnTo>
                  <a:lnTo>
                    <a:pt x="4520" y="14318"/>
                  </a:lnTo>
                  <a:lnTo>
                    <a:pt x="4520"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64"/>
            <p:cNvSpPr/>
            <p:nvPr/>
          </p:nvSpPr>
          <p:spPr>
            <a:xfrm>
              <a:off x="4762425" y="3640075"/>
              <a:ext cx="125650" cy="370600"/>
            </a:xfrm>
            <a:custGeom>
              <a:avLst/>
              <a:gdLst/>
              <a:ahLst/>
              <a:cxnLst/>
              <a:rect l="l" t="t" r="r" b="b"/>
              <a:pathLst>
                <a:path w="5026" h="14824" extrusionOk="0">
                  <a:moveTo>
                    <a:pt x="4549" y="478"/>
                  </a:moveTo>
                  <a:lnTo>
                    <a:pt x="4549" y="14347"/>
                  </a:lnTo>
                  <a:lnTo>
                    <a:pt x="478" y="14347"/>
                  </a:lnTo>
                  <a:lnTo>
                    <a:pt x="478" y="478"/>
                  </a:lnTo>
                  <a:close/>
                  <a:moveTo>
                    <a:pt x="0" y="0"/>
                  </a:moveTo>
                  <a:lnTo>
                    <a:pt x="0" y="253"/>
                  </a:lnTo>
                  <a:lnTo>
                    <a:pt x="0" y="14824"/>
                  </a:lnTo>
                  <a:lnTo>
                    <a:pt x="5026" y="14824"/>
                  </a:lnTo>
                  <a:lnTo>
                    <a:pt x="502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64"/>
            <p:cNvSpPr/>
            <p:nvPr/>
          </p:nvSpPr>
          <p:spPr>
            <a:xfrm>
              <a:off x="4673275" y="3320025"/>
              <a:ext cx="283600" cy="242875"/>
            </a:xfrm>
            <a:custGeom>
              <a:avLst/>
              <a:gdLst/>
              <a:ahLst/>
              <a:cxnLst/>
              <a:rect l="l" t="t" r="r" b="b"/>
              <a:pathLst>
                <a:path w="11344" h="9715" extrusionOk="0">
                  <a:moveTo>
                    <a:pt x="9403" y="365"/>
                  </a:moveTo>
                  <a:lnTo>
                    <a:pt x="10976" y="9263"/>
                  </a:lnTo>
                  <a:lnTo>
                    <a:pt x="10976" y="9263"/>
                  </a:lnTo>
                  <a:cubicBezTo>
                    <a:pt x="10495" y="9332"/>
                    <a:pt x="9998" y="9377"/>
                    <a:pt x="9546" y="9377"/>
                  </a:cubicBezTo>
                  <a:cubicBezTo>
                    <a:pt x="5167" y="9377"/>
                    <a:pt x="1292" y="6233"/>
                    <a:pt x="506" y="1769"/>
                  </a:cubicBezTo>
                  <a:cubicBezTo>
                    <a:pt x="406" y="1319"/>
                    <a:pt x="373" y="825"/>
                    <a:pt x="367" y="365"/>
                  </a:cubicBezTo>
                  <a:close/>
                  <a:moveTo>
                    <a:pt x="197" y="0"/>
                  </a:moveTo>
                  <a:cubicBezTo>
                    <a:pt x="141" y="0"/>
                    <a:pt x="85" y="28"/>
                    <a:pt x="57" y="56"/>
                  </a:cubicBezTo>
                  <a:cubicBezTo>
                    <a:pt x="29" y="84"/>
                    <a:pt x="1" y="141"/>
                    <a:pt x="1" y="197"/>
                  </a:cubicBezTo>
                  <a:cubicBezTo>
                    <a:pt x="1" y="730"/>
                    <a:pt x="57" y="1292"/>
                    <a:pt x="141" y="1853"/>
                  </a:cubicBezTo>
                  <a:cubicBezTo>
                    <a:pt x="955" y="6457"/>
                    <a:pt x="4998" y="9714"/>
                    <a:pt x="9546" y="9714"/>
                  </a:cubicBezTo>
                  <a:cubicBezTo>
                    <a:pt x="10080" y="9714"/>
                    <a:pt x="10641" y="9686"/>
                    <a:pt x="11203" y="9574"/>
                  </a:cubicBezTo>
                  <a:cubicBezTo>
                    <a:pt x="11259" y="9574"/>
                    <a:pt x="11287" y="9546"/>
                    <a:pt x="11315" y="9518"/>
                  </a:cubicBezTo>
                  <a:cubicBezTo>
                    <a:pt x="11343" y="9461"/>
                    <a:pt x="11343" y="9433"/>
                    <a:pt x="11343" y="9377"/>
                  </a:cubicBezTo>
                  <a:lnTo>
                    <a:pt x="9715" y="141"/>
                  </a:lnTo>
                  <a:cubicBezTo>
                    <a:pt x="9715" y="56"/>
                    <a:pt x="9631" y="0"/>
                    <a:pt x="95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64"/>
            <p:cNvSpPr/>
            <p:nvPr/>
          </p:nvSpPr>
          <p:spPr>
            <a:xfrm>
              <a:off x="4905600" y="3314400"/>
              <a:ext cx="197250" cy="245675"/>
            </a:xfrm>
            <a:custGeom>
              <a:avLst/>
              <a:gdLst/>
              <a:ahLst/>
              <a:cxnLst/>
              <a:rect l="l" t="t" r="r" b="b"/>
              <a:pathLst>
                <a:path w="7890" h="9827" extrusionOk="0">
                  <a:moveTo>
                    <a:pt x="501" y="816"/>
                  </a:moveTo>
                  <a:lnTo>
                    <a:pt x="7383" y="6206"/>
                  </a:lnTo>
                  <a:lnTo>
                    <a:pt x="7383" y="6206"/>
                  </a:lnTo>
                  <a:cubicBezTo>
                    <a:pt x="5953" y="7957"/>
                    <a:pt x="4238" y="9000"/>
                    <a:pt x="2020" y="9431"/>
                  </a:cubicBezTo>
                  <a:lnTo>
                    <a:pt x="2020" y="9431"/>
                  </a:lnTo>
                  <a:lnTo>
                    <a:pt x="501" y="816"/>
                  </a:lnTo>
                  <a:close/>
                  <a:moveTo>
                    <a:pt x="1" y="1"/>
                  </a:moveTo>
                  <a:lnTo>
                    <a:pt x="85" y="450"/>
                  </a:lnTo>
                  <a:lnTo>
                    <a:pt x="1741" y="9827"/>
                  </a:lnTo>
                  <a:lnTo>
                    <a:pt x="1910" y="9799"/>
                  </a:lnTo>
                  <a:cubicBezTo>
                    <a:pt x="4352" y="9378"/>
                    <a:pt x="6233" y="8227"/>
                    <a:pt x="7777" y="6289"/>
                  </a:cubicBezTo>
                  <a:lnTo>
                    <a:pt x="7890" y="6149"/>
                  </a:lnTo>
                  <a:lnTo>
                    <a:pt x="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64"/>
            <p:cNvSpPr/>
            <p:nvPr/>
          </p:nvSpPr>
          <p:spPr>
            <a:xfrm>
              <a:off x="4789800" y="3086300"/>
              <a:ext cx="361475" cy="386750"/>
            </a:xfrm>
            <a:custGeom>
              <a:avLst/>
              <a:gdLst/>
              <a:ahLst/>
              <a:cxnLst/>
              <a:rect l="l" t="t" r="r" b="b"/>
              <a:pathLst>
                <a:path w="14459" h="15470" extrusionOk="0">
                  <a:moveTo>
                    <a:pt x="4885" y="337"/>
                  </a:moveTo>
                  <a:cubicBezTo>
                    <a:pt x="8058" y="337"/>
                    <a:pt x="11146" y="1994"/>
                    <a:pt x="12831" y="4942"/>
                  </a:cubicBezTo>
                  <a:cubicBezTo>
                    <a:pt x="13701" y="6401"/>
                    <a:pt x="14094" y="7974"/>
                    <a:pt x="14094" y="9546"/>
                  </a:cubicBezTo>
                  <a:cubicBezTo>
                    <a:pt x="14094" y="11484"/>
                    <a:pt x="13483" y="13395"/>
                    <a:pt x="12237" y="15048"/>
                  </a:cubicBezTo>
                  <a:lnTo>
                    <a:pt x="12237" y="15048"/>
                  </a:lnTo>
                  <a:lnTo>
                    <a:pt x="5019" y="9422"/>
                  </a:lnTo>
                  <a:lnTo>
                    <a:pt x="442" y="1482"/>
                  </a:lnTo>
                  <a:lnTo>
                    <a:pt x="442" y="1482"/>
                  </a:lnTo>
                  <a:cubicBezTo>
                    <a:pt x="1856" y="702"/>
                    <a:pt x="3371" y="337"/>
                    <a:pt x="4885" y="337"/>
                  </a:cubicBezTo>
                  <a:close/>
                  <a:moveTo>
                    <a:pt x="4885" y="0"/>
                  </a:moveTo>
                  <a:cubicBezTo>
                    <a:pt x="3257" y="0"/>
                    <a:pt x="1629" y="393"/>
                    <a:pt x="113" y="1264"/>
                  </a:cubicBezTo>
                  <a:cubicBezTo>
                    <a:pt x="28" y="1320"/>
                    <a:pt x="0" y="1432"/>
                    <a:pt x="57" y="1516"/>
                  </a:cubicBezTo>
                  <a:lnTo>
                    <a:pt x="4745" y="9630"/>
                  </a:lnTo>
                  <a:lnTo>
                    <a:pt x="4773" y="9658"/>
                  </a:lnTo>
                  <a:lnTo>
                    <a:pt x="12157" y="15441"/>
                  </a:lnTo>
                  <a:cubicBezTo>
                    <a:pt x="12185" y="15470"/>
                    <a:pt x="12241" y="15470"/>
                    <a:pt x="12297" y="15470"/>
                  </a:cubicBezTo>
                  <a:cubicBezTo>
                    <a:pt x="12325" y="15470"/>
                    <a:pt x="12381" y="15441"/>
                    <a:pt x="12409" y="15413"/>
                  </a:cubicBezTo>
                  <a:cubicBezTo>
                    <a:pt x="13757" y="13673"/>
                    <a:pt x="14459" y="11623"/>
                    <a:pt x="14459" y="9546"/>
                  </a:cubicBezTo>
                  <a:cubicBezTo>
                    <a:pt x="14459" y="7917"/>
                    <a:pt x="14010" y="6289"/>
                    <a:pt x="13139" y="4773"/>
                  </a:cubicBezTo>
                  <a:cubicBezTo>
                    <a:pt x="11371" y="1713"/>
                    <a:pt x="8170" y="0"/>
                    <a:pt x="488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64"/>
            <p:cNvSpPr/>
            <p:nvPr/>
          </p:nvSpPr>
          <p:spPr>
            <a:xfrm>
              <a:off x="4797525" y="3210525"/>
              <a:ext cx="228825" cy="228125"/>
            </a:xfrm>
            <a:custGeom>
              <a:avLst/>
              <a:gdLst/>
              <a:ahLst/>
              <a:cxnLst/>
              <a:rect l="l" t="t" r="r" b="b"/>
              <a:pathLst>
                <a:path w="9153" h="9125" extrusionOk="0">
                  <a:moveTo>
                    <a:pt x="4576" y="1"/>
                  </a:moveTo>
                  <a:cubicBezTo>
                    <a:pt x="2050" y="1"/>
                    <a:pt x="0" y="2050"/>
                    <a:pt x="0" y="4577"/>
                  </a:cubicBezTo>
                  <a:cubicBezTo>
                    <a:pt x="0" y="7075"/>
                    <a:pt x="2050" y="9125"/>
                    <a:pt x="4576" y="9125"/>
                  </a:cubicBezTo>
                  <a:cubicBezTo>
                    <a:pt x="7103" y="9125"/>
                    <a:pt x="9153" y="7075"/>
                    <a:pt x="9153" y="4577"/>
                  </a:cubicBezTo>
                  <a:cubicBezTo>
                    <a:pt x="9153" y="2050"/>
                    <a:pt x="7103" y="1"/>
                    <a:pt x="45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64"/>
            <p:cNvSpPr/>
            <p:nvPr/>
          </p:nvSpPr>
          <p:spPr>
            <a:xfrm>
              <a:off x="4793300" y="3206325"/>
              <a:ext cx="237250" cy="236550"/>
            </a:xfrm>
            <a:custGeom>
              <a:avLst/>
              <a:gdLst/>
              <a:ahLst/>
              <a:cxnLst/>
              <a:rect l="l" t="t" r="r" b="b"/>
              <a:pathLst>
                <a:path w="9490" h="9462" extrusionOk="0">
                  <a:moveTo>
                    <a:pt x="4745" y="337"/>
                  </a:moveTo>
                  <a:cubicBezTo>
                    <a:pt x="5953" y="337"/>
                    <a:pt x="7047" y="842"/>
                    <a:pt x="7862" y="1628"/>
                  </a:cubicBezTo>
                  <a:cubicBezTo>
                    <a:pt x="8648" y="2415"/>
                    <a:pt x="9125" y="3510"/>
                    <a:pt x="9125" y="4745"/>
                  </a:cubicBezTo>
                  <a:cubicBezTo>
                    <a:pt x="9125" y="5952"/>
                    <a:pt x="8648" y="7047"/>
                    <a:pt x="7862" y="7833"/>
                  </a:cubicBezTo>
                  <a:cubicBezTo>
                    <a:pt x="7047" y="8619"/>
                    <a:pt x="5953" y="9124"/>
                    <a:pt x="4745" y="9124"/>
                  </a:cubicBezTo>
                  <a:cubicBezTo>
                    <a:pt x="3538" y="9124"/>
                    <a:pt x="2443" y="8619"/>
                    <a:pt x="1629" y="7833"/>
                  </a:cubicBezTo>
                  <a:cubicBezTo>
                    <a:pt x="843" y="7047"/>
                    <a:pt x="366" y="5952"/>
                    <a:pt x="366" y="4745"/>
                  </a:cubicBezTo>
                  <a:cubicBezTo>
                    <a:pt x="366" y="3510"/>
                    <a:pt x="843" y="2415"/>
                    <a:pt x="1629" y="1628"/>
                  </a:cubicBezTo>
                  <a:cubicBezTo>
                    <a:pt x="2443" y="842"/>
                    <a:pt x="3538" y="337"/>
                    <a:pt x="4745" y="337"/>
                  </a:cubicBezTo>
                  <a:close/>
                  <a:moveTo>
                    <a:pt x="4745" y="0"/>
                  </a:moveTo>
                  <a:cubicBezTo>
                    <a:pt x="2134" y="0"/>
                    <a:pt x="1" y="2106"/>
                    <a:pt x="1" y="4745"/>
                  </a:cubicBezTo>
                  <a:cubicBezTo>
                    <a:pt x="1" y="7356"/>
                    <a:pt x="2134" y="9461"/>
                    <a:pt x="4745" y="9461"/>
                  </a:cubicBezTo>
                  <a:cubicBezTo>
                    <a:pt x="7356" y="9461"/>
                    <a:pt x="9490" y="7356"/>
                    <a:pt x="9490" y="4745"/>
                  </a:cubicBezTo>
                  <a:cubicBezTo>
                    <a:pt x="9490" y="2106"/>
                    <a:pt x="7356" y="0"/>
                    <a:pt x="474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64"/>
            <p:cNvSpPr/>
            <p:nvPr/>
          </p:nvSpPr>
          <p:spPr>
            <a:xfrm>
              <a:off x="5243200" y="4242275"/>
              <a:ext cx="278675" cy="11950"/>
            </a:xfrm>
            <a:custGeom>
              <a:avLst/>
              <a:gdLst/>
              <a:ahLst/>
              <a:cxnLst/>
              <a:rect l="l" t="t" r="r" b="b"/>
              <a:pathLst>
                <a:path w="11147" h="478" extrusionOk="0">
                  <a:moveTo>
                    <a:pt x="1" y="1"/>
                  </a:moveTo>
                  <a:lnTo>
                    <a:pt x="1" y="478"/>
                  </a:lnTo>
                  <a:lnTo>
                    <a:pt x="11146" y="478"/>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64"/>
            <p:cNvSpPr/>
            <p:nvPr/>
          </p:nvSpPr>
          <p:spPr>
            <a:xfrm>
              <a:off x="5243200" y="4290000"/>
              <a:ext cx="278675" cy="11250"/>
            </a:xfrm>
            <a:custGeom>
              <a:avLst/>
              <a:gdLst/>
              <a:ahLst/>
              <a:cxnLst/>
              <a:rect l="l" t="t" r="r" b="b"/>
              <a:pathLst>
                <a:path w="11147" h="450" extrusionOk="0">
                  <a:moveTo>
                    <a:pt x="1" y="1"/>
                  </a:moveTo>
                  <a:lnTo>
                    <a:pt x="1" y="450"/>
                  </a:lnTo>
                  <a:lnTo>
                    <a:pt x="11146" y="450"/>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64"/>
            <p:cNvSpPr/>
            <p:nvPr/>
          </p:nvSpPr>
          <p:spPr>
            <a:xfrm>
              <a:off x="5243200" y="4337025"/>
              <a:ext cx="278675" cy="11950"/>
            </a:xfrm>
            <a:custGeom>
              <a:avLst/>
              <a:gdLst/>
              <a:ahLst/>
              <a:cxnLst/>
              <a:rect l="l" t="t" r="r" b="b"/>
              <a:pathLst>
                <a:path w="11147" h="478" extrusionOk="0">
                  <a:moveTo>
                    <a:pt x="1" y="1"/>
                  </a:moveTo>
                  <a:lnTo>
                    <a:pt x="1" y="478"/>
                  </a:lnTo>
                  <a:lnTo>
                    <a:pt x="11146" y="478"/>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64"/>
            <p:cNvSpPr/>
            <p:nvPr/>
          </p:nvSpPr>
          <p:spPr>
            <a:xfrm>
              <a:off x="5243200" y="4384750"/>
              <a:ext cx="278675" cy="11250"/>
            </a:xfrm>
            <a:custGeom>
              <a:avLst/>
              <a:gdLst/>
              <a:ahLst/>
              <a:cxnLst/>
              <a:rect l="l" t="t" r="r" b="b"/>
              <a:pathLst>
                <a:path w="11147" h="450" extrusionOk="0">
                  <a:moveTo>
                    <a:pt x="1" y="1"/>
                  </a:moveTo>
                  <a:lnTo>
                    <a:pt x="1" y="450"/>
                  </a:lnTo>
                  <a:lnTo>
                    <a:pt x="11146" y="450"/>
                  </a:lnTo>
                  <a:lnTo>
                    <a:pt x="1114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64"/>
            <p:cNvSpPr/>
            <p:nvPr/>
          </p:nvSpPr>
          <p:spPr>
            <a:xfrm>
              <a:off x="5568175" y="3960825"/>
              <a:ext cx="277950" cy="389575"/>
            </a:xfrm>
            <a:custGeom>
              <a:avLst/>
              <a:gdLst/>
              <a:ahLst/>
              <a:cxnLst/>
              <a:rect l="l" t="t" r="r" b="b"/>
              <a:pathLst>
                <a:path w="11118" h="15583" extrusionOk="0">
                  <a:moveTo>
                    <a:pt x="10669" y="1"/>
                  </a:moveTo>
                  <a:lnTo>
                    <a:pt x="10669" y="15105"/>
                  </a:lnTo>
                  <a:lnTo>
                    <a:pt x="0" y="15105"/>
                  </a:lnTo>
                  <a:lnTo>
                    <a:pt x="0" y="15582"/>
                  </a:lnTo>
                  <a:lnTo>
                    <a:pt x="11118" y="15582"/>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64"/>
            <p:cNvSpPr/>
            <p:nvPr/>
          </p:nvSpPr>
          <p:spPr>
            <a:xfrm>
              <a:off x="1997775" y="759600"/>
              <a:ext cx="2480425" cy="1965250"/>
            </a:xfrm>
            <a:custGeom>
              <a:avLst/>
              <a:gdLst/>
              <a:ahLst/>
              <a:cxnLst/>
              <a:rect l="l" t="t" r="r" b="b"/>
              <a:pathLst>
                <a:path w="99217" h="78610" extrusionOk="0">
                  <a:moveTo>
                    <a:pt x="0" y="1"/>
                  </a:moveTo>
                  <a:lnTo>
                    <a:pt x="0" y="78610"/>
                  </a:lnTo>
                  <a:lnTo>
                    <a:pt x="99216" y="78610"/>
                  </a:lnTo>
                  <a:lnTo>
                    <a:pt x="99216" y="4380"/>
                  </a:lnTo>
                  <a:lnTo>
                    <a:pt x="26839" y="4380"/>
                  </a:lnTo>
                  <a:lnTo>
                    <a:pt x="2408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64"/>
            <p:cNvSpPr/>
            <p:nvPr/>
          </p:nvSpPr>
          <p:spPr>
            <a:xfrm>
              <a:off x="2016000" y="918925"/>
              <a:ext cx="2445350" cy="1766625"/>
            </a:xfrm>
            <a:custGeom>
              <a:avLst/>
              <a:gdLst/>
              <a:ahLst/>
              <a:cxnLst/>
              <a:rect l="l" t="t" r="r" b="b"/>
              <a:pathLst>
                <a:path w="97814" h="70665" extrusionOk="0">
                  <a:moveTo>
                    <a:pt x="1" y="1"/>
                  </a:moveTo>
                  <a:lnTo>
                    <a:pt x="1" y="70665"/>
                  </a:lnTo>
                  <a:lnTo>
                    <a:pt x="97813" y="70665"/>
                  </a:lnTo>
                  <a:lnTo>
                    <a:pt x="9781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64"/>
            <p:cNvSpPr/>
            <p:nvPr/>
          </p:nvSpPr>
          <p:spPr>
            <a:xfrm>
              <a:off x="4417100" y="924550"/>
              <a:ext cx="38625" cy="1064750"/>
            </a:xfrm>
            <a:custGeom>
              <a:avLst/>
              <a:gdLst/>
              <a:ahLst/>
              <a:cxnLst/>
              <a:rect l="l" t="t" r="r" b="b"/>
              <a:pathLst>
                <a:path w="1545" h="42590" extrusionOk="0">
                  <a:moveTo>
                    <a:pt x="1" y="0"/>
                  </a:moveTo>
                  <a:lnTo>
                    <a:pt x="1" y="42590"/>
                  </a:lnTo>
                  <a:lnTo>
                    <a:pt x="1545" y="42590"/>
                  </a:lnTo>
                  <a:lnTo>
                    <a:pt x="1545" y="0"/>
                  </a:ln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64"/>
            <p:cNvSpPr/>
            <p:nvPr/>
          </p:nvSpPr>
          <p:spPr>
            <a:xfrm>
              <a:off x="4417100" y="1989275"/>
              <a:ext cx="38625" cy="689975"/>
            </a:xfrm>
            <a:custGeom>
              <a:avLst/>
              <a:gdLst/>
              <a:ahLst/>
              <a:cxnLst/>
              <a:rect l="l" t="t" r="r" b="b"/>
              <a:pathLst>
                <a:path w="1545" h="27599" extrusionOk="0">
                  <a:moveTo>
                    <a:pt x="1" y="1"/>
                  </a:moveTo>
                  <a:lnTo>
                    <a:pt x="1" y="27598"/>
                  </a:lnTo>
                  <a:lnTo>
                    <a:pt x="1545" y="27598"/>
                  </a:lnTo>
                  <a:lnTo>
                    <a:pt x="1545" y="1"/>
                  </a:lnTo>
                  <a:close/>
                </a:path>
              </a:pathLst>
            </a:custGeom>
            <a:solidFill>
              <a:srgbClr val="B0B0B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64"/>
            <p:cNvSpPr/>
            <p:nvPr/>
          </p:nvSpPr>
          <p:spPr>
            <a:xfrm>
              <a:off x="2006175" y="895050"/>
              <a:ext cx="2458675" cy="96200"/>
            </a:xfrm>
            <a:custGeom>
              <a:avLst/>
              <a:gdLst/>
              <a:ahLst/>
              <a:cxnLst/>
              <a:rect l="l" t="t" r="r" b="b"/>
              <a:pathLst>
                <a:path w="98347" h="3848" extrusionOk="0">
                  <a:moveTo>
                    <a:pt x="1" y="1"/>
                  </a:moveTo>
                  <a:lnTo>
                    <a:pt x="1" y="3847"/>
                  </a:lnTo>
                  <a:lnTo>
                    <a:pt x="98347" y="3847"/>
                  </a:lnTo>
                  <a:lnTo>
                    <a:pt x="983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64"/>
            <p:cNvSpPr/>
            <p:nvPr/>
          </p:nvSpPr>
          <p:spPr>
            <a:xfrm>
              <a:off x="2000575" y="889450"/>
              <a:ext cx="2469900" cy="107400"/>
            </a:xfrm>
            <a:custGeom>
              <a:avLst/>
              <a:gdLst/>
              <a:ahLst/>
              <a:cxnLst/>
              <a:rect l="l" t="t" r="r" b="b"/>
              <a:pathLst>
                <a:path w="98796" h="4296" extrusionOk="0">
                  <a:moveTo>
                    <a:pt x="98346" y="450"/>
                  </a:moveTo>
                  <a:lnTo>
                    <a:pt x="98346" y="3847"/>
                  </a:lnTo>
                  <a:lnTo>
                    <a:pt x="478" y="3847"/>
                  </a:lnTo>
                  <a:lnTo>
                    <a:pt x="478" y="450"/>
                  </a:lnTo>
                  <a:close/>
                  <a:moveTo>
                    <a:pt x="0" y="0"/>
                  </a:moveTo>
                  <a:lnTo>
                    <a:pt x="0" y="4296"/>
                  </a:lnTo>
                  <a:lnTo>
                    <a:pt x="98795" y="4296"/>
                  </a:lnTo>
                  <a:lnTo>
                    <a:pt x="98795" y="4071"/>
                  </a:lnTo>
                  <a:lnTo>
                    <a:pt x="9879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64"/>
            <p:cNvSpPr/>
            <p:nvPr/>
          </p:nvSpPr>
          <p:spPr>
            <a:xfrm>
              <a:off x="2010400" y="913300"/>
              <a:ext cx="2457275" cy="1777875"/>
            </a:xfrm>
            <a:custGeom>
              <a:avLst/>
              <a:gdLst/>
              <a:ahLst/>
              <a:cxnLst/>
              <a:rect l="l" t="t" r="r" b="b"/>
              <a:pathLst>
                <a:path w="98291" h="71115" extrusionOk="0">
                  <a:moveTo>
                    <a:pt x="97813" y="450"/>
                  </a:moveTo>
                  <a:lnTo>
                    <a:pt x="97813" y="70637"/>
                  </a:lnTo>
                  <a:lnTo>
                    <a:pt x="450" y="70637"/>
                  </a:lnTo>
                  <a:lnTo>
                    <a:pt x="450" y="450"/>
                  </a:lnTo>
                  <a:close/>
                  <a:moveTo>
                    <a:pt x="225" y="1"/>
                  </a:moveTo>
                  <a:cubicBezTo>
                    <a:pt x="169" y="1"/>
                    <a:pt x="113" y="29"/>
                    <a:pt x="57" y="57"/>
                  </a:cubicBezTo>
                  <a:cubicBezTo>
                    <a:pt x="28" y="113"/>
                    <a:pt x="0" y="169"/>
                    <a:pt x="0" y="226"/>
                  </a:cubicBezTo>
                  <a:lnTo>
                    <a:pt x="0" y="70890"/>
                  </a:lnTo>
                  <a:cubicBezTo>
                    <a:pt x="0" y="70946"/>
                    <a:pt x="28" y="71002"/>
                    <a:pt x="57" y="71030"/>
                  </a:cubicBezTo>
                  <a:cubicBezTo>
                    <a:pt x="113" y="71086"/>
                    <a:pt x="169" y="71114"/>
                    <a:pt x="225" y="71114"/>
                  </a:cubicBezTo>
                  <a:lnTo>
                    <a:pt x="98037" y="71114"/>
                  </a:lnTo>
                  <a:cubicBezTo>
                    <a:pt x="98122" y="71114"/>
                    <a:pt x="98178" y="71086"/>
                    <a:pt x="98206" y="71030"/>
                  </a:cubicBezTo>
                  <a:cubicBezTo>
                    <a:pt x="98262" y="71002"/>
                    <a:pt x="98290" y="70946"/>
                    <a:pt x="98290" y="70890"/>
                  </a:cubicBezTo>
                  <a:lnTo>
                    <a:pt x="98290" y="226"/>
                  </a:lnTo>
                  <a:cubicBezTo>
                    <a:pt x="98290" y="169"/>
                    <a:pt x="98262" y="113"/>
                    <a:pt x="98206" y="57"/>
                  </a:cubicBezTo>
                  <a:cubicBezTo>
                    <a:pt x="98178" y="29"/>
                    <a:pt x="98122" y="1"/>
                    <a:pt x="980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64"/>
            <p:cNvSpPr/>
            <p:nvPr/>
          </p:nvSpPr>
          <p:spPr>
            <a:xfrm>
              <a:off x="3103900" y="1053675"/>
              <a:ext cx="201475" cy="30225"/>
            </a:xfrm>
            <a:custGeom>
              <a:avLst/>
              <a:gdLst/>
              <a:ahLst/>
              <a:cxnLst/>
              <a:rect l="l" t="t" r="r" b="b"/>
              <a:pathLst>
                <a:path w="8059" h="1209" extrusionOk="0">
                  <a:moveTo>
                    <a:pt x="618" y="1"/>
                  </a:moveTo>
                  <a:cubicBezTo>
                    <a:pt x="282" y="1"/>
                    <a:pt x="1" y="254"/>
                    <a:pt x="1" y="590"/>
                  </a:cubicBezTo>
                  <a:cubicBezTo>
                    <a:pt x="1" y="927"/>
                    <a:pt x="282" y="1208"/>
                    <a:pt x="618" y="1208"/>
                  </a:cubicBezTo>
                  <a:lnTo>
                    <a:pt x="7441" y="1208"/>
                  </a:lnTo>
                  <a:cubicBezTo>
                    <a:pt x="7778" y="1208"/>
                    <a:pt x="8058" y="927"/>
                    <a:pt x="8058" y="590"/>
                  </a:cubicBezTo>
                  <a:cubicBezTo>
                    <a:pt x="8058" y="254"/>
                    <a:pt x="7778" y="1"/>
                    <a:pt x="7441"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64"/>
            <p:cNvSpPr/>
            <p:nvPr/>
          </p:nvSpPr>
          <p:spPr>
            <a:xfrm>
              <a:off x="3446425" y="1053675"/>
              <a:ext cx="200750" cy="30225"/>
            </a:xfrm>
            <a:custGeom>
              <a:avLst/>
              <a:gdLst/>
              <a:ahLst/>
              <a:cxnLst/>
              <a:rect l="l" t="t" r="r" b="b"/>
              <a:pathLst>
                <a:path w="8030" h="1209" extrusionOk="0">
                  <a:moveTo>
                    <a:pt x="590" y="1"/>
                  </a:moveTo>
                  <a:cubicBezTo>
                    <a:pt x="253" y="1"/>
                    <a:pt x="0" y="254"/>
                    <a:pt x="0" y="590"/>
                  </a:cubicBezTo>
                  <a:cubicBezTo>
                    <a:pt x="0" y="927"/>
                    <a:pt x="253" y="1208"/>
                    <a:pt x="590" y="1208"/>
                  </a:cubicBezTo>
                  <a:lnTo>
                    <a:pt x="7440" y="1208"/>
                  </a:lnTo>
                  <a:cubicBezTo>
                    <a:pt x="7777" y="1208"/>
                    <a:pt x="8030" y="927"/>
                    <a:pt x="8030" y="590"/>
                  </a:cubicBezTo>
                  <a:cubicBezTo>
                    <a:pt x="8030"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64"/>
            <p:cNvSpPr/>
            <p:nvPr/>
          </p:nvSpPr>
          <p:spPr>
            <a:xfrm>
              <a:off x="3788225" y="1053675"/>
              <a:ext cx="201475" cy="30225"/>
            </a:xfrm>
            <a:custGeom>
              <a:avLst/>
              <a:gdLst/>
              <a:ahLst/>
              <a:cxnLst/>
              <a:rect l="l" t="t" r="r" b="b"/>
              <a:pathLst>
                <a:path w="8059" h="1209" extrusionOk="0">
                  <a:moveTo>
                    <a:pt x="618" y="1"/>
                  </a:moveTo>
                  <a:cubicBezTo>
                    <a:pt x="281" y="1"/>
                    <a:pt x="1" y="254"/>
                    <a:pt x="1" y="590"/>
                  </a:cubicBezTo>
                  <a:cubicBezTo>
                    <a:pt x="1" y="927"/>
                    <a:pt x="281" y="1208"/>
                    <a:pt x="618"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64"/>
            <p:cNvSpPr/>
            <p:nvPr/>
          </p:nvSpPr>
          <p:spPr>
            <a:xfrm>
              <a:off x="4130750" y="1053675"/>
              <a:ext cx="201450" cy="30225"/>
            </a:xfrm>
            <a:custGeom>
              <a:avLst/>
              <a:gdLst/>
              <a:ahLst/>
              <a:cxnLst/>
              <a:rect l="l" t="t" r="r" b="b"/>
              <a:pathLst>
                <a:path w="8058" h="1209" extrusionOk="0">
                  <a:moveTo>
                    <a:pt x="590" y="1"/>
                  </a:moveTo>
                  <a:cubicBezTo>
                    <a:pt x="253" y="1"/>
                    <a:pt x="0" y="254"/>
                    <a:pt x="0" y="590"/>
                  </a:cubicBezTo>
                  <a:cubicBezTo>
                    <a:pt x="0" y="927"/>
                    <a:pt x="253" y="1208"/>
                    <a:pt x="590" y="1208"/>
                  </a:cubicBezTo>
                  <a:lnTo>
                    <a:pt x="7440" y="1208"/>
                  </a:lnTo>
                  <a:cubicBezTo>
                    <a:pt x="7777" y="1208"/>
                    <a:pt x="8058" y="927"/>
                    <a:pt x="8058" y="590"/>
                  </a:cubicBezTo>
                  <a:cubicBezTo>
                    <a:pt x="8058" y="254"/>
                    <a:pt x="7777" y="1"/>
                    <a:pt x="7440" y="1"/>
                  </a:cubicBezTo>
                  <a:close/>
                </a:path>
              </a:pathLst>
            </a:custGeom>
            <a:solidFill>
              <a:srgbClr val="D4D4D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64"/>
            <p:cNvSpPr/>
            <p:nvPr/>
          </p:nvSpPr>
          <p:spPr>
            <a:xfrm>
              <a:off x="2149375" y="1931025"/>
              <a:ext cx="2203175" cy="5625"/>
            </a:xfrm>
            <a:custGeom>
              <a:avLst/>
              <a:gdLst/>
              <a:ahLst/>
              <a:cxnLst/>
              <a:rect l="l" t="t" r="r" b="b"/>
              <a:pathLst>
                <a:path w="88127" h="225" extrusionOk="0">
                  <a:moveTo>
                    <a:pt x="0" y="0"/>
                  </a:moveTo>
                  <a:lnTo>
                    <a:pt x="0" y="225"/>
                  </a:lnTo>
                  <a:lnTo>
                    <a:pt x="88127" y="225"/>
                  </a:lnTo>
                  <a:lnTo>
                    <a:pt x="88127"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64"/>
            <p:cNvSpPr/>
            <p:nvPr/>
          </p:nvSpPr>
          <p:spPr>
            <a:xfrm>
              <a:off x="21465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64"/>
            <p:cNvSpPr/>
            <p:nvPr/>
          </p:nvSpPr>
          <p:spPr>
            <a:xfrm>
              <a:off x="24217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64"/>
            <p:cNvSpPr/>
            <p:nvPr/>
          </p:nvSpPr>
          <p:spPr>
            <a:xfrm>
              <a:off x="2697525"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64"/>
            <p:cNvSpPr/>
            <p:nvPr/>
          </p:nvSpPr>
          <p:spPr>
            <a:xfrm>
              <a:off x="29726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64"/>
            <p:cNvSpPr/>
            <p:nvPr/>
          </p:nvSpPr>
          <p:spPr>
            <a:xfrm>
              <a:off x="32478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64"/>
            <p:cNvSpPr/>
            <p:nvPr/>
          </p:nvSpPr>
          <p:spPr>
            <a:xfrm>
              <a:off x="3523625"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64"/>
            <p:cNvSpPr/>
            <p:nvPr/>
          </p:nvSpPr>
          <p:spPr>
            <a:xfrm>
              <a:off x="3798750" y="1916975"/>
              <a:ext cx="5650" cy="16875"/>
            </a:xfrm>
            <a:custGeom>
              <a:avLst/>
              <a:gdLst/>
              <a:ahLst/>
              <a:cxnLst/>
              <a:rect l="l" t="t" r="r" b="b"/>
              <a:pathLst>
                <a:path w="226" h="675" extrusionOk="0">
                  <a:moveTo>
                    <a:pt x="1" y="1"/>
                  </a:moveTo>
                  <a:lnTo>
                    <a:pt x="1"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64"/>
            <p:cNvSpPr/>
            <p:nvPr/>
          </p:nvSpPr>
          <p:spPr>
            <a:xfrm>
              <a:off x="4073900" y="1916975"/>
              <a:ext cx="6325" cy="16875"/>
            </a:xfrm>
            <a:custGeom>
              <a:avLst/>
              <a:gdLst/>
              <a:ahLst/>
              <a:cxnLst/>
              <a:rect l="l" t="t" r="r" b="b"/>
              <a:pathLst>
                <a:path w="253" h="675" extrusionOk="0">
                  <a:moveTo>
                    <a:pt x="0" y="1"/>
                  </a:moveTo>
                  <a:lnTo>
                    <a:pt x="0" y="675"/>
                  </a:lnTo>
                  <a:lnTo>
                    <a:pt x="253" y="675"/>
                  </a:lnTo>
                  <a:lnTo>
                    <a:pt x="2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64"/>
            <p:cNvSpPr/>
            <p:nvPr/>
          </p:nvSpPr>
          <p:spPr>
            <a:xfrm>
              <a:off x="4349725" y="1916975"/>
              <a:ext cx="5650" cy="16875"/>
            </a:xfrm>
            <a:custGeom>
              <a:avLst/>
              <a:gdLst/>
              <a:ahLst/>
              <a:cxnLst/>
              <a:rect l="l" t="t" r="r" b="b"/>
              <a:pathLst>
                <a:path w="226" h="675" extrusionOk="0">
                  <a:moveTo>
                    <a:pt x="0" y="1"/>
                  </a:moveTo>
                  <a:lnTo>
                    <a:pt x="0" y="675"/>
                  </a:lnTo>
                  <a:lnTo>
                    <a:pt x="225" y="675"/>
                  </a:lnTo>
                  <a:lnTo>
                    <a:pt x="22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64"/>
            <p:cNvSpPr/>
            <p:nvPr/>
          </p:nvSpPr>
          <p:spPr>
            <a:xfrm>
              <a:off x="2274300" y="1744725"/>
              <a:ext cx="301125" cy="108725"/>
            </a:xfrm>
            <a:custGeom>
              <a:avLst/>
              <a:gdLst/>
              <a:ahLst/>
              <a:cxnLst/>
              <a:rect l="l" t="t" r="r" b="b"/>
              <a:pathLst>
                <a:path w="12045" h="4349" extrusionOk="0">
                  <a:moveTo>
                    <a:pt x="11502" y="0"/>
                  </a:moveTo>
                  <a:cubicBezTo>
                    <a:pt x="11467" y="0"/>
                    <a:pt x="11432" y="4"/>
                    <a:pt x="11399" y="13"/>
                  </a:cubicBezTo>
                  <a:lnTo>
                    <a:pt x="365" y="3438"/>
                  </a:lnTo>
                  <a:cubicBezTo>
                    <a:pt x="141" y="3494"/>
                    <a:pt x="0" y="3775"/>
                    <a:pt x="57" y="4027"/>
                  </a:cubicBezTo>
                  <a:cubicBezTo>
                    <a:pt x="128" y="4218"/>
                    <a:pt x="322" y="4348"/>
                    <a:pt x="534" y="4348"/>
                  </a:cubicBezTo>
                  <a:cubicBezTo>
                    <a:pt x="571" y="4348"/>
                    <a:pt x="608" y="4344"/>
                    <a:pt x="646" y="4336"/>
                  </a:cubicBezTo>
                  <a:lnTo>
                    <a:pt x="11680" y="911"/>
                  </a:lnTo>
                  <a:cubicBezTo>
                    <a:pt x="11904" y="827"/>
                    <a:pt x="12045" y="574"/>
                    <a:pt x="11988" y="321"/>
                  </a:cubicBezTo>
                  <a:cubicBezTo>
                    <a:pt x="11917" y="130"/>
                    <a:pt x="11703" y="0"/>
                    <a:pt x="115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64"/>
            <p:cNvSpPr/>
            <p:nvPr/>
          </p:nvSpPr>
          <p:spPr>
            <a:xfrm>
              <a:off x="2549425" y="1557275"/>
              <a:ext cx="301825" cy="210775"/>
            </a:xfrm>
            <a:custGeom>
              <a:avLst/>
              <a:gdLst/>
              <a:ahLst/>
              <a:cxnLst/>
              <a:rect l="l" t="t" r="r" b="b"/>
              <a:pathLst>
                <a:path w="12073" h="8431" extrusionOk="0">
                  <a:moveTo>
                    <a:pt x="11555" y="1"/>
                  </a:moveTo>
                  <a:cubicBezTo>
                    <a:pt x="11459" y="1"/>
                    <a:pt x="11364" y="32"/>
                    <a:pt x="11287" y="99"/>
                  </a:cubicBezTo>
                  <a:lnTo>
                    <a:pt x="253" y="7595"/>
                  </a:lnTo>
                  <a:cubicBezTo>
                    <a:pt x="57" y="7735"/>
                    <a:pt x="1" y="8016"/>
                    <a:pt x="141" y="8240"/>
                  </a:cubicBezTo>
                  <a:cubicBezTo>
                    <a:pt x="229" y="8363"/>
                    <a:pt x="370" y="8431"/>
                    <a:pt x="519" y="8431"/>
                  </a:cubicBezTo>
                  <a:cubicBezTo>
                    <a:pt x="609" y="8431"/>
                    <a:pt x="702" y="8406"/>
                    <a:pt x="787" y="8353"/>
                  </a:cubicBezTo>
                  <a:lnTo>
                    <a:pt x="11792" y="857"/>
                  </a:lnTo>
                  <a:cubicBezTo>
                    <a:pt x="12017" y="716"/>
                    <a:pt x="12073" y="436"/>
                    <a:pt x="11933" y="211"/>
                  </a:cubicBezTo>
                  <a:cubicBezTo>
                    <a:pt x="11848" y="75"/>
                    <a:pt x="11701" y="1"/>
                    <a:pt x="115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64"/>
            <p:cNvSpPr/>
            <p:nvPr/>
          </p:nvSpPr>
          <p:spPr>
            <a:xfrm>
              <a:off x="2824575" y="1301875"/>
              <a:ext cx="301825" cy="278950"/>
            </a:xfrm>
            <a:custGeom>
              <a:avLst/>
              <a:gdLst/>
              <a:ahLst/>
              <a:cxnLst/>
              <a:rect l="l" t="t" r="r" b="b"/>
              <a:pathLst>
                <a:path w="12073" h="11158" extrusionOk="0">
                  <a:moveTo>
                    <a:pt x="11550" y="1"/>
                  </a:moveTo>
                  <a:cubicBezTo>
                    <a:pt x="11438" y="1"/>
                    <a:pt x="11324" y="43"/>
                    <a:pt x="11230" y="124"/>
                  </a:cubicBezTo>
                  <a:lnTo>
                    <a:pt x="225" y="10343"/>
                  </a:lnTo>
                  <a:cubicBezTo>
                    <a:pt x="28" y="10511"/>
                    <a:pt x="0" y="10820"/>
                    <a:pt x="197" y="11017"/>
                  </a:cubicBezTo>
                  <a:cubicBezTo>
                    <a:pt x="288" y="11108"/>
                    <a:pt x="412" y="11158"/>
                    <a:pt x="538" y="11158"/>
                  </a:cubicBezTo>
                  <a:cubicBezTo>
                    <a:pt x="644" y="11158"/>
                    <a:pt x="752" y="11122"/>
                    <a:pt x="842" y="11045"/>
                  </a:cubicBezTo>
                  <a:lnTo>
                    <a:pt x="11876" y="826"/>
                  </a:lnTo>
                  <a:cubicBezTo>
                    <a:pt x="12044" y="629"/>
                    <a:pt x="12072" y="348"/>
                    <a:pt x="11876" y="152"/>
                  </a:cubicBezTo>
                  <a:cubicBezTo>
                    <a:pt x="11788" y="50"/>
                    <a:pt x="11670" y="1"/>
                    <a:pt x="1155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64"/>
            <p:cNvSpPr/>
            <p:nvPr/>
          </p:nvSpPr>
          <p:spPr>
            <a:xfrm>
              <a:off x="3101100" y="1276175"/>
              <a:ext cx="299725" cy="49225"/>
            </a:xfrm>
            <a:custGeom>
              <a:avLst/>
              <a:gdLst/>
              <a:ahLst/>
              <a:cxnLst/>
              <a:rect l="l" t="t" r="r" b="b"/>
              <a:pathLst>
                <a:path w="11989" h="1969" extrusionOk="0">
                  <a:moveTo>
                    <a:pt x="11455" y="1"/>
                  </a:moveTo>
                  <a:lnTo>
                    <a:pt x="450" y="1039"/>
                  </a:lnTo>
                  <a:cubicBezTo>
                    <a:pt x="197" y="1067"/>
                    <a:pt x="1" y="1292"/>
                    <a:pt x="29" y="1545"/>
                  </a:cubicBezTo>
                  <a:cubicBezTo>
                    <a:pt x="55" y="1781"/>
                    <a:pt x="253" y="1968"/>
                    <a:pt x="486" y="1968"/>
                  </a:cubicBezTo>
                  <a:cubicBezTo>
                    <a:pt x="502" y="1968"/>
                    <a:pt x="518" y="1968"/>
                    <a:pt x="534" y="1966"/>
                  </a:cubicBezTo>
                  <a:lnTo>
                    <a:pt x="11539" y="955"/>
                  </a:lnTo>
                  <a:cubicBezTo>
                    <a:pt x="11792" y="927"/>
                    <a:pt x="11988" y="702"/>
                    <a:pt x="11960" y="422"/>
                  </a:cubicBezTo>
                  <a:cubicBezTo>
                    <a:pt x="11932" y="169"/>
                    <a:pt x="11708" y="1"/>
                    <a:pt x="114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64"/>
            <p:cNvSpPr/>
            <p:nvPr/>
          </p:nvSpPr>
          <p:spPr>
            <a:xfrm>
              <a:off x="3375525" y="1276375"/>
              <a:ext cx="301825" cy="210900"/>
            </a:xfrm>
            <a:custGeom>
              <a:avLst/>
              <a:gdLst/>
              <a:ahLst/>
              <a:cxnLst/>
              <a:rect l="l" t="t" r="r" b="b"/>
              <a:pathLst>
                <a:path w="12073" h="8436" extrusionOk="0">
                  <a:moveTo>
                    <a:pt x="527" y="0"/>
                  </a:moveTo>
                  <a:cubicBezTo>
                    <a:pt x="375" y="0"/>
                    <a:pt x="230" y="75"/>
                    <a:pt x="141" y="217"/>
                  </a:cubicBezTo>
                  <a:cubicBezTo>
                    <a:pt x="1" y="414"/>
                    <a:pt x="57" y="723"/>
                    <a:pt x="253" y="863"/>
                  </a:cubicBezTo>
                  <a:lnTo>
                    <a:pt x="11287" y="8359"/>
                  </a:lnTo>
                  <a:cubicBezTo>
                    <a:pt x="11359" y="8410"/>
                    <a:pt x="11446" y="8435"/>
                    <a:pt x="11534" y="8435"/>
                  </a:cubicBezTo>
                  <a:cubicBezTo>
                    <a:pt x="11687" y="8435"/>
                    <a:pt x="11844" y="8361"/>
                    <a:pt x="11933" y="8218"/>
                  </a:cubicBezTo>
                  <a:cubicBezTo>
                    <a:pt x="12073" y="8022"/>
                    <a:pt x="12017" y="7713"/>
                    <a:pt x="11792" y="7573"/>
                  </a:cubicBezTo>
                  <a:lnTo>
                    <a:pt x="787" y="77"/>
                  </a:lnTo>
                  <a:cubicBezTo>
                    <a:pt x="704" y="25"/>
                    <a:pt x="615" y="0"/>
                    <a:pt x="5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64"/>
            <p:cNvSpPr/>
            <p:nvPr/>
          </p:nvSpPr>
          <p:spPr>
            <a:xfrm>
              <a:off x="3650675" y="1463775"/>
              <a:ext cx="301825" cy="202300"/>
            </a:xfrm>
            <a:custGeom>
              <a:avLst/>
              <a:gdLst/>
              <a:ahLst/>
              <a:cxnLst/>
              <a:rect l="l" t="t" r="r" b="b"/>
              <a:pathLst>
                <a:path w="12073" h="8092" extrusionOk="0">
                  <a:moveTo>
                    <a:pt x="526" y="0"/>
                  </a:moveTo>
                  <a:cubicBezTo>
                    <a:pt x="374" y="0"/>
                    <a:pt x="229" y="75"/>
                    <a:pt x="140" y="217"/>
                  </a:cubicBezTo>
                  <a:cubicBezTo>
                    <a:pt x="0" y="442"/>
                    <a:pt x="56" y="722"/>
                    <a:pt x="281" y="863"/>
                  </a:cubicBezTo>
                  <a:lnTo>
                    <a:pt x="11286" y="8022"/>
                  </a:lnTo>
                  <a:cubicBezTo>
                    <a:pt x="11363" y="8070"/>
                    <a:pt x="11446" y="8092"/>
                    <a:pt x="11528" y="8092"/>
                  </a:cubicBezTo>
                  <a:cubicBezTo>
                    <a:pt x="11686" y="8092"/>
                    <a:pt x="11839" y="8011"/>
                    <a:pt x="11932" y="7882"/>
                  </a:cubicBezTo>
                  <a:cubicBezTo>
                    <a:pt x="12072" y="7657"/>
                    <a:pt x="12016" y="7376"/>
                    <a:pt x="11791" y="7236"/>
                  </a:cubicBezTo>
                  <a:lnTo>
                    <a:pt x="786" y="77"/>
                  </a:lnTo>
                  <a:cubicBezTo>
                    <a:pt x="704" y="25"/>
                    <a:pt x="614" y="0"/>
                    <a:pt x="5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64"/>
            <p:cNvSpPr/>
            <p:nvPr/>
          </p:nvSpPr>
          <p:spPr>
            <a:xfrm>
              <a:off x="3925800" y="1267900"/>
              <a:ext cx="301825" cy="398225"/>
            </a:xfrm>
            <a:custGeom>
              <a:avLst/>
              <a:gdLst/>
              <a:ahLst/>
              <a:cxnLst/>
              <a:rect l="l" t="t" r="r" b="b"/>
              <a:pathLst>
                <a:path w="12073" h="15929" extrusionOk="0">
                  <a:moveTo>
                    <a:pt x="11572" y="1"/>
                  </a:moveTo>
                  <a:cubicBezTo>
                    <a:pt x="11427" y="1"/>
                    <a:pt x="11279" y="69"/>
                    <a:pt x="11174" y="191"/>
                  </a:cubicBezTo>
                  <a:lnTo>
                    <a:pt x="169" y="15183"/>
                  </a:lnTo>
                  <a:cubicBezTo>
                    <a:pt x="0" y="15380"/>
                    <a:pt x="56" y="15688"/>
                    <a:pt x="253" y="15829"/>
                  </a:cubicBezTo>
                  <a:cubicBezTo>
                    <a:pt x="344" y="15897"/>
                    <a:pt x="445" y="15929"/>
                    <a:pt x="543" y="15929"/>
                  </a:cubicBezTo>
                  <a:cubicBezTo>
                    <a:pt x="687" y="15929"/>
                    <a:pt x="827" y="15861"/>
                    <a:pt x="927" y="15745"/>
                  </a:cubicBezTo>
                  <a:lnTo>
                    <a:pt x="11932" y="753"/>
                  </a:lnTo>
                  <a:cubicBezTo>
                    <a:pt x="12072" y="528"/>
                    <a:pt x="12044" y="247"/>
                    <a:pt x="11820" y="79"/>
                  </a:cubicBezTo>
                  <a:cubicBezTo>
                    <a:pt x="11746" y="26"/>
                    <a:pt x="11659" y="1"/>
                    <a:pt x="1157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64"/>
            <p:cNvSpPr/>
            <p:nvPr/>
          </p:nvSpPr>
          <p:spPr>
            <a:xfrm>
              <a:off x="2251850" y="18068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8" y="2162"/>
                    <a:pt x="2808" y="1404"/>
                  </a:cubicBezTo>
                  <a:cubicBezTo>
                    <a:pt x="2808" y="618"/>
                    <a:pt x="2190"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64"/>
            <p:cNvSpPr/>
            <p:nvPr/>
          </p:nvSpPr>
          <p:spPr>
            <a:xfrm>
              <a:off x="2246225" y="1800475"/>
              <a:ext cx="82150" cy="82150"/>
            </a:xfrm>
            <a:custGeom>
              <a:avLst/>
              <a:gdLst/>
              <a:ahLst/>
              <a:cxnLst/>
              <a:rect l="l" t="t" r="r" b="b"/>
              <a:pathLst>
                <a:path w="3286" h="3286" extrusionOk="0">
                  <a:moveTo>
                    <a:pt x="1629" y="478"/>
                  </a:moveTo>
                  <a:cubicBezTo>
                    <a:pt x="2275" y="478"/>
                    <a:pt x="2808" y="1011"/>
                    <a:pt x="2808" y="1657"/>
                  </a:cubicBezTo>
                  <a:cubicBezTo>
                    <a:pt x="2808" y="2303"/>
                    <a:pt x="2275"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64"/>
            <p:cNvSpPr/>
            <p:nvPr/>
          </p:nvSpPr>
          <p:spPr>
            <a:xfrm>
              <a:off x="2527675" y="1721150"/>
              <a:ext cx="70200" cy="70225"/>
            </a:xfrm>
            <a:custGeom>
              <a:avLst/>
              <a:gdLst/>
              <a:ahLst/>
              <a:cxnLst/>
              <a:rect l="l" t="t" r="r" b="b"/>
              <a:pathLst>
                <a:path w="2808" h="2809" extrusionOk="0">
                  <a:moveTo>
                    <a:pt x="1404" y="1"/>
                  </a:moveTo>
                  <a:cubicBezTo>
                    <a:pt x="618" y="1"/>
                    <a:pt x="0" y="647"/>
                    <a:pt x="0" y="1405"/>
                  </a:cubicBezTo>
                  <a:cubicBezTo>
                    <a:pt x="0" y="2191"/>
                    <a:pt x="618" y="2808"/>
                    <a:pt x="1404" y="2808"/>
                  </a:cubicBezTo>
                  <a:cubicBezTo>
                    <a:pt x="2162" y="2808"/>
                    <a:pt x="2808" y="2191"/>
                    <a:pt x="2808" y="1405"/>
                  </a:cubicBezTo>
                  <a:cubicBezTo>
                    <a:pt x="2808" y="647"/>
                    <a:pt x="2162" y="1"/>
                    <a:pt x="1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64"/>
            <p:cNvSpPr/>
            <p:nvPr/>
          </p:nvSpPr>
          <p:spPr>
            <a:xfrm>
              <a:off x="2521350" y="1715550"/>
              <a:ext cx="82150" cy="82150"/>
            </a:xfrm>
            <a:custGeom>
              <a:avLst/>
              <a:gdLst/>
              <a:ahLst/>
              <a:cxnLst/>
              <a:rect l="l" t="t" r="r" b="b"/>
              <a:pathLst>
                <a:path w="3286" h="3286" extrusionOk="0">
                  <a:moveTo>
                    <a:pt x="1657" y="478"/>
                  </a:moveTo>
                  <a:cubicBezTo>
                    <a:pt x="2303" y="478"/>
                    <a:pt x="2808" y="983"/>
                    <a:pt x="2808" y="1629"/>
                  </a:cubicBezTo>
                  <a:cubicBezTo>
                    <a:pt x="2808" y="2274"/>
                    <a:pt x="2303" y="2808"/>
                    <a:pt x="1657" y="2808"/>
                  </a:cubicBezTo>
                  <a:cubicBezTo>
                    <a:pt x="1011" y="2808"/>
                    <a:pt x="478" y="2274"/>
                    <a:pt x="478" y="1629"/>
                  </a:cubicBezTo>
                  <a:cubicBezTo>
                    <a:pt x="478" y="983"/>
                    <a:pt x="1011" y="478"/>
                    <a:pt x="1657" y="478"/>
                  </a:cubicBezTo>
                  <a:close/>
                  <a:moveTo>
                    <a:pt x="1657" y="0"/>
                  </a:moveTo>
                  <a:cubicBezTo>
                    <a:pt x="731" y="0"/>
                    <a:pt x="1" y="730"/>
                    <a:pt x="1" y="1629"/>
                  </a:cubicBezTo>
                  <a:cubicBezTo>
                    <a:pt x="1" y="2555"/>
                    <a:pt x="731" y="3285"/>
                    <a:pt x="1657" y="3285"/>
                  </a:cubicBezTo>
                  <a:cubicBezTo>
                    <a:pt x="2556" y="3285"/>
                    <a:pt x="3286" y="2555"/>
                    <a:pt x="3286" y="1629"/>
                  </a:cubicBezTo>
                  <a:cubicBezTo>
                    <a:pt x="3286" y="730"/>
                    <a:pt x="2556" y="0"/>
                    <a:pt x="165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64"/>
            <p:cNvSpPr/>
            <p:nvPr/>
          </p:nvSpPr>
          <p:spPr>
            <a:xfrm>
              <a:off x="2802800" y="1533775"/>
              <a:ext cx="70225" cy="70200"/>
            </a:xfrm>
            <a:custGeom>
              <a:avLst/>
              <a:gdLst/>
              <a:ahLst/>
              <a:cxnLst/>
              <a:rect l="l" t="t" r="r" b="b"/>
              <a:pathLst>
                <a:path w="2809" h="2808" extrusionOk="0">
                  <a:moveTo>
                    <a:pt x="1404" y="0"/>
                  </a:moveTo>
                  <a:cubicBezTo>
                    <a:pt x="618" y="0"/>
                    <a:pt x="1" y="646"/>
                    <a:pt x="1" y="1404"/>
                  </a:cubicBezTo>
                  <a:cubicBezTo>
                    <a:pt x="1" y="2190"/>
                    <a:pt x="618" y="2807"/>
                    <a:pt x="1404" y="2807"/>
                  </a:cubicBezTo>
                  <a:cubicBezTo>
                    <a:pt x="2191" y="2807"/>
                    <a:pt x="2808" y="2190"/>
                    <a:pt x="2808" y="1404"/>
                  </a:cubicBezTo>
                  <a:cubicBezTo>
                    <a:pt x="2808" y="646"/>
                    <a:pt x="2191"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64"/>
            <p:cNvSpPr/>
            <p:nvPr/>
          </p:nvSpPr>
          <p:spPr>
            <a:xfrm>
              <a:off x="2797200" y="1528150"/>
              <a:ext cx="81425" cy="82150"/>
            </a:xfrm>
            <a:custGeom>
              <a:avLst/>
              <a:gdLst/>
              <a:ahLst/>
              <a:cxnLst/>
              <a:rect l="l" t="t" r="r" b="b"/>
              <a:pathLst>
                <a:path w="3257" h="3286" extrusionOk="0">
                  <a:moveTo>
                    <a:pt x="1628" y="478"/>
                  </a:moveTo>
                  <a:cubicBezTo>
                    <a:pt x="2274" y="478"/>
                    <a:pt x="2808" y="983"/>
                    <a:pt x="2808" y="1629"/>
                  </a:cubicBezTo>
                  <a:cubicBezTo>
                    <a:pt x="2808" y="2274"/>
                    <a:pt x="2274" y="2808"/>
                    <a:pt x="1628" y="2808"/>
                  </a:cubicBezTo>
                  <a:cubicBezTo>
                    <a:pt x="983" y="2808"/>
                    <a:pt x="449" y="2274"/>
                    <a:pt x="449" y="1629"/>
                  </a:cubicBezTo>
                  <a:cubicBezTo>
                    <a:pt x="449" y="983"/>
                    <a:pt x="983" y="478"/>
                    <a:pt x="1628" y="478"/>
                  </a:cubicBezTo>
                  <a:close/>
                  <a:moveTo>
                    <a:pt x="1628" y="0"/>
                  </a:moveTo>
                  <a:cubicBezTo>
                    <a:pt x="730" y="0"/>
                    <a:pt x="0" y="730"/>
                    <a:pt x="0" y="1629"/>
                  </a:cubicBezTo>
                  <a:cubicBezTo>
                    <a:pt x="0" y="2555"/>
                    <a:pt x="730" y="3285"/>
                    <a:pt x="1628" y="3285"/>
                  </a:cubicBezTo>
                  <a:cubicBezTo>
                    <a:pt x="2527" y="3285"/>
                    <a:pt x="3257" y="2555"/>
                    <a:pt x="3257" y="1629"/>
                  </a:cubicBezTo>
                  <a:cubicBezTo>
                    <a:pt x="3257" y="730"/>
                    <a:pt x="2527" y="0"/>
                    <a:pt x="1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64"/>
            <p:cNvSpPr/>
            <p:nvPr/>
          </p:nvSpPr>
          <p:spPr>
            <a:xfrm>
              <a:off x="3077950" y="1278275"/>
              <a:ext cx="70200" cy="70225"/>
            </a:xfrm>
            <a:custGeom>
              <a:avLst/>
              <a:gdLst/>
              <a:ahLst/>
              <a:cxnLst/>
              <a:rect l="l" t="t" r="r" b="b"/>
              <a:pathLst>
                <a:path w="2808" h="2809" extrusionOk="0">
                  <a:moveTo>
                    <a:pt x="1404" y="1"/>
                  </a:moveTo>
                  <a:cubicBezTo>
                    <a:pt x="646" y="1"/>
                    <a:pt x="0" y="647"/>
                    <a:pt x="0" y="1405"/>
                  </a:cubicBezTo>
                  <a:cubicBezTo>
                    <a:pt x="0" y="2191"/>
                    <a:pt x="646" y="2808"/>
                    <a:pt x="1404" y="2808"/>
                  </a:cubicBezTo>
                  <a:cubicBezTo>
                    <a:pt x="2190" y="2808"/>
                    <a:pt x="2808" y="2191"/>
                    <a:pt x="2808" y="1405"/>
                  </a:cubicBezTo>
                  <a:cubicBezTo>
                    <a:pt x="2808" y="647"/>
                    <a:pt x="2190" y="1"/>
                    <a:pt x="140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64"/>
            <p:cNvSpPr/>
            <p:nvPr/>
          </p:nvSpPr>
          <p:spPr>
            <a:xfrm>
              <a:off x="3072325" y="1272675"/>
              <a:ext cx="82150" cy="82125"/>
            </a:xfrm>
            <a:custGeom>
              <a:avLst/>
              <a:gdLst/>
              <a:ahLst/>
              <a:cxnLst/>
              <a:rect l="l" t="t" r="r" b="b"/>
              <a:pathLst>
                <a:path w="3286" h="3285" extrusionOk="0">
                  <a:moveTo>
                    <a:pt x="1629" y="477"/>
                  </a:moveTo>
                  <a:cubicBezTo>
                    <a:pt x="2275" y="477"/>
                    <a:pt x="2808" y="983"/>
                    <a:pt x="2808" y="1629"/>
                  </a:cubicBezTo>
                  <a:cubicBezTo>
                    <a:pt x="2808" y="2274"/>
                    <a:pt x="2275" y="2808"/>
                    <a:pt x="1629" y="2808"/>
                  </a:cubicBezTo>
                  <a:cubicBezTo>
                    <a:pt x="983" y="2808"/>
                    <a:pt x="478" y="2274"/>
                    <a:pt x="478" y="1629"/>
                  </a:cubicBezTo>
                  <a:cubicBezTo>
                    <a:pt x="478" y="983"/>
                    <a:pt x="983" y="477"/>
                    <a:pt x="1629" y="477"/>
                  </a:cubicBezTo>
                  <a:close/>
                  <a:moveTo>
                    <a:pt x="1629" y="0"/>
                  </a:moveTo>
                  <a:cubicBezTo>
                    <a:pt x="730" y="0"/>
                    <a:pt x="0" y="730"/>
                    <a:pt x="0" y="1629"/>
                  </a:cubicBezTo>
                  <a:cubicBezTo>
                    <a:pt x="0" y="2555"/>
                    <a:pt x="730" y="3285"/>
                    <a:pt x="1629" y="3285"/>
                  </a:cubicBezTo>
                  <a:cubicBezTo>
                    <a:pt x="2527" y="3285"/>
                    <a:pt x="3285" y="2555"/>
                    <a:pt x="3285" y="1629"/>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64"/>
            <p:cNvSpPr/>
            <p:nvPr/>
          </p:nvSpPr>
          <p:spPr>
            <a:xfrm>
              <a:off x="3353775" y="1253025"/>
              <a:ext cx="70200" cy="70200"/>
            </a:xfrm>
            <a:custGeom>
              <a:avLst/>
              <a:gdLst/>
              <a:ahLst/>
              <a:cxnLst/>
              <a:rect l="l" t="t" r="r" b="b"/>
              <a:pathLst>
                <a:path w="2808" h="2808" extrusionOk="0">
                  <a:moveTo>
                    <a:pt x="1404" y="0"/>
                  </a:moveTo>
                  <a:cubicBezTo>
                    <a:pt x="618" y="0"/>
                    <a:pt x="0" y="618"/>
                    <a:pt x="0" y="1404"/>
                  </a:cubicBezTo>
                  <a:cubicBezTo>
                    <a:pt x="0" y="2190"/>
                    <a:pt x="618" y="2808"/>
                    <a:pt x="1404" y="2808"/>
                  </a:cubicBezTo>
                  <a:cubicBezTo>
                    <a:pt x="2162" y="2808"/>
                    <a:pt x="2808" y="2190"/>
                    <a:pt x="2808" y="1404"/>
                  </a:cubicBezTo>
                  <a:cubicBezTo>
                    <a:pt x="2808" y="618"/>
                    <a:pt x="2162"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64"/>
            <p:cNvSpPr/>
            <p:nvPr/>
          </p:nvSpPr>
          <p:spPr>
            <a:xfrm>
              <a:off x="3347450" y="1247400"/>
              <a:ext cx="82150" cy="81450"/>
            </a:xfrm>
            <a:custGeom>
              <a:avLst/>
              <a:gdLst/>
              <a:ahLst/>
              <a:cxnLst/>
              <a:rect l="l" t="t" r="r" b="b"/>
              <a:pathLst>
                <a:path w="3286" h="3258" extrusionOk="0">
                  <a:moveTo>
                    <a:pt x="1657" y="450"/>
                  </a:moveTo>
                  <a:cubicBezTo>
                    <a:pt x="2303" y="450"/>
                    <a:pt x="2808" y="983"/>
                    <a:pt x="2808" y="1629"/>
                  </a:cubicBezTo>
                  <a:cubicBezTo>
                    <a:pt x="2808" y="2275"/>
                    <a:pt x="2303" y="2808"/>
                    <a:pt x="1657" y="2808"/>
                  </a:cubicBezTo>
                  <a:cubicBezTo>
                    <a:pt x="1011" y="2808"/>
                    <a:pt x="478" y="2275"/>
                    <a:pt x="478" y="1629"/>
                  </a:cubicBezTo>
                  <a:cubicBezTo>
                    <a:pt x="478" y="983"/>
                    <a:pt x="1011" y="450"/>
                    <a:pt x="1657" y="450"/>
                  </a:cubicBezTo>
                  <a:close/>
                  <a:moveTo>
                    <a:pt x="1657" y="1"/>
                  </a:moveTo>
                  <a:cubicBezTo>
                    <a:pt x="731" y="1"/>
                    <a:pt x="1" y="730"/>
                    <a:pt x="1" y="1629"/>
                  </a:cubicBezTo>
                  <a:cubicBezTo>
                    <a:pt x="1" y="2527"/>
                    <a:pt x="731" y="3257"/>
                    <a:pt x="1657" y="3257"/>
                  </a:cubicBezTo>
                  <a:cubicBezTo>
                    <a:pt x="2556" y="3257"/>
                    <a:pt x="3285" y="2527"/>
                    <a:pt x="3285" y="1629"/>
                  </a:cubicBezTo>
                  <a:cubicBezTo>
                    <a:pt x="3285" y="730"/>
                    <a:pt x="2556" y="1"/>
                    <a:pt x="1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64"/>
            <p:cNvSpPr/>
            <p:nvPr/>
          </p:nvSpPr>
          <p:spPr>
            <a:xfrm>
              <a:off x="3628900" y="1440425"/>
              <a:ext cx="70225" cy="70200"/>
            </a:xfrm>
            <a:custGeom>
              <a:avLst/>
              <a:gdLst/>
              <a:ahLst/>
              <a:cxnLst/>
              <a:rect l="l" t="t" r="r" b="b"/>
              <a:pathLst>
                <a:path w="2809" h="2808" extrusionOk="0">
                  <a:moveTo>
                    <a:pt x="1404" y="0"/>
                  </a:moveTo>
                  <a:cubicBezTo>
                    <a:pt x="618" y="0"/>
                    <a:pt x="1" y="618"/>
                    <a:pt x="1" y="1404"/>
                  </a:cubicBezTo>
                  <a:cubicBezTo>
                    <a:pt x="1" y="2190"/>
                    <a:pt x="618" y="2808"/>
                    <a:pt x="1404" y="2808"/>
                  </a:cubicBezTo>
                  <a:cubicBezTo>
                    <a:pt x="2191" y="2808"/>
                    <a:pt x="2808" y="2190"/>
                    <a:pt x="2808" y="1404"/>
                  </a:cubicBezTo>
                  <a:cubicBezTo>
                    <a:pt x="2808" y="618"/>
                    <a:pt x="2191"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64"/>
            <p:cNvSpPr/>
            <p:nvPr/>
          </p:nvSpPr>
          <p:spPr>
            <a:xfrm>
              <a:off x="3623300" y="1434800"/>
              <a:ext cx="81425" cy="81450"/>
            </a:xfrm>
            <a:custGeom>
              <a:avLst/>
              <a:gdLst/>
              <a:ahLst/>
              <a:cxnLst/>
              <a:rect l="l" t="t" r="r" b="b"/>
              <a:pathLst>
                <a:path w="3257" h="3258" extrusionOk="0">
                  <a:moveTo>
                    <a:pt x="1628" y="450"/>
                  </a:moveTo>
                  <a:cubicBezTo>
                    <a:pt x="2274" y="450"/>
                    <a:pt x="2808" y="983"/>
                    <a:pt x="2808" y="1629"/>
                  </a:cubicBezTo>
                  <a:cubicBezTo>
                    <a:pt x="2808" y="2275"/>
                    <a:pt x="2274" y="2808"/>
                    <a:pt x="1628" y="2808"/>
                  </a:cubicBezTo>
                  <a:cubicBezTo>
                    <a:pt x="983" y="2808"/>
                    <a:pt x="449" y="2275"/>
                    <a:pt x="449" y="1629"/>
                  </a:cubicBezTo>
                  <a:cubicBezTo>
                    <a:pt x="449" y="983"/>
                    <a:pt x="983" y="450"/>
                    <a:pt x="1628" y="450"/>
                  </a:cubicBezTo>
                  <a:close/>
                  <a:moveTo>
                    <a:pt x="1628" y="0"/>
                  </a:moveTo>
                  <a:cubicBezTo>
                    <a:pt x="730" y="0"/>
                    <a:pt x="0" y="730"/>
                    <a:pt x="0" y="1629"/>
                  </a:cubicBezTo>
                  <a:cubicBezTo>
                    <a:pt x="0" y="2527"/>
                    <a:pt x="730" y="3257"/>
                    <a:pt x="1628" y="3257"/>
                  </a:cubicBezTo>
                  <a:cubicBezTo>
                    <a:pt x="2527" y="3257"/>
                    <a:pt x="3257" y="2527"/>
                    <a:pt x="3257" y="1629"/>
                  </a:cubicBezTo>
                  <a:cubicBezTo>
                    <a:pt x="3257" y="730"/>
                    <a:pt x="2527" y="0"/>
                    <a:pt x="1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64"/>
            <p:cNvSpPr/>
            <p:nvPr/>
          </p:nvSpPr>
          <p:spPr>
            <a:xfrm>
              <a:off x="3904050" y="1619400"/>
              <a:ext cx="70200" cy="70200"/>
            </a:xfrm>
            <a:custGeom>
              <a:avLst/>
              <a:gdLst/>
              <a:ahLst/>
              <a:cxnLst/>
              <a:rect l="l" t="t" r="r" b="b"/>
              <a:pathLst>
                <a:path w="2808" h="2808" extrusionOk="0">
                  <a:moveTo>
                    <a:pt x="1404" y="0"/>
                  </a:moveTo>
                  <a:cubicBezTo>
                    <a:pt x="646" y="0"/>
                    <a:pt x="0" y="618"/>
                    <a:pt x="0" y="1404"/>
                  </a:cubicBezTo>
                  <a:cubicBezTo>
                    <a:pt x="0" y="2162"/>
                    <a:pt x="646" y="2808"/>
                    <a:pt x="1404" y="2808"/>
                  </a:cubicBezTo>
                  <a:cubicBezTo>
                    <a:pt x="2190" y="2808"/>
                    <a:pt x="2807" y="2162"/>
                    <a:pt x="2807" y="1404"/>
                  </a:cubicBezTo>
                  <a:cubicBezTo>
                    <a:pt x="2807" y="618"/>
                    <a:pt x="2190"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64"/>
            <p:cNvSpPr/>
            <p:nvPr/>
          </p:nvSpPr>
          <p:spPr>
            <a:xfrm>
              <a:off x="3898425" y="1613075"/>
              <a:ext cx="82150" cy="82150"/>
            </a:xfrm>
            <a:custGeom>
              <a:avLst/>
              <a:gdLst/>
              <a:ahLst/>
              <a:cxnLst/>
              <a:rect l="l" t="t" r="r" b="b"/>
              <a:pathLst>
                <a:path w="3286" h="3286" extrusionOk="0">
                  <a:moveTo>
                    <a:pt x="1629" y="478"/>
                  </a:moveTo>
                  <a:cubicBezTo>
                    <a:pt x="2274" y="478"/>
                    <a:pt x="2808" y="1011"/>
                    <a:pt x="2808" y="1657"/>
                  </a:cubicBezTo>
                  <a:cubicBezTo>
                    <a:pt x="2808" y="2303"/>
                    <a:pt x="2274" y="2808"/>
                    <a:pt x="1629" y="2808"/>
                  </a:cubicBezTo>
                  <a:cubicBezTo>
                    <a:pt x="983" y="2808"/>
                    <a:pt x="478" y="2303"/>
                    <a:pt x="478" y="1657"/>
                  </a:cubicBezTo>
                  <a:cubicBezTo>
                    <a:pt x="478" y="1011"/>
                    <a:pt x="983" y="478"/>
                    <a:pt x="1629" y="478"/>
                  </a:cubicBezTo>
                  <a:close/>
                  <a:moveTo>
                    <a:pt x="1629" y="0"/>
                  </a:moveTo>
                  <a:cubicBezTo>
                    <a:pt x="730" y="0"/>
                    <a:pt x="0" y="730"/>
                    <a:pt x="0" y="1657"/>
                  </a:cubicBezTo>
                  <a:cubicBezTo>
                    <a:pt x="0" y="2555"/>
                    <a:pt x="730" y="3285"/>
                    <a:pt x="1629" y="3285"/>
                  </a:cubicBezTo>
                  <a:cubicBezTo>
                    <a:pt x="2527" y="3285"/>
                    <a:pt x="3285" y="2555"/>
                    <a:pt x="3285" y="1657"/>
                  </a:cubicBezTo>
                  <a:cubicBezTo>
                    <a:pt x="3285" y="730"/>
                    <a:pt x="2527" y="0"/>
                    <a:pt x="16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64"/>
            <p:cNvSpPr/>
            <p:nvPr/>
          </p:nvSpPr>
          <p:spPr>
            <a:xfrm>
              <a:off x="4179875" y="1244600"/>
              <a:ext cx="70200" cy="70200"/>
            </a:xfrm>
            <a:custGeom>
              <a:avLst/>
              <a:gdLst/>
              <a:ahLst/>
              <a:cxnLst/>
              <a:rect l="l" t="t" r="r" b="b"/>
              <a:pathLst>
                <a:path w="2808" h="2808" extrusionOk="0">
                  <a:moveTo>
                    <a:pt x="1404" y="0"/>
                  </a:moveTo>
                  <a:cubicBezTo>
                    <a:pt x="618" y="0"/>
                    <a:pt x="0" y="618"/>
                    <a:pt x="0" y="1404"/>
                  </a:cubicBezTo>
                  <a:cubicBezTo>
                    <a:pt x="0" y="2162"/>
                    <a:pt x="618" y="2808"/>
                    <a:pt x="1404" y="2808"/>
                  </a:cubicBezTo>
                  <a:cubicBezTo>
                    <a:pt x="2162" y="2808"/>
                    <a:pt x="2808" y="2162"/>
                    <a:pt x="2808" y="1404"/>
                  </a:cubicBezTo>
                  <a:cubicBezTo>
                    <a:pt x="2808" y="618"/>
                    <a:pt x="2162" y="0"/>
                    <a:pt x="14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64"/>
            <p:cNvSpPr/>
            <p:nvPr/>
          </p:nvSpPr>
          <p:spPr>
            <a:xfrm>
              <a:off x="4173550" y="1238975"/>
              <a:ext cx="82150" cy="81450"/>
            </a:xfrm>
            <a:custGeom>
              <a:avLst/>
              <a:gdLst/>
              <a:ahLst/>
              <a:cxnLst/>
              <a:rect l="l" t="t" r="r" b="b"/>
              <a:pathLst>
                <a:path w="3286" h="3258" extrusionOk="0">
                  <a:moveTo>
                    <a:pt x="1657" y="450"/>
                  </a:moveTo>
                  <a:cubicBezTo>
                    <a:pt x="2303" y="450"/>
                    <a:pt x="2808" y="983"/>
                    <a:pt x="2808" y="1629"/>
                  </a:cubicBezTo>
                  <a:cubicBezTo>
                    <a:pt x="2808" y="2275"/>
                    <a:pt x="2303" y="2780"/>
                    <a:pt x="1657" y="2808"/>
                  </a:cubicBezTo>
                  <a:cubicBezTo>
                    <a:pt x="1011" y="2780"/>
                    <a:pt x="478" y="2275"/>
                    <a:pt x="478" y="1629"/>
                  </a:cubicBezTo>
                  <a:cubicBezTo>
                    <a:pt x="478" y="983"/>
                    <a:pt x="1011" y="450"/>
                    <a:pt x="1657" y="450"/>
                  </a:cubicBezTo>
                  <a:close/>
                  <a:moveTo>
                    <a:pt x="1657" y="1"/>
                  </a:moveTo>
                  <a:cubicBezTo>
                    <a:pt x="731" y="1"/>
                    <a:pt x="1" y="731"/>
                    <a:pt x="1" y="1629"/>
                  </a:cubicBezTo>
                  <a:cubicBezTo>
                    <a:pt x="1" y="2527"/>
                    <a:pt x="731" y="3257"/>
                    <a:pt x="1657" y="3257"/>
                  </a:cubicBezTo>
                  <a:cubicBezTo>
                    <a:pt x="2556" y="3257"/>
                    <a:pt x="3285" y="2527"/>
                    <a:pt x="3285" y="1629"/>
                  </a:cubicBezTo>
                  <a:cubicBezTo>
                    <a:pt x="3285" y="731"/>
                    <a:pt x="2556" y="1"/>
                    <a:pt x="1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64"/>
            <p:cNvSpPr/>
            <p:nvPr/>
          </p:nvSpPr>
          <p:spPr>
            <a:xfrm>
              <a:off x="2899675" y="2124725"/>
              <a:ext cx="271625" cy="294825"/>
            </a:xfrm>
            <a:custGeom>
              <a:avLst/>
              <a:gdLst/>
              <a:ahLst/>
              <a:cxnLst/>
              <a:rect l="l" t="t" r="r" b="b"/>
              <a:pathLst>
                <a:path w="10865" h="11793" extrusionOk="0">
                  <a:moveTo>
                    <a:pt x="10865" y="1"/>
                  </a:moveTo>
                  <a:cubicBezTo>
                    <a:pt x="10275" y="1"/>
                    <a:pt x="9686" y="57"/>
                    <a:pt x="9124" y="141"/>
                  </a:cubicBezTo>
                  <a:cubicBezTo>
                    <a:pt x="3650" y="1096"/>
                    <a:pt x="0" y="6318"/>
                    <a:pt x="955" y="11792"/>
                  </a:cubicBezTo>
                  <a:lnTo>
                    <a:pt x="10865" y="10052"/>
                  </a:lnTo>
                  <a:lnTo>
                    <a:pt x="108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64"/>
            <p:cNvSpPr/>
            <p:nvPr/>
          </p:nvSpPr>
          <p:spPr>
            <a:xfrm>
              <a:off x="2913700" y="2118425"/>
              <a:ext cx="263225" cy="306875"/>
            </a:xfrm>
            <a:custGeom>
              <a:avLst/>
              <a:gdLst/>
              <a:ahLst/>
              <a:cxnLst/>
              <a:rect l="l" t="t" r="r" b="b"/>
              <a:pathLst>
                <a:path w="10529" h="12275" extrusionOk="0">
                  <a:moveTo>
                    <a:pt x="10051" y="481"/>
                  </a:moveTo>
                  <a:lnTo>
                    <a:pt x="10051" y="10114"/>
                  </a:lnTo>
                  <a:lnTo>
                    <a:pt x="10051" y="10114"/>
                  </a:lnTo>
                  <a:lnTo>
                    <a:pt x="586" y="11781"/>
                  </a:lnTo>
                  <a:lnTo>
                    <a:pt x="586" y="11781"/>
                  </a:lnTo>
                  <a:cubicBezTo>
                    <a:pt x="520" y="11276"/>
                    <a:pt x="478" y="10786"/>
                    <a:pt x="478" y="10276"/>
                  </a:cubicBezTo>
                  <a:cubicBezTo>
                    <a:pt x="478" y="5615"/>
                    <a:pt x="3819" y="1460"/>
                    <a:pt x="8591" y="618"/>
                  </a:cubicBezTo>
                  <a:cubicBezTo>
                    <a:pt x="9069" y="546"/>
                    <a:pt x="9567" y="495"/>
                    <a:pt x="10051" y="481"/>
                  </a:cubicBezTo>
                  <a:close/>
                  <a:moveTo>
                    <a:pt x="10304" y="0"/>
                  </a:moveTo>
                  <a:cubicBezTo>
                    <a:pt x="9714" y="0"/>
                    <a:pt x="9097" y="56"/>
                    <a:pt x="8507" y="169"/>
                  </a:cubicBezTo>
                  <a:cubicBezTo>
                    <a:pt x="3510" y="1039"/>
                    <a:pt x="1" y="5391"/>
                    <a:pt x="1" y="10276"/>
                  </a:cubicBezTo>
                  <a:cubicBezTo>
                    <a:pt x="1" y="10893"/>
                    <a:pt x="57" y="11483"/>
                    <a:pt x="169" y="12072"/>
                  </a:cubicBezTo>
                  <a:cubicBezTo>
                    <a:pt x="193" y="12195"/>
                    <a:pt x="282" y="12274"/>
                    <a:pt x="397" y="12274"/>
                  </a:cubicBezTo>
                  <a:cubicBezTo>
                    <a:pt x="414" y="12274"/>
                    <a:pt x="432" y="12273"/>
                    <a:pt x="450" y="12269"/>
                  </a:cubicBezTo>
                  <a:lnTo>
                    <a:pt x="10332" y="10528"/>
                  </a:lnTo>
                  <a:cubicBezTo>
                    <a:pt x="10444" y="10500"/>
                    <a:pt x="10529" y="10416"/>
                    <a:pt x="10529" y="10304"/>
                  </a:cubicBezTo>
                  <a:lnTo>
                    <a:pt x="10529" y="253"/>
                  </a:lnTo>
                  <a:cubicBezTo>
                    <a:pt x="10529" y="169"/>
                    <a:pt x="10501" y="113"/>
                    <a:pt x="10472" y="85"/>
                  </a:cubicBezTo>
                  <a:cubicBezTo>
                    <a:pt x="10416" y="28"/>
                    <a:pt x="10360"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64"/>
            <p:cNvSpPr/>
            <p:nvPr/>
          </p:nvSpPr>
          <p:spPr>
            <a:xfrm>
              <a:off x="2923525" y="2376000"/>
              <a:ext cx="247775" cy="197950"/>
            </a:xfrm>
            <a:custGeom>
              <a:avLst/>
              <a:gdLst/>
              <a:ahLst/>
              <a:cxnLst/>
              <a:rect l="l" t="t" r="r" b="b"/>
              <a:pathLst>
                <a:path w="9911" h="7918" extrusionOk="0">
                  <a:moveTo>
                    <a:pt x="9911" y="1"/>
                  </a:moveTo>
                  <a:lnTo>
                    <a:pt x="1" y="1741"/>
                  </a:lnTo>
                  <a:cubicBezTo>
                    <a:pt x="450" y="4324"/>
                    <a:pt x="1657" y="6318"/>
                    <a:pt x="3706" y="7918"/>
                  </a:cubicBezTo>
                  <a:lnTo>
                    <a:pt x="991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64"/>
            <p:cNvSpPr/>
            <p:nvPr/>
          </p:nvSpPr>
          <p:spPr>
            <a:xfrm>
              <a:off x="2916500" y="2367575"/>
              <a:ext cx="268850" cy="214800"/>
            </a:xfrm>
            <a:custGeom>
              <a:avLst/>
              <a:gdLst/>
              <a:ahLst/>
              <a:cxnLst/>
              <a:rect l="l" t="t" r="r" b="b"/>
              <a:pathLst>
                <a:path w="10754" h="8592" extrusionOk="0">
                  <a:moveTo>
                    <a:pt x="9630" y="666"/>
                  </a:moveTo>
                  <a:lnTo>
                    <a:pt x="3964" y="7929"/>
                  </a:lnTo>
                  <a:lnTo>
                    <a:pt x="3964" y="7929"/>
                  </a:lnTo>
                  <a:cubicBezTo>
                    <a:pt x="2101" y="6427"/>
                    <a:pt x="1009" y="4618"/>
                    <a:pt x="547" y="2266"/>
                  </a:cubicBezTo>
                  <a:lnTo>
                    <a:pt x="547" y="2266"/>
                  </a:lnTo>
                  <a:lnTo>
                    <a:pt x="9630" y="666"/>
                  </a:lnTo>
                  <a:close/>
                  <a:moveTo>
                    <a:pt x="10753" y="1"/>
                  </a:moveTo>
                  <a:lnTo>
                    <a:pt x="10136" y="113"/>
                  </a:lnTo>
                  <a:lnTo>
                    <a:pt x="1" y="1882"/>
                  </a:lnTo>
                  <a:lnTo>
                    <a:pt x="57" y="2106"/>
                  </a:lnTo>
                  <a:cubicBezTo>
                    <a:pt x="506" y="4745"/>
                    <a:pt x="1741" y="6795"/>
                    <a:pt x="3847" y="8451"/>
                  </a:cubicBezTo>
                  <a:lnTo>
                    <a:pt x="4044" y="8592"/>
                  </a:lnTo>
                  <a:lnTo>
                    <a:pt x="1075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64"/>
            <p:cNvSpPr/>
            <p:nvPr/>
          </p:nvSpPr>
          <p:spPr>
            <a:xfrm>
              <a:off x="3016175" y="2250375"/>
              <a:ext cx="442200" cy="377675"/>
            </a:xfrm>
            <a:custGeom>
              <a:avLst/>
              <a:gdLst/>
              <a:ahLst/>
              <a:cxnLst/>
              <a:rect l="l" t="t" r="r" b="b"/>
              <a:pathLst>
                <a:path w="17688" h="15107" extrusionOk="0">
                  <a:moveTo>
                    <a:pt x="14908" y="0"/>
                  </a:moveTo>
                  <a:lnTo>
                    <a:pt x="6205" y="5026"/>
                  </a:lnTo>
                  <a:lnTo>
                    <a:pt x="0" y="12943"/>
                  </a:lnTo>
                  <a:cubicBezTo>
                    <a:pt x="1846" y="14382"/>
                    <a:pt x="3997" y="15106"/>
                    <a:pt x="6167" y="15106"/>
                  </a:cubicBezTo>
                  <a:cubicBezTo>
                    <a:pt x="7891" y="15106"/>
                    <a:pt x="9627" y="14649"/>
                    <a:pt x="11230" y="13729"/>
                  </a:cubicBezTo>
                  <a:cubicBezTo>
                    <a:pt x="16031" y="10949"/>
                    <a:pt x="17688" y="4801"/>
                    <a:pt x="149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64"/>
            <p:cNvSpPr/>
            <p:nvPr/>
          </p:nvSpPr>
          <p:spPr>
            <a:xfrm>
              <a:off x="3009850" y="2244450"/>
              <a:ext cx="418350" cy="389175"/>
            </a:xfrm>
            <a:custGeom>
              <a:avLst/>
              <a:gdLst/>
              <a:ahLst/>
              <a:cxnLst/>
              <a:rect l="l" t="t" r="r" b="b"/>
              <a:pathLst>
                <a:path w="16734" h="15567" extrusionOk="0">
                  <a:moveTo>
                    <a:pt x="15077" y="547"/>
                  </a:moveTo>
                  <a:cubicBezTo>
                    <a:pt x="15898" y="2037"/>
                    <a:pt x="16284" y="3649"/>
                    <a:pt x="16284" y="5235"/>
                  </a:cubicBezTo>
                  <a:cubicBezTo>
                    <a:pt x="16284" y="8632"/>
                    <a:pt x="14515" y="11945"/>
                    <a:pt x="11371" y="13769"/>
                  </a:cubicBezTo>
                  <a:cubicBezTo>
                    <a:pt x="9799" y="14668"/>
                    <a:pt x="8114" y="15117"/>
                    <a:pt x="6430" y="15117"/>
                  </a:cubicBezTo>
                  <a:cubicBezTo>
                    <a:pt x="4374" y="15117"/>
                    <a:pt x="2371" y="14439"/>
                    <a:pt x="595" y="13134"/>
                  </a:cubicBezTo>
                  <a:lnTo>
                    <a:pt x="595" y="13134"/>
                  </a:lnTo>
                  <a:lnTo>
                    <a:pt x="6593" y="5446"/>
                  </a:lnTo>
                  <a:lnTo>
                    <a:pt x="6593" y="5446"/>
                  </a:lnTo>
                  <a:lnTo>
                    <a:pt x="15077" y="547"/>
                  </a:lnTo>
                  <a:close/>
                  <a:moveTo>
                    <a:pt x="15166" y="0"/>
                  </a:moveTo>
                  <a:cubicBezTo>
                    <a:pt x="15127" y="0"/>
                    <a:pt x="15086" y="13"/>
                    <a:pt x="15049" y="41"/>
                  </a:cubicBezTo>
                  <a:lnTo>
                    <a:pt x="6346" y="5066"/>
                  </a:lnTo>
                  <a:lnTo>
                    <a:pt x="6261" y="5122"/>
                  </a:lnTo>
                  <a:lnTo>
                    <a:pt x="85" y="13039"/>
                  </a:lnTo>
                  <a:cubicBezTo>
                    <a:pt x="1" y="13124"/>
                    <a:pt x="29" y="13292"/>
                    <a:pt x="113" y="13376"/>
                  </a:cubicBezTo>
                  <a:cubicBezTo>
                    <a:pt x="1994" y="14836"/>
                    <a:pt x="4212" y="15566"/>
                    <a:pt x="6430" y="15566"/>
                  </a:cubicBezTo>
                  <a:cubicBezTo>
                    <a:pt x="8199" y="15566"/>
                    <a:pt x="9967" y="15117"/>
                    <a:pt x="11596" y="14162"/>
                  </a:cubicBezTo>
                  <a:cubicBezTo>
                    <a:pt x="14908" y="12253"/>
                    <a:pt x="16733" y="8800"/>
                    <a:pt x="16733" y="5235"/>
                  </a:cubicBezTo>
                  <a:cubicBezTo>
                    <a:pt x="16733" y="3494"/>
                    <a:pt x="16284" y="1725"/>
                    <a:pt x="15358" y="125"/>
                  </a:cubicBezTo>
                  <a:cubicBezTo>
                    <a:pt x="15320" y="50"/>
                    <a:pt x="15245" y="0"/>
                    <a:pt x="151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64"/>
            <p:cNvSpPr/>
            <p:nvPr/>
          </p:nvSpPr>
          <p:spPr>
            <a:xfrm>
              <a:off x="3171275" y="2124725"/>
              <a:ext cx="217625" cy="251300"/>
            </a:xfrm>
            <a:custGeom>
              <a:avLst/>
              <a:gdLst/>
              <a:ahLst/>
              <a:cxnLst/>
              <a:rect l="l" t="t" r="r" b="b"/>
              <a:pathLst>
                <a:path w="8705" h="10052" extrusionOk="0">
                  <a:moveTo>
                    <a:pt x="1" y="1"/>
                  </a:moveTo>
                  <a:lnTo>
                    <a:pt x="1" y="10052"/>
                  </a:lnTo>
                  <a:lnTo>
                    <a:pt x="8704" y="5026"/>
                  </a:lnTo>
                  <a:cubicBezTo>
                    <a:pt x="6851" y="1798"/>
                    <a:pt x="3707" y="1"/>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64"/>
            <p:cNvSpPr/>
            <p:nvPr/>
          </p:nvSpPr>
          <p:spPr>
            <a:xfrm>
              <a:off x="3164975" y="2118425"/>
              <a:ext cx="231625" cy="267425"/>
            </a:xfrm>
            <a:custGeom>
              <a:avLst/>
              <a:gdLst/>
              <a:ahLst/>
              <a:cxnLst/>
              <a:rect l="l" t="t" r="r" b="b"/>
              <a:pathLst>
                <a:path w="9265" h="10697" extrusionOk="0">
                  <a:moveTo>
                    <a:pt x="478" y="480"/>
                  </a:moveTo>
                  <a:cubicBezTo>
                    <a:pt x="3926" y="550"/>
                    <a:pt x="6847" y="2238"/>
                    <a:pt x="8645" y="5197"/>
                  </a:cubicBezTo>
                  <a:lnTo>
                    <a:pt x="8645" y="5197"/>
                  </a:lnTo>
                  <a:lnTo>
                    <a:pt x="478" y="9913"/>
                  </a:lnTo>
                  <a:lnTo>
                    <a:pt x="478" y="480"/>
                  </a:lnTo>
                  <a:close/>
                  <a:moveTo>
                    <a:pt x="0" y="0"/>
                  </a:moveTo>
                  <a:lnTo>
                    <a:pt x="0" y="10697"/>
                  </a:lnTo>
                  <a:lnTo>
                    <a:pt x="365" y="10500"/>
                  </a:lnTo>
                  <a:lnTo>
                    <a:pt x="9265" y="5363"/>
                  </a:lnTo>
                  <a:lnTo>
                    <a:pt x="9153" y="5166"/>
                  </a:lnTo>
                  <a:cubicBezTo>
                    <a:pt x="7272" y="1881"/>
                    <a:pt x="4043" y="0"/>
                    <a:pt x="2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64"/>
            <p:cNvSpPr/>
            <p:nvPr/>
          </p:nvSpPr>
          <p:spPr>
            <a:xfrm>
              <a:off x="3048450" y="2253175"/>
              <a:ext cx="244975" cy="244975"/>
            </a:xfrm>
            <a:custGeom>
              <a:avLst/>
              <a:gdLst/>
              <a:ahLst/>
              <a:cxnLst/>
              <a:rect l="l" t="t" r="r" b="b"/>
              <a:pathLst>
                <a:path w="9799" h="9799" extrusionOk="0">
                  <a:moveTo>
                    <a:pt x="4914" y="1"/>
                  </a:moveTo>
                  <a:cubicBezTo>
                    <a:pt x="2191" y="1"/>
                    <a:pt x="1" y="2190"/>
                    <a:pt x="1" y="4914"/>
                  </a:cubicBezTo>
                  <a:cubicBezTo>
                    <a:pt x="1" y="7609"/>
                    <a:pt x="2191" y="9799"/>
                    <a:pt x="4914" y="9799"/>
                  </a:cubicBezTo>
                  <a:cubicBezTo>
                    <a:pt x="7609" y="9799"/>
                    <a:pt x="9799" y="7609"/>
                    <a:pt x="9799" y="4914"/>
                  </a:cubicBezTo>
                  <a:cubicBezTo>
                    <a:pt x="9799" y="2190"/>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64"/>
            <p:cNvSpPr/>
            <p:nvPr/>
          </p:nvSpPr>
          <p:spPr>
            <a:xfrm>
              <a:off x="3042850" y="2247575"/>
              <a:ext cx="256900" cy="256900"/>
            </a:xfrm>
            <a:custGeom>
              <a:avLst/>
              <a:gdLst/>
              <a:ahLst/>
              <a:cxnLst/>
              <a:rect l="l" t="t" r="r" b="b"/>
              <a:pathLst>
                <a:path w="10276" h="10276" extrusionOk="0">
                  <a:moveTo>
                    <a:pt x="5138" y="477"/>
                  </a:moveTo>
                  <a:cubicBezTo>
                    <a:pt x="6429" y="477"/>
                    <a:pt x="7580" y="983"/>
                    <a:pt x="8423" y="1825"/>
                  </a:cubicBezTo>
                  <a:cubicBezTo>
                    <a:pt x="9265" y="2667"/>
                    <a:pt x="9798" y="3846"/>
                    <a:pt x="9798" y="5138"/>
                  </a:cubicBezTo>
                  <a:cubicBezTo>
                    <a:pt x="9798" y="6429"/>
                    <a:pt x="9265" y="7580"/>
                    <a:pt x="8423" y="8422"/>
                  </a:cubicBezTo>
                  <a:cubicBezTo>
                    <a:pt x="7580" y="9265"/>
                    <a:pt x="6429" y="9798"/>
                    <a:pt x="5138" y="9798"/>
                  </a:cubicBezTo>
                  <a:cubicBezTo>
                    <a:pt x="3847" y="9798"/>
                    <a:pt x="2667" y="9265"/>
                    <a:pt x="1825" y="8422"/>
                  </a:cubicBezTo>
                  <a:cubicBezTo>
                    <a:pt x="983" y="7580"/>
                    <a:pt x="478" y="6429"/>
                    <a:pt x="478" y="5138"/>
                  </a:cubicBezTo>
                  <a:cubicBezTo>
                    <a:pt x="478" y="3846"/>
                    <a:pt x="983" y="2667"/>
                    <a:pt x="1825" y="1825"/>
                  </a:cubicBezTo>
                  <a:cubicBezTo>
                    <a:pt x="2667" y="983"/>
                    <a:pt x="3847" y="477"/>
                    <a:pt x="5138" y="477"/>
                  </a:cubicBezTo>
                  <a:close/>
                  <a:moveTo>
                    <a:pt x="5138" y="0"/>
                  </a:moveTo>
                  <a:cubicBezTo>
                    <a:pt x="2302" y="0"/>
                    <a:pt x="0" y="2302"/>
                    <a:pt x="0" y="5138"/>
                  </a:cubicBezTo>
                  <a:cubicBezTo>
                    <a:pt x="0" y="7973"/>
                    <a:pt x="2302" y="10275"/>
                    <a:pt x="5138" y="10275"/>
                  </a:cubicBezTo>
                  <a:cubicBezTo>
                    <a:pt x="7974" y="10275"/>
                    <a:pt x="10276" y="7973"/>
                    <a:pt x="10276" y="5138"/>
                  </a:cubicBezTo>
                  <a:cubicBezTo>
                    <a:pt x="10276" y="2302"/>
                    <a:pt x="7974"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64"/>
            <p:cNvSpPr/>
            <p:nvPr/>
          </p:nvSpPr>
          <p:spPr>
            <a:xfrm>
              <a:off x="2176025" y="2376000"/>
              <a:ext cx="295525" cy="251575"/>
            </a:xfrm>
            <a:custGeom>
              <a:avLst/>
              <a:gdLst/>
              <a:ahLst/>
              <a:cxnLst/>
              <a:rect l="l" t="t" r="r" b="b"/>
              <a:pathLst>
                <a:path w="11821" h="10063" extrusionOk="0">
                  <a:moveTo>
                    <a:pt x="1" y="1"/>
                  </a:moveTo>
                  <a:cubicBezTo>
                    <a:pt x="1" y="590"/>
                    <a:pt x="57" y="1208"/>
                    <a:pt x="169" y="1769"/>
                  </a:cubicBezTo>
                  <a:cubicBezTo>
                    <a:pt x="1022" y="6632"/>
                    <a:pt x="5276" y="10063"/>
                    <a:pt x="10074" y="10063"/>
                  </a:cubicBezTo>
                  <a:cubicBezTo>
                    <a:pt x="10650" y="10063"/>
                    <a:pt x="11234" y="10013"/>
                    <a:pt x="11820" y="9911"/>
                  </a:cubicBezTo>
                  <a:lnTo>
                    <a:pt x="10080"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64"/>
            <p:cNvSpPr/>
            <p:nvPr/>
          </p:nvSpPr>
          <p:spPr>
            <a:xfrm>
              <a:off x="2170425" y="2370400"/>
              <a:ext cx="306750" cy="263225"/>
            </a:xfrm>
            <a:custGeom>
              <a:avLst/>
              <a:gdLst/>
              <a:ahLst/>
              <a:cxnLst/>
              <a:rect l="l" t="t" r="r" b="b"/>
              <a:pathLst>
                <a:path w="12270" h="10529" extrusionOk="0">
                  <a:moveTo>
                    <a:pt x="10086" y="477"/>
                  </a:moveTo>
                  <a:lnTo>
                    <a:pt x="11775" y="9941"/>
                  </a:lnTo>
                  <a:lnTo>
                    <a:pt x="11775" y="9941"/>
                  </a:lnTo>
                  <a:cubicBezTo>
                    <a:pt x="11279" y="10008"/>
                    <a:pt x="10767" y="10051"/>
                    <a:pt x="10276" y="10051"/>
                  </a:cubicBezTo>
                  <a:cubicBezTo>
                    <a:pt x="5615" y="10051"/>
                    <a:pt x="1460" y="6710"/>
                    <a:pt x="618" y="1937"/>
                  </a:cubicBezTo>
                  <a:cubicBezTo>
                    <a:pt x="546" y="1483"/>
                    <a:pt x="495" y="967"/>
                    <a:pt x="481" y="477"/>
                  </a:cubicBezTo>
                  <a:close/>
                  <a:moveTo>
                    <a:pt x="225" y="0"/>
                  </a:moveTo>
                  <a:cubicBezTo>
                    <a:pt x="169" y="0"/>
                    <a:pt x="113" y="28"/>
                    <a:pt x="85" y="56"/>
                  </a:cubicBezTo>
                  <a:cubicBezTo>
                    <a:pt x="28" y="112"/>
                    <a:pt x="0" y="169"/>
                    <a:pt x="0" y="225"/>
                  </a:cubicBezTo>
                  <a:cubicBezTo>
                    <a:pt x="0" y="814"/>
                    <a:pt x="57" y="1432"/>
                    <a:pt x="169" y="2022"/>
                  </a:cubicBezTo>
                  <a:cubicBezTo>
                    <a:pt x="1039" y="7019"/>
                    <a:pt x="5391" y="10528"/>
                    <a:pt x="10276" y="10528"/>
                  </a:cubicBezTo>
                  <a:cubicBezTo>
                    <a:pt x="10865" y="10528"/>
                    <a:pt x="11483" y="10472"/>
                    <a:pt x="12073" y="10360"/>
                  </a:cubicBezTo>
                  <a:cubicBezTo>
                    <a:pt x="12129" y="10360"/>
                    <a:pt x="12185" y="10332"/>
                    <a:pt x="12241" y="10275"/>
                  </a:cubicBezTo>
                  <a:cubicBezTo>
                    <a:pt x="12269" y="10219"/>
                    <a:pt x="12269" y="10163"/>
                    <a:pt x="12269" y="10107"/>
                  </a:cubicBezTo>
                  <a:lnTo>
                    <a:pt x="10528" y="197"/>
                  </a:lnTo>
                  <a:cubicBezTo>
                    <a:pt x="10500" y="84"/>
                    <a:pt x="10416"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64"/>
            <p:cNvSpPr/>
            <p:nvPr/>
          </p:nvSpPr>
          <p:spPr>
            <a:xfrm>
              <a:off x="2428000" y="2376000"/>
              <a:ext cx="197950" cy="247800"/>
            </a:xfrm>
            <a:custGeom>
              <a:avLst/>
              <a:gdLst/>
              <a:ahLst/>
              <a:cxnLst/>
              <a:rect l="l" t="t" r="r" b="b"/>
              <a:pathLst>
                <a:path w="7918" h="9912" extrusionOk="0">
                  <a:moveTo>
                    <a:pt x="1" y="1"/>
                  </a:moveTo>
                  <a:lnTo>
                    <a:pt x="1741" y="9911"/>
                  </a:lnTo>
                  <a:cubicBezTo>
                    <a:pt x="4324" y="9462"/>
                    <a:pt x="6290" y="8255"/>
                    <a:pt x="7918" y="6205"/>
                  </a:cubicBez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64"/>
            <p:cNvSpPr/>
            <p:nvPr/>
          </p:nvSpPr>
          <p:spPr>
            <a:xfrm>
              <a:off x="2419575" y="2361975"/>
              <a:ext cx="214100" cy="268825"/>
            </a:xfrm>
            <a:custGeom>
              <a:avLst/>
              <a:gdLst/>
              <a:ahLst/>
              <a:cxnLst/>
              <a:rect l="l" t="t" r="r" b="b"/>
              <a:pathLst>
                <a:path w="8564" h="10753" extrusionOk="0">
                  <a:moveTo>
                    <a:pt x="670" y="1148"/>
                  </a:moveTo>
                  <a:lnTo>
                    <a:pt x="7928" y="6790"/>
                  </a:lnTo>
                  <a:lnTo>
                    <a:pt x="7928" y="6790"/>
                  </a:lnTo>
                  <a:cubicBezTo>
                    <a:pt x="6430" y="8647"/>
                    <a:pt x="4603" y="9738"/>
                    <a:pt x="2261" y="10203"/>
                  </a:cubicBezTo>
                  <a:lnTo>
                    <a:pt x="2261" y="10203"/>
                  </a:lnTo>
                  <a:lnTo>
                    <a:pt x="670" y="1148"/>
                  </a:lnTo>
                  <a:close/>
                  <a:moveTo>
                    <a:pt x="1" y="0"/>
                  </a:moveTo>
                  <a:lnTo>
                    <a:pt x="85" y="618"/>
                  </a:lnTo>
                  <a:lnTo>
                    <a:pt x="1882" y="10753"/>
                  </a:lnTo>
                  <a:lnTo>
                    <a:pt x="2107" y="10697"/>
                  </a:lnTo>
                  <a:cubicBezTo>
                    <a:pt x="4746" y="10248"/>
                    <a:pt x="6795" y="9012"/>
                    <a:pt x="8423" y="6907"/>
                  </a:cubicBezTo>
                  <a:lnTo>
                    <a:pt x="8564" y="6710"/>
                  </a:lnTo>
                  <a:lnTo>
                    <a:pt x="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64"/>
            <p:cNvSpPr/>
            <p:nvPr/>
          </p:nvSpPr>
          <p:spPr>
            <a:xfrm>
              <a:off x="2302375" y="2124700"/>
              <a:ext cx="395175" cy="406450"/>
            </a:xfrm>
            <a:custGeom>
              <a:avLst/>
              <a:gdLst/>
              <a:ahLst/>
              <a:cxnLst/>
              <a:rect l="l" t="t" r="r" b="b"/>
              <a:pathLst>
                <a:path w="15807" h="16258" extrusionOk="0">
                  <a:moveTo>
                    <a:pt x="5009" y="1"/>
                  </a:moveTo>
                  <a:cubicBezTo>
                    <a:pt x="3306" y="1"/>
                    <a:pt x="1580" y="435"/>
                    <a:pt x="0" y="1350"/>
                  </a:cubicBezTo>
                  <a:lnTo>
                    <a:pt x="5026" y="10053"/>
                  </a:lnTo>
                  <a:lnTo>
                    <a:pt x="12943" y="16257"/>
                  </a:lnTo>
                  <a:cubicBezTo>
                    <a:pt x="15498" y="12972"/>
                    <a:pt x="15807" y="8649"/>
                    <a:pt x="13729" y="5027"/>
                  </a:cubicBezTo>
                  <a:cubicBezTo>
                    <a:pt x="11864" y="1806"/>
                    <a:pt x="8483" y="1"/>
                    <a:pt x="50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64"/>
            <p:cNvSpPr/>
            <p:nvPr/>
          </p:nvSpPr>
          <p:spPr>
            <a:xfrm>
              <a:off x="2295350" y="2119125"/>
              <a:ext cx="390275" cy="417625"/>
            </a:xfrm>
            <a:custGeom>
              <a:avLst/>
              <a:gdLst/>
              <a:ahLst/>
              <a:cxnLst/>
              <a:rect l="l" t="t" r="r" b="b"/>
              <a:pathLst>
                <a:path w="15611" h="16705" extrusionOk="0">
                  <a:moveTo>
                    <a:pt x="5279" y="478"/>
                  </a:moveTo>
                  <a:cubicBezTo>
                    <a:pt x="8676" y="478"/>
                    <a:pt x="11989" y="2218"/>
                    <a:pt x="13785" y="5391"/>
                  </a:cubicBezTo>
                  <a:cubicBezTo>
                    <a:pt x="14712" y="6935"/>
                    <a:pt x="15161" y="8647"/>
                    <a:pt x="15161" y="10304"/>
                  </a:cubicBezTo>
                  <a:cubicBezTo>
                    <a:pt x="15134" y="12359"/>
                    <a:pt x="14482" y="14388"/>
                    <a:pt x="13180" y="16140"/>
                  </a:cubicBezTo>
                  <a:lnTo>
                    <a:pt x="13180" y="16140"/>
                  </a:lnTo>
                  <a:lnTo>
                    <a:pt x="5490" y="10141"/>
                  </a:lnTo>
                  <a:lnTo>
                    <a:pt x="5490" y="10141"/>
                  </a:lnTo>
                  <a:lnTo>
                    <a:pt x="593" y="1660"/>
                  </a:lnTo>
                  <a:lnTo>
                    <a:pt x="593" y="1660"/>
                  </a:lnTo>
                  <a:cubicBezTo>
                    <a:pt x="2082" y="863"/>
                    <a:pt x="3693" y="478"/>
                    <a:pt x="5279" y="478"/>
                  </a:cubicBezTo>
                  <a:close/>
                  <a:moveTo>
                    <a:pt x="5279" y="0"/>
                  </a:moveTo>
                  <a:cubicBezTo>
                    <a:pt x="3538" y="0"/>
                    <a:pt x="1769" y="450"/>
                    <a:pt x="141" y="1376"/>
                  </a:cubicBezTo>
                  <a:cubicBezTo>
                    <a:pt x="29" y="1432"/>
                    <a:pt x="1" y="1573"/>
                    <a:pt x="57" y="1685"/>
                  </a:cubicBezTo>
                  <a:lnTo>
                    <a:pt x="5082" y="10416"/>
                  </a:lnTo>
                  <a:lnTo>
                    <a:pt x="5138" y="10472"/>
                  </a:lnTo>
                  <a:lnTo>
                    <a:pt x="13084" y="16649"/>
                  </a:lnTo>
                  <a:cubicBezTo>
                    <a:pt x="13112" y="16705"/>
                    <a:pt x="13196" y="16705"/>
                    <a:pt x="13252" y="16705"/>
                  </a:cubicBezTo>
                  <a:cubicBezTo>
                    <a:pt x="13308" y="16705"/>
                    <a:pt x="13364" y="16677"/>
                    <a:pt x="13392" y="16621"/>
                  </a:cubicBezTo>
                  <a:cubicBezTo>
                    <a:pt x="14880" y="14740"/>
                    <a:pt x="15610" y="12550"/>
                    <a:pt x="15610" y="10304"/>
                  </a:cubicBezTo>
                  <a:cubicBezTo>
                    <a:pt x="15610" y="8563"/>
                    <a:pt x="15161" y="6766"/>
                    <a:pt x="14207" y="5138"/>
                  </a:cubicBezTo>
                  <a:cubicBezTo>
                    <a:pt x="12297" y="1853"/>
                    <a:pt x="8844" y="0"/>
                    <a:pt x="527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64"/>
            <p:cNvSpPr/>
            <p:nvPr/>
          </p:nvSpPr>
          <p:spPr>
            <a:xfrm>
              <a:off x="2176025" y="2158425"/>
              <a:ext cx="252000" cy="217600"/>
            </a:xfrm>
            <a:custGeom>
              <a:avLst/>
              <a:gdLst/>
              <a:ahLst/>
              <a:cxnLst/>
              <a:rect l="l" t="t" r="r" b="b"/>
              <a:pathLst>
                <a:path w="10080" h="8704" extrusionOk="0">
                  <a:moveTo>
                    <a:pt x="5054" y="1"/>
                  </a:moveTo>
                  <a:cubicBezTo>
                    <a:pt x="1826" y="1853"/>
                    <a:pt x="1" y="4998"/>
                    <a:pt x="1" y="8704"/>
                  </a:cubicBezTo>
                  <a:lnTo>
                    <a:pt x="10080" y="8704"/>
                  </a:lnTo>
                  <a:lnTo>
                    <a:pt x="505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64"/>
            <p:cNvSpPr/>
            <p:nvPr/>
          </p:nvSpPr>
          <p:spPr>
            <a:xfrm>
              <a:off x="2170425" y="2150700"/>
              <a:ext cx="267425" cy="231650"/>
            </a:xfrm>
            <a:custGeom>
              <a:avLst/>
              <a:gdLst/>
              <a:ahLst/>
              <a:cxnLst/>
              <a:rect l="l" t="t" r="r" b="b"/>
              <a:pathLst>
                <a:path w="10697" h="9266" extrusionOk="0">
                  <a:moveTo>
                    <a:pt x="5176" y="634"/>
                  </a:moveTo>
                  <a:lnTo>
                    <a:pt x="9869" y="8788"/>
                  </a:lnTo>
                  <a:lnTo>
                    <a:pt x="480" y="8788"/>
                  </a:lnTo>
                  <a:cubicBezTo>
                    <a:pt x="550" y="5347"/>
                    <a:pt x="2230" y="2433"/>
                    <a:pt x="5176" y="634"/>
                  </a:cubicBezTo>
                  <a:close/>
                  <a:moveTo>
                    <a:pt x="5363" y="1"/>
                  </a:moveTo>
                  <a:lnTo>
                    <a:pt x="5138" y="113"/>
                  </a:lnTo>
                  <a:cubicBezTo>
                    <a:pt x="1853" y="1994"/>
                    <a:pt x="0" y="5223"/>
                    <a:pt x="0" y="9013"/>
                  </a:cubicBezTo>
                  <a:lnTo>
                    <a:pt x="0" y="9265"/>
                  </a:lnTo>
                  <a:lnTo>
                    <a:pt x="10697" y="9265"/>
                  </a:lnTo>
                  <a:lnTo>
                    <a:pt x="10500" y="8900"/>
                  </a:lnTo>
                  <a:lnTo>
                    <a:pt x="5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64"/>
            <p:cNvSpPr/>
            <p:nvPr/>
          </p:nvSpPr>
          <p:spPr>
            <a:xfrm>
              <a:off x="2305175" y="2253875"/>
              <a:ext cx="244975" cy="244975"/>
            </a:xfrm>
            <a:custGeom>
              <a:avLst/>
              <a:gdLst/>
              <a:ahLst/>
              <a:cxnLst/>
              <a:rect l="l" t="t" r="r" b="b"/>
              <a:pathLst>
                <a:path w="9799"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64"/>
            <p:cNvSpPr/>
            <p:nvPr/>
          </p:nvSpPr>
          <p:spPr>
            <a:xfrm>
              <a:off x="2299575" y="2247575"/>
              <a:ext cx="256200" cy="256900"/>
            </a:xfrm>
            <a:custGeom>
              <a:avLst/>
              <a:gdLst/>
              <a:ahLst/>
              <a:cxnLst/>
              <a:rect l="l" t="t" r="r" b="b"/>
              <a:pathLst>
                <a:path w="10248" h="10276" extrusionOk="0">
                  <a:moveTo>
                    <a:pt x="5138" y="477"/>
                  </a:moveTo>
                  <a:cubicBezTo>
                    <a:pt x="6401" y="477"/>
                    <a:pt x="7580" y="1011"/>
                    <a:pt x="8423" y="1853"/>
                  </a:cubicBezTo>
                  <a:cubicBezTo>
                    <a:pt x="9265" y="2695"/>
                    <a:pt x="9798" y="3846"/>
                    <a:pt x="9798" y="5138"/>
                  </a:cubicBezTo>
                  <a:cubicBezTo>
                    <a:pt x="9798" y="6429"/>
                    <a:pt x="9265" y="7608"/>
                    <a:pt x="8423" y="8451"/>
                  </a:cubicBezTo>
                  <a:cubicBezTo>
                    <a:pt x="7580" y="9293"/>
                    <a:pt x="6401" y="9826"/>
                    <a:pt x="5138" y="9826"/>
                  </a:cubicBezTo>
                  <a:cubicBezTo>
                    <a:pt x="3846" y="9826"/>
                    <a:pt x="2667" y="9293"/>
                    <a:pt x="1825" y="8451"/>
                  </a:cubicBezTo>
                  <a:cubicBezTo>
                    <a:pt x="983" y="7608"/>
                    <a:pt x="449" y="6429"/>
                    <a:pt x="449" y="5138"/>
                  </a:cubicBezTo>
                  <a:cubicBezTo>
                    <a:pt x="449" y="3846"/>
                    <a:pt x="983" y="2695"/>
                    <a:pt x="1825" y="1853"/>
                  </a:cubicBezTo>
                  <a:cubicBezTo>
                    <a:pt x="2667" y="1011"/>
                    <a:pt x="3846" y="477"/>
                    <a:pt x="5138" y="477"/>
                  </a:cubicBezTo>
                  <a:close/>
                  <a:moveTo>
                    <a:pt x="5138" y="0"/>
                  </a:moveTo>
                  <a:cubicBezTo>
                    <a:pt x="2302" y="0"/>
                    <a:pt x="0" y="2302"/>
                    <a:pt x="0" y="5138"/>
                  </a:cubicBezTo>
                  <a:cubicBezTo>
                    <a:pt x="0" y="7973"/>
                    <a:pt x="2302" y="10275"/>
                    <a:pt x="5138" y="10275"/>
                  </a:cubicBezTo>
                  <a:cubicBezTo>
                    <a:pt x="7973" y="10275"/>
                    <a:pt x="10247" y="7973"/>
                    <a:pt x="10247" y="5138"/>
                  </a:cubicBezTo>
                  <a:cubicBezTo>
                    <a:pt x="10247" y="2302"/>
                    <a:pt x="7973"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64"/>
            <p:cNvSpPr/>
            <p:nvPr/>
          </p:nvSpPr>
          <p:spPr>
            <a:xfrm>
              <a:off x="3662600" y="2376000"/>
              <a:ext cx="294800" cy="251575"/>
            </a:xfrm>
            <a:custGeom>
              <a:avLst/>
              <a:gdLst/>
              <a:ahLst/>
              <a:cxnLst/>
              <a:rect l="l" t="t" r="r" b="b"/>
              <a:pathLst>
                <a:path w="11792" h="10063" extrusionOk="0">
                  <a:moveTo>
                    <a:pt x="0" y="1"/>
                  </a:moveTo>
                  <a:cubicBezTo>
                    <a:pt x="0" y="590"/>
                    <a:pt x="56" y="1208"/>
                    <a:pt x="141" y="1769"/>
                  </a:cubicBezTo>
                  <a:cubicBezTo>
                    <a:pt x="1018" y="6632"/>
                    <a:pt x="5252" y="10063"/>
                    <a:pt x="10046" y="10063"/>
                  </a:cubicBezTo>
                  <a:cubicBezTo>
                    <a:pt x="10622" y="10063"/>
                    <a:pt x="11205" y="10013"/>
                    <a:pt x="11792" y="9911"/>
                  </a:cubicBezTo>
                  <a:lnTo>
                    <a:pt x="1005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64"/>
            <p:cNvSpPr/>
            <p:nvPr/>
          </p:nvSpPr>
          <p:spPr>
            <a:xfrm>
              <a:off x="3656275" y="2370400"/>
              <a:ext cx="307450" cy="263225"/>
            </a:xfrm>
            <a:custGeom>
              <a:avLst/>
              <a:gdLst/>
              <a:ahLst/>
              <a:cxnLst/>
              <a:rect l="l" t="t" r="r" b="b"/>
              <a:pathLst>
                <a:path w="12298" h="10529" extrusionOk="0">
                  <a:moveTo>
                    <a:pt x="10114" y="477"/>
                  </a:moveTo>
                  <a:lnTo>
                    <a:pt x="11777" y="9943"/>
                  </a:lnTo>
                  <a:lnTo>
                    <a:pt x="11777" y="9943"/>
                  </a:lnTo>
                  <a:cubicBezTo>
                    <a:pt x="11273" y="10009"/>
                    <a:pt x="10785" y="10051"/>
                    <a:pt x="10276" y="10051"/>
                  </a:cubicBezTo>
                  <a:cubicBezTo>
                    <a:pt x="5616" y="10051"/>
                    <a:pt x="1461" y="6710"/>
                    <a:pt x="618" y="1937"/>
                  </a:cubicBezTo>
                  <a:cubicBezTo>
                    <a:pt x="547" y="1483"/>
                    <a:pt x="495" y="967"/>
                    <a:pt x="482" y="477"/>
                  </a:cubicBezTo>
                  <a:close/>
                  <a:moveTo>
                    <a:pt x="253" y="0"/>
                  </a:moveTo>
                  <a:cubicBezTo>
                    <a:pt x="197" y="0"/>
                    <a:pt x="113" y="28"/>
                    <a:pt x="85" y="56"/>
                  </a:cubicBezTo>
                  <a:cubicBezTo>
                    <a:pt x="29" y="112"/>
                    <a:pt x="1" y="169"/>
                    <a:pt x="1" y="225"/>
                  </a:cubicBezTo>
                  <a:cubicBezTo>
                    <a:pt x="1" y="814"/>
                    <a:pt x="57" y="1432"/>
                    <a:pt x="169" y="2022"/>
                  </a:cubicBezTo>
                  <a:cubicBezTo>
                    <a:pt x="1039" y="7019"/>
                    <a:pt x="5391" y="10528"/>
                    <a:pt x="10276" y="10528"/>
                  </a:cubicBezTo>
                  <a:cubicBezTo>
                    <a:pt x="10894" y="10528"/>
                    <a:pt x="11483" y="10472"/>
                    <a:pt x="12101" y="10360"/>
                  </a:cubicBezTo>
                  <a:cubicBezTo>
                    <a:pt x="12157" y="10360"/>
                    <a:pt x="12213" y="10332"/>
                    <a:pt x="12241" y="10275"/>
                  </a:cubicBezTo>
                  <a:cubicBezTo>
                    <a:pt x="12269" y="10219"/>
                    <a:pt x="12297" y="10163"/>
                    <a:pt x="12269" y="10107"/>
                  </a:cubicBezTo>
                  <a:lnTo>
                    <a:pt x="10529" y="197"/>
                  </a:lnTo>
                  <a:cubicBezTo>
                    <a:pt x="10501" y="84"/>
                    <a:pt x="10416" y="0"/>
                    <a:pt x="1030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64"/>
            <p:cNvSpPr/>
            <p:nvPr/>
          </p:nvSpPr>
          <p:spPr>
            <a:xfrm>
              <a:off x="3913875" y="2376000"/>
              <a:ext cx="197950" cy="247800"/>
            </a:xfrm>
            <a:custGeom>
              <a:avLst/>
              <a:gdLst/>
              <a:ahLst/>
              <a:cxnLst/>
              <a:rect l="l" t="t" r="r" b="b"/>
              <a:pathLst>
                <a:path w="7918" h="9912" extrusionOk="0">
                  <a:moveTo>
                    <a:pt x="0" y="1"/>
                  </a:moveTo>
                  <a:lnTo>
                    <a:pt x="1741" y="9911"/>
                  </a:lnTo>
                  <a:cubicBezTo>
                    <a:pt x="4324" y="9462"/>
                    <a:pt x="6317" y="8255"/>
                    <a:pt x="7917" y="6205"/>
                  </a:cubicBez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64"/>
            <p:cNvSpPr/>
            <p:nvPr/>
          </p:nvSpPr>
          <p:spPr>
            <a:xfrm>
              <a:off x="3905450" y="2361975"/>
              <a:ext cx="214800" cy="268825"/>
            </a:xfrm>
            <a:custGeom>
              <a:avLst/>
              <a:gdLst/>
              <a:ahLst/>
              <a:cxnLst/>
              <a:rect l="l" t="t" r="r" b="b"/>
              <a:pathLst>
                <a:path w="8592" h="10753" extrusionOk="0">
                  <a:moveTo>
                    <a:pt x="665" y="1124"/>
                  </a:moveTo>
                  <a:lnTo>
                    <a:pt x="7944" y="6802"/>
                  </a:lnTo>
                  <a:lnTo>
                    <a:pt x="7944" y="6802"/>
                  </a:lnTo>
                  <a:cubicBezTo>
                    <a:pt x="6418" y="8659"/>
                    <a:pt x="4610" y="9747"/>
                    <a:pt x="2261" y="10208"/>
                  </a:cubicBezTo>
                  <a:lnTo>
                    <a:pt x="2261" y="10208"/>
                  </a:lnTo>
                  <a:lnTo>
                    <a:pt x="665" y="1124"/>
                  </a:lnTo>
                  <a:close/>
                  <a:moveTo>
                    <a:pt x="0" y="0"/>
                  </a:moveTo>
                  <a:lnTo>
                    <a:pt x="112" y="618"/>
                  </a:lnTo>
                  <a:lnTo>
                    <a:pt x="1881" y="10753"/>
                  </a:lnTo>
                  <a:lnTo>
                    <a:pt x="2134" y="10697"/>
                  </a:lnTo>
                  <a:cubicBezTo>
                    <a:pt x="4745" y="10248"/>
                    <a:pt x="6794" y="9012"/>
                    <a:pt x="8451" y="6907"/>
                  </a:cubicBezTo>
                  <a:lnTo>
                    <a:pt x="8591" y="6710"/>
                  </a:lnTo>
                  <a:lnTo>
                    <a:pt x="0"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64"/>
            <p:cNvSpPr/>
            <p:nvPr/>
          </p:nvSpPr>
          <p:spPr>
            <a:xfrm>
              <a:off x="3788225" y="2124700"/>
              <a:ext cx="395175" cy="406450"/>
            </a:xfrm>
            <a:custGeom>
              <a:avLst/>
              <a:gdLst/>
              <a:ahLst/>
              <a:cxnLst/>
              <a:rect l="l" t="t" r="r" b="b"/>
              <a:pathLst>
                <a:path w="15807" h="16258" extrusionOk="0">
                  <a:moveTo>
                    <a:pt x="5010" y="1"/>
                  </a:moveTo>
                  <a:cubicBezTo>
                    <a:pt x="3306" y="1"/>
                    <a:pt x="1580" y="435"/>
                    <a:pt x="1" y="1350"/>
                  </a:cubicBezTo>
                  <a:lnTo>
                    <a:pt x="5026" y="10053"/>
                  </a:lnTo>
                  <a:lnTo>
                    <a:pt x="12943" y="16257"/>
                  </a:lnTo>
                  <a:cubicBezTo>
                    <a:pt x="15526" y="12972"/>
                    <a:pt x="15807" y="8649"/>
                    <a:pt x="13729" y="5027"/>
                  </a:cubicBezTo>
                  <a:cubicBezTo>
                    <a:pt x="11864" y="1806"/>
                    <a:pt x="8483" y="1"/>
                    <a:pt x="50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64"/>
            <p:cNvSpPr/>
            <p:nvPr/>
          </p:nvSpPr>
          <p:spPr>
            <a:xfrm>
              <a:off x="3781200" y="2119125"/>
              <a:ext cx="390975" cy="417625"/>
            </a:xfrm>
            <a:custGeom>
              <a:avLst/>
              <a:gdLst/>
              <a:ahLst/>
              <a:cxnLst/>
              <a:rect l="l" t="t" r="r" b="b"/>
              <a:pathLst>
                <a:path w="15639" h="16705" extrusionOk="0">
                  <a:moveTo>
                    <a:pt x="5307" y="478"/>
                  </a:moveTo>
                  <a:cubicBezTo>
                    <a:pt x="8676" y="478"/>
                    <a:pt x="11989" y="2218"/>
                    <a:pt x="13814" y="5391"/>
                  </a:cubicBezTo>
                  <a:cubicBezTo>
                    <a:pt x="14712" y="6935"/>
                    <a:pt x="15161" y="8647"/>
                    <a:pt x="15161" y="10304"/>
                  </a:cubicBezTo>
                  <a:cubicBezTo>
                    <a:pt x="15161" y="12364"/>
                    <a:pt x="14507" y="14398"/>
                    <a:pt x="13198" y="16154"/>
                  </a:cubicBezTo>
                  <a:lnTo>
                    <a:pt x="13198" y="16154"/>
                  </a:lnTo>
                  <a:lnTo>
                    <a:pt x="5491" y="10141"/>
                  </a:lnTo>
                  <a:lnTo>
                    <a:pt x="5491" y="10141"/>
                  </a:lnTo>
                  <a:lnTo>
                    <a:pt x="593" y="1660"/>
                  </a:lnTo>
                  <a:lnTo>
                    <a:pt x="593" y="1660"/>
                  </a:lnTo>
                  <a:cubicBezTo>
                    <a:pt x="2083" y="863"/>
                    <a:pt x="3695" y="478"/>
                    <a:pt x="5307" y="478"/>
                  </a:cubicBezTo>
                  <a:close/>
                  <a:moveTo>
                    <a:pt x="5307" y="0"/>
                  </a:moveTo>
                  <a:cubicBezTo>
                    <a:pt x="3538" y="0"/>
                    <a:pt x="1770" y="450"/>
                    <a:pt x="169" y="1376"/>
                  </a:cubicBezTo>
                  <a:cubicBezTo>
                    <a:pt x="57" y="1432"/>
                    <a:pt x="1" y="1573"/>
                    <a:pt x="85" y="1685"/>
                  </a:cubicBezTo>
                  <a:lnTo>
                    <a:pt x="5111" y="10416"/>
                  </a:lnTo>
                  <a:lnTo>
                    <a:pt x="5167" y="10472"/>
                  </a:lnTo>
                  <a:lnTo>
                    <a:pt x="13084" y="16649"/>
                  </a:lnTo>
                  <a:cubicBezTo>
                    <a:pt x="13140" y="16705"/>
                    <a:pt x="13196" y="16705"/>
                    <a:pt x="13252" y="16705"/>
                  </a:cubicBezTo>
                  <a:cubicBezTo>
                    <a:pt x="13308" y="16705"/>
                    <a:pt x="13365" y="16677"/>
                    <a:pt x="13421" y="16621"/>
                  </a:cubicBezTo>
                  <a:cubicBezTo>
                    <a:pt x="14881" y="14740"/>
                    <a:pt x="15639" y="12550"/>
                    <a:pt x="15639" y="10304"/>
                  </a:cubicBezTo>
                  <a:cubicBezTo>
                    <a:pt x="15639" y="8563"/>
                    <a:pt x="15161" y="6766"/>
                    <a:pt x="14207" y="5138"/>
                  </a:cubicBezTo>
                  <a:cubicBezTo>
                    <a:pt x="12298" y="1853"/>
                    <a:pt x="8844" y="0"/>
                    <a:pt x="53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64"/>
            <p:cNvSpPr/>
            <p:nvPr/>
          </p:nvSpPr>
          <p:spPr>
            <a:xfrm>
              <a:off x="3662600" y="2158425"/>
              <a:ext cx="251300" cy="217600"/>
            </a:xfrm>
            <a:custGeom>
              <a:avLst/>
              <a:gdLst/>
              <a:ahLst/>
              <a:cxnLst/>
              <a:rect l="l" t="t" r="r" b="b"/>
              <a:pathLst>
                <a:path w="10052" h="8704" extrusionOk="0">
                  <a:moveTo>
                    <a:pt x="5026" y="1"/>
                  </a:moveTo>
                  <a:cubicBezTo>
                    <a:pt x="1797" y="1853"/>
                    <a:pt x="0" y="4998"/>
                    <a:pt x="0" y="8704"/>
                  </a:cubicBezTo>
                  <a:lnTo>
                    <a:pt x="10051" y="8704"/>
                  </a:lnTo>
                  <a:lnTo>
                    <a:pt x="502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64"/>
            <p:cNvSpPr/>
            <p:nvPr/>
          </p:nvSpPr>
          <p:spPr>
            <a:xfrm>
              <a:off x="3656275" y="2150700"/>
              <a:ext cx="267450" cy="231650"/>
            </a:xfrm>
            <a:custGeom>
              <a:avLst/>
              <a:gdLst/>
              <a:ahLst/>
              <a:cxnLst/>
              <a:rect l="l" t="t" r="r" b="b"/>
              <a:pathLst>
                <a:path w="10698" h="9266" extrusionOk="0">
                  <a:moveTo>
                    <a:pt x="5197" y="621"/>
                  </a:moveTo>
                  <a:lnTo>
                    <a:pt x="9897" y="8788"/>
                  </a:lnTo>
                  <a:lnTo>
                    <a:pt x="480" y="8788"/>
                  </a:lnTo>
                  <a:cubicBezTo>
                    <a:pt x="550" y="5339"/>
                    <a:pt x="2238" y="2419"/>
                    <a:pt x="5197" y="621"/>
                  </a:cubicBezTo>
                  <a:close/>
                  <a:moveTo>
                    <a:pt x="5363" y="1"/>
                  </a:moveTo>
                  <a:lnTo>
                    <a:pt x="5166" y="113"/>
                  </a:lnTo>
                  <a:cubicBezTo>
                    <a:pt x="1882" y="1994"/>
                    <a:pt x="1" y="5223"/>
                    <a:pt x="1" y="9013"/>
                  </a:cubicBezTo>
                  <a:lnTo>
                    <a:pt x="1" y="9265"/>
                  </a:lnTo>
                  <a:lnTo>
                    <a:pt x="10697" y="9265"/>
                  </a:lnTo>
                  <a:lnTo>
                    <a:pt x="10501" y="8900"/>
                  </a:lnTo>
                  <a:lnTo>
                    <a:pt x="53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64"/>
            <p:cNvSpPr/>
            <p:nvPr/>
          </p:nvSpPr>
          <p:spPr>
            <a:xfrm>
              <a:off x="3791025" y="2253875"/>
              <a:ext cx="245000" cy="244975"/>
            </a:xfrm>
            <a:custGeom>
              <a:avLst/>
              <a:gdLst/>
              <a:ahLst/>
              <a:cxnLst/>
              <a:rect l="l" t="t" r="r" b="b"/>
              <a:pathLst>
                <a:path w="9800" h="9799" extrusionOk="0">
                  <a:moveTo>
                    <a:pt x="4914" y="1"/>
                  </a:moveTo>
                  <a:cubicBezTo>
                    <a:pt x="2191" y="1"/>
                    <a:pt x="1" y="2191"/>
                    <a:pt x="1" y="4886"/>
                  </a:cubicBezTo>
                  <a:cubicBezTo>
                    <a:pt x="1" y="7609"/>
                    <a:pt x="2191" y="9799"/>
                    <a:pt x="4914" y="9799"/>
                  </a:cubicBezTo>
                  <a:cubicBezTo>
                    <a:pt x="7609" y="9799"/>
                    <a:pt x="9799" y="7609"/>
                    <a:pt x="9799" y="4886"/>
                  </a:cubicBezTo>
                  <a:cubicBezTo>
                    <a:pt x="9799" y="2191"/>
                    <a:pt x="7609" y="1"/>
                    <a:pt x="491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64"/>
            <p:cNvSpPr/>
            <p:nvPr/>
          </p:nvSpPr>
          <p:spPr>
            <a:xfrm>
              <a:off x="3785425" y="2247575"/>
              <a:ext cx="256900" cy="256900"/>
            </a:xfrm>
            <a:custGeom>
              <a:avLst/>
              <a:gdLst/>
              <a:ahLst/>
              <a:cxnLst/>
              <a:rect l="l" t="t" r="r" b="b"/>
              <a:pathLst>
                <a:path w="10276" h="10276" extrusionOk="0">
                  <a:moveTo>
                    <a:pt x="5138" y="477"/>
                  </a:moveTo>
                  <a:cubicBezTo>
                    <a:pt x="6430" y="477"/>
                    <a:pt x="7581" y="1011"/>
                    <a:pt x="8423" y="1853"/>
                  </a:cubicBezTo>
                  <a:cubicBezTo>
                    <a:pt x="9293" y="2695"/>
                    <a:pt x="9798" y="3846"/>
                    <a:pt x="9798" y="5138"/>
                  </a:cubicBezTo>
                  <a:cubicBezTo>
                    <a:pt x="9798" y="6429"/>
                    <a:pt x="9293" y="7608"/>
                    <a:pt x="8423" y="8451"/>
                  </a:cubicBezTo>
                  <a:cubicBezTo>
                    <a:pt x="7581" y="9293"/>
                    <a:pt x="6430" y="9826"/>
                    <a:pt x="5138" y="9826"/>
                  </a:cubicBezTo>
                  <a:cubicBezTo>
                    <a:pt x="3847" y="9826"/>
                    <a:pt x="2667" y="9293"/>
                    <a:pt x="1825" y="8451"/>
                  </a:cubicBezTo>
                  <a:cubicBezTo>
                    <a:pt x="983" y="7608"/>
                    <a:pt x="478" y="6429"/>
                    <a:pt x="478" y="5138"/>
                  </a:cubicBezTo>
                  <a:cubicBezTo>
                    <a:pt x="478" y="3846"/>
                    <a:pt x="983" y="2695"/>
                    <a:pt x="1825" y="1853"/>
                  </a:cubicBezTo>
                  <a:cubicBezTo>
                    <a:pt x="2667" y="1011"/>
                    <a:pt x="3847" y="477"/>
                    <a:pt x="5138" y="477"/>
                  </a:cubicBezTo>
                  <a:close/>
                  <a:moveTo>
                    <a:pt x="5138" y="0"/>
                  </a:moveTo>
                  <a:cubicBezTo>
                    <a:pt x="2303" y="0"/>
                    <a:pt x="0" y="2302"/>
                    <a:pt x="0" y="5138"/>
                  </a:cubicBezTo>
                  <a:cubicBezTo>
                    <a:pt x="0" y="7973"/>
                    <a:pt x="2303" y="10275"/>
                    <a:pt x="5138" y="10275"/>
                  </a:cubicBezTo>
                  <a:cubicBezTo>
                    <a:pt x="7974" y="10275"/>
                    <a:pt x="10276" y="7973"/>
                    <a:pt x="10276" y="5138"/>
                  </a:cubicBezTo>
                  <a:cubicBezTo>
                    <a:pt x="10276" y="2302"/>
                    <a:pt x="7974" y="0"/>
                    <a:pt x="5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64"/>
            <p:cNvSpPr/>
            <p:nvPr/>
          </p:nvSpPr>
          <p:spPr>
            <a:xfrm>
              <a:off x="2155675" y="11828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64"/>
            <p:cNvSpPr/>
            <p:nvPr/>
          </p:nvSpPr>
          <p:spPr>
            <a:xfrm>
              <a:off x="2155675" y="122985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64"/>
            <p:cNvSpPr/>
            <p:nvPr/>
          </p:nvSpPr>
          <p:spPr>
            <a:xfrm>
              <a:off x="2155675" y="127757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64"/>
            <p:cNvSpPr/>
            <p:nvPr/>
          </p:nvSpPr>
          <p:spPr>
            <a:xfrm>
              <a:off x="2155675" y="132460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64"/>
            <p:cNvSpPr/>
            <p:nvPr/>
          </p:nvSpPr>
          <p:spPr>
            <a:xfrm>
              <a:off x="4314625" y="1290925"/>
              <a:ext cx="604350" cy="291850"/>
            </a:xfrm>
            <a:custGeom>
              <a:avLst/>
              <a:gdLst/>
              <a:ahLst/>
              <a:cxnLst/>
              <a:rect l="l" t="t" r="r" b="b"/>
              <a:pathLst>
                <a:path w="24174" h="11674" extrusionOk="0">
                  <a:moveTo>
                    <a:pt x="225" y="0"/>
                  </a:moveTo>
                  <a:cubicBezTo>
                    <a:pt x="113" y="0"/>
                    <a:pt x="1" y="112"/>
                    <a:pt x="1" y="225"/>
                  </a:cubicBezTo>
                  <a:cubicBezTo>
                    <a:pt x="1" y="365"/>
                    <a:pt x="113" y="477"/>
                    <a:pt x="225" y="477"/>
                  </a:cubicBezTo>
                  <a:lnTo>
                    <a:pt x="11034" y="477"/>
                  </a:lnTo>
                  <a:lnTo>
                    <a:pt x="23752" y="11623"/>
                  </a:lnTo>
                  <a:cubicBezTo>
                    <a:pt x="23799" y="11658"/>
                    <a:pt x="23851" y="11674"/>
                    <a:pt x="23902" y="11674"/>
                  </a:cubicBezTo>
                  <a:cubicBezTo>
                    <a:pt x="23972" y="11674"/>
                    <a:pt x="24040" y="11644"/>
                    <a:pt x="24089" y="11595"/>
                  </a:cubicBezTo>
                  <a:cubicBezTo>
                    <a:pt x="24173" y="11483"/>
                    <a:pt x="24173" y="11342"/>
                    <a:pt x="24061" y="11258"/>
                  </a:cubicBezTo>
                  <a:lnTo>
                    <a:pt x="11259" y="56"/>
                  </a:lnTo>
                  <a:cubicBezTo>
                    <a:pt x="11231" y="28"/>
                    <a:pt x="11174" y="0"/>
                    <a:pt x="111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64"/>
            <p:cNvSpPr/>
            <p:nvPr/>
          </p:nvSpPr>
          <p:spPr>
            <a:xfrm>
              <a:off x="4963850" y="1490950"/>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64"/>
            <p:cNvSpPr/>
            <p:nvPr/>
          </p:nvSpPr>
          <p:spPr>
            <a:xfrm>
              <a:off x="4963850" y="1537975"/>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64"/>
            <p:cNvSpPr/>
            <p:nvPr/>
          </p:nvSpPr>
          <p:spPr>
            <a:xfrm>
              <a:off x="4963850" y="1585700"/>
              <a:ext cx="277975" cy="11250"/>
            </a:xfrm>
            <a:custGeom>
              <a:avLst/>
              <a:gdLst/>
              <a:ahLst/>
              <a:cxnLst/>
              <a:rect l="l" t="t" r="r" b="b"/>
              <a:pathLst>
                <a:path w="11119" h="450" extrusionOk="0">
                  <a:moveTo>
                    <a:pt x="1" y="1"/>
                  </a:moveTo>
                  <a:lnTo>
                    <a:pt x="1" y="450"/>
                  </a:lnTo>
                  <a:lnTo>
                    <a:pt x="11118" y="450"/>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64"/>
            <p:cNvSpPr/>
            <p:nvPr/>
          </p:nvSpPr>
          <p:spPr>
            <a:xfrm>
              <a:off x="4963850" y="16327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64"/>
            <p:cNvSpPr/>
            <p:nvPr/>
          </p:nvSpPr>
          <p:spPr>
            <a:xfrm>
              <a:off x="4963850" y="2298800"/>
              <a:ext cx="277975" cy="11950"/>
            </a:xfrm>
            <a:custGeom>
              <a:avLst/>
              <a:gdLst/>
              <a:ahLst/>
              <a:cxnLst/>
              <a:rect l="l" t="t" r="r" b="b"/>
              <a:pathLst>
                <a:path w="11119" h="478" extrusionOk="0">
                  <a:moveTo>
                    <a:pt x="1" y="0"/>
                  </a:moveTo>
                  <a:lnTo>
                    <a:pt x="1" y="478"/>
                  </a:lnTo>
                  <a:lnTo>
                    <a:pt x="11118" y="478"/>
                  </a:lnTo>
                  <a:lnTo>
                    <a:pt x="1111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64"/>
            <p:cNvSpPr/>
            <p:nvPr/>
          </p:nvSpPr>
          <p:spPr>
            <a:xfrm>
              <a:off x="4963850" y="234582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64"/>
            <p:cNvSpPr/>
            <p:nvPr/>
          </p:nvSpPr>
          <p:spPr>
            <a:xfrm>
              <a:off x="4963850" y="2393550"/>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64"/>
            <p:cNvSpPr/>
            <p:nvPr/>
          </p:nvSpPr>
          <p:spPr>
            <a:xfrm>
              <a:off x="4963850" y="2440575"/>
              <a:ext cx="277975" cy="11950"/>
            </a:xfrm>
            <a:custGeom>
              <a:avLst/>
              <a:gdLst/>
              <a:ahLst/>
              <a:cxnLst/>
              <a:rect l="l" t="t" r="r" b="b"/>
              <a:pathLst>
                <a:path w="11119" h="478" extrusionOk="0">
                  <a:moveTo>
                    <a:pt x="1" y="1"/>
                  </a:moveTo>
                  <a:lnTo>
                    <a:pt x="1" y="478"/>
                  </a:lnTo>
                  <a:lnTo>
                    <a:pt x="11118" y="478"/>
                  </a:lnTo>
                  <a:lnTo>
                    <a:pt x="1111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64"/>
            <p:cNvSpPr/>
            <p:nvPr/>
          </p:nvSpPr>
          <p:spPr>
            <a:xfrm>
              <a:off x="2291850" y="3234400"/>
              <a:ext cx="278650" cy="11950"/>
            </a:xfrm>
            <a:custGeom>
              <a:avLst/>
              <a:gdLst/>
              <a:ahLst/>
              <a:cxnLst/>
              <a:rect l="l" t="t" r="r" b="b"/>
              <a:pathLst>
                <a:path w="11146" h="478" extrusionOk="0">
                  <a:moveTo>
                    <a:pt x="0" y="0"/>
                  </a:moveTo>
                  <a:lnTo>
                    <a:pt x="0" y="477"/>
                  </a:lnTo>
                  <a:lnTo>
                    <a:pt x="11146" y="477"/>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64"/>
            <p:cNvSpPr/>
            <p:nvPr/>
          </p:nvSpPr>
          <p:spPr>
            <a:xfrm>
              <a:off x="2291850" y="3282125"/>
              <a:ext cx="278650" cy="11950"/>
            </a:xfrm>
            <a:custGeom>
              <a:avLst/>
              <a:gdLst/>
              <a:ahLst/>
              <a:cxnLst/>
              <a:rect l="l" t="t" r="r" b="b"/>
              <a:pathLst>
                <a:path w="11146" h="478" extrusionOk="0">
                  <a:moveTo>
                    <a:pt x="0" y="0"/>
                  </a:moveTo>
                  <a:lnTo>
                    <a:pt x="0" y="478"/>
                  </a:lnTo>
                  <a:lnTo>
                    <a:pt x="11146" y="478"/>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64"/>
            <p:cNvSpPr/>
            <p:nvPr/>
          </p:nvSpPr>
          <p:spPr>
            <a:xfrm>
              <a:off x="2291850" y="3329150"/>
              <a:ext cx="278650" cy="11950"/>
            </a:xfrm>
            <a:custGeom>
              <a:avLst/>
              <a:gdLst/>
              <a:ahLst/>
              <a:cxnLst/>
              <a:rect l="l" t="t" r="r" b="b"/>
              <a:pathLst>
                <a:path w="11146" h="478" extrusionOk="0">
                  <a:moveTo>
                    <a:pt x="0" y="0"/>
                  </a:moveTo>
                  <a:lnTo>
                    <a:pt x="0" y="478"/>
                  </a:lnTo>
                  <a:lnTo>
                    <a:pt x="11146" y="478"/>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64"/>
            <p:cNvSpPr/>
            <p:nvPr/>
          </p:nvSpPr>
          <p:spPr>
            <a:xfrm>
              <a:off x="2291850" y="3376875"/>
              <a:ext cx="278650" cy="11250"/>
            </a:xfrm>
            <a:custGeom>
              <a:avLst/>
              <a:gdLst/>
              <a:ahLst/>
              <a:cxnLst/>
              <a:rect l="l" t="t" r="r" b="b"/>
              <a:pathLst>
                <a:path w="11146" h="450" extrusionOk="0">
                  <a:moveTo>
                    <a:pt x="0" y="0"/>
                  </a:moveTo>
                  <a:lnTo>
                    <a:pt x="0" y="450"/>
                  </a:lnTo>
                  <a:lnTo>
                    <a:pt x="11146" y="450"/>
                  </a:lnTo>
                  <a:lnTo>
                    <a:pt x="1114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64"/>
            <p:cNvSpPr/>
            <p:nvPr/>
          </p:nvSpPr>
          <p:spPr>
            <a:xfrm>
              <a:off x="4036000" y="2098775"/>
              <a:ext cx="888575" cy="274450"/>
            </a:xfrm>
            <a:custGeom>
              <a:avLst/>
              <a:gdLst/>
              <a:ahLst/>
              <a:cxnLst/>
              <a:rect l="l" t="t" r="r" b="b"/>
              <a:pathLst>
                <a:path w="35543" h="10978" extrusionOk="0">
                  <a:moveTo>
                    <a:pt x="4548" y="0"/>
                  </a:moveTo>
                  <a:lnTo>
                    <a:pt x="0" y="5194"/>
                  </a:lnTo>
                  <a:lnTo>
                    <a:pt x="365" y="5503"/>
                  </a:lnTo>
                  <a:lnTo>
                    <a:pt x="4773" y="477"/>
                  </a:lnTo>
                  <a:lnTo>
                    <a:pt x="22488" y="477"/>
                  </a:lnTo>
                  <a:lnTo>
                    <a:pt x="35234" y="10977"/>
                  </a:lnTo>
                  <a:lnTo>
                    <a:pt x="35543" y="10612"/>
                  </a:lnTo>
                  <a:lnTo>
                    <a:pt x="22656"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64"/>
            <p:cNvSpPr/>
            <p:nvPr/>
          </p:nvSpPr>
          <p:spPr>
            <a:xfrm>
              <a:off x="2418875" y="2616750"/>
              <a:ext cx="11975" cy="600125"/>
            </a:xfrm>
            <a:custGeom>
              <a:avLst/>
              <a:gdLst/>
              <a:ahLst/>
              <a:cxnLst/>
              <a:rect l="l" t="t" r="r" b="b"/>
              <a:pathLst>
                <a:path w="479" h="24005" extrusionOk="0">
                  <a:moveTo>
                    <a:pt x="1" y="0"/>
                  </a:moveTo>
                  <a:lnTo>
                    <a:pt x="1" y="24004"/>
                  </a:lnTo>
                  <a:lnTo>
                    <a:pt x="478" y="24004"/>
                  </a:lnTo>
                  <a:lnTo>
                    <a:pt x="4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64"/>
            <p:cNvSpPr/>
            <p:nvPr/>
          </p:nvSpPr>
          <p:spPr>
            <a:xfrm>
              <a:off x="1831425" y="3538000"/>
              <a:ext cx="129875" cy="102100"/>
            </a:xfrm>
            <a:custGeom>
              <a:avLst/>
              <a:gdLst/>
              <a:ahLst/>
              <a:cxnLst/>
              <a:rect l="l" t="t" r="r" b="b"/>
              <a:pathLst>
                <a:path w="5195" h="4084" extrusionOk="0">
                  <a:moveTo>
                    <a:pt x="1580" y="1"/>
                  </a:moveTo>
                  <a:cubicBezTo>
                    <a:pt x="1521" y="1"/>
                    <a:pt x="1462" y="5"/>
                    <a:pt x="1404" y="13"/>
                  </a:cubicBezTo>
                  <a:cubicBezTo>
                    <a:pt x="506" y="125"/>
                    <a:pt x="0" y="1023"/>
                    <a:pt x="197" y="1894"/>
                  </a:cubicBezTo>
                  <a:cubicBezTo>
                    <a:pt x="393" y="2736"/>
                    <a:pt x="1292" y="3381"/>
                    <a:pt x="2050" y="3718"/>
                  </a:cubicBezTo>
                  <a:cubicBezTo>
                    <a:pt x="2860" y="4062"/>
                    <a:pt x="4638" y="4084"/>
                    <a:pt x="5070" y="4084"/>
                  </a:cubicBezTo>
                  <a:cubicBezTo>
                    <a:pt x="5132" y="4084"/>
                    <a:pt x="5166" y="4083"/>
                    <a:pt x="5166" y="4083"/>
                  </a:cubicBezTo>
                  <a:cubicBezTo>
                    <a:pt x="5194" y="4083"/>
                    <a:pt x="4689" y="2623"/>
                    <a:pt x="4661" y="2539"/>
                  </a:cubicBezTo>
                  <a:cubicBezTo>
                    <a:pt x="4206" y="1576"/>
                    <a:pt x="2782" y="1"/>
                    <a:pt x="15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64"/>
            <p:cNvSpPr/>
            <p:nvPr/>
          </p:nvSpPr>
          <p:spPr>
            <a:xfrm>
              <a:off x="1834225" y="3377750"/>
              <a:ext cx="807875" cy="1698375"/>
            </a:xfrm>
            <a:custGeom>
              <a:avLst/>
              <a:gdLst/>
              <a:ahLst/>
              <a:cxnLst/>
              <a:rect l="l" t="t" r="r" b="b"/>
              <a:pathLst>
                <a:path w="32315" h="67935" extrusionOk="0">
                  <a:moveTo>
                    <a:pt x="15189" y="33037"/>
                  </a:moveTo>
                  <a:cubicBezTo>
                    <a:pt x="15835" y="33739"/>
                    <a:pt x="17491" y="34553"/>
                    <a:pt x="17716" y="34666"/>
                  </a:cubicBezTo>
                  <a:cubicBezTo>
                    <a:pt x="17491" y="35199"/>
                    <a:pt x="17267" y="35733"/>
                    <a:pt x="17042" y="36238"/>
                  </a:cubicBezTo>
                  <a:cubicBezTo>
                    <a:pt x="16284" y="37979"/>
                    <a:pt x="15582" y="39410"/>
                    <a:pt x="15077" y="40393"/>
                  </a:cubicBezTo>
                  <a:cubicBezTo>
                    <a:pt x="14993" y="40590"/>
                    <a:pt x="14880" y="40758"/>
                    <a:pt x="14796" y="40926"/>
                  </a:cubicBezTo>
                  <a:lnTo>
                    <a:pt x="14712" y="40926"/>
                  </a:lnTo>
                  <a:cubicBezTo>
                    <a:pt x="14712" y="40730"/>
                    <a:pt x="14684" y="40533"/>
                    <a:pt x="14628" y="40281"/>
                  </a:cubicBezTo>
                  <a:cubicBezTo>
                    <a:pt x="14487" y="39186"/>
                    <a:pt x="14234" y="37614"/>
                    <a:pt x="13870" y="35733"/>
                  </a:cubicBezTo>
                  <a:cubicBezTo>
                    <a:pt x="13757" y="35115"/>
                    <a:pt x="13617" y="34497"/>
                    <a:pt x="13476" y="33852"/>
                  </a:cubicBezTo>
                  <a:cubicBezTo>
                    <a:pt x="13617" y="33795"/>
                    <a:pt x="14459" y="33459"/>
                    <a:pt x="15189" y="33037"/>
                  </a:cubicBezTo>
                  <a:close/>
                  <a:moveTo>
                    <a:pt x="6799" y="1"/>
                  </a:moveTo>
                  <a:cubicBezTo>
                    <a:pt x="6583" y="1"/>
                    <a:pt x="6362" y="52"/>
                    <a:pt x="6149" y="162"/>
                  </a:cubicBezTo>
                  <a:cubicBezTo>
                    <a:pt x="5026" y="751"/>
                    <a:pt x="4745" y="2997"/>
                    <a:pt x="4914" y="4092"/>
                  </a:cubicBezTo>
                  <a:cubicBezTo>
                    <a:pt x="4942" y="4205"/>
                    <a:pt x="5363" y="5665"/>
                    <a:pt x="5363" y="5665"/>
                  </a:cubicBezTo>
                  <a:lnTo>
                    <a:pt x="5391" y="5636"/>
                  </a:lnTo>
                  <a:lnTo>
                    <a:pt x="5391" y="5636"/>
                  </a:lnTo>
                  <a:cubicBezTo>
                    <a:pt x="5335" y="6001"/>
                    <a:pt x="5307" y="6366"/>
                    <a:pt x="5251" y="6787"/>
                  </a:cubicBezTo>
                  <a:cubicBezTo>
                    <a:pt x="5166" y="7574"/>
                    <a:pt x="5110" y="8444"/>
                    <a:pt x="5082" y="9398"/>
                  </a:cubicBezTo>
                  <a:cubicBezTo>
                    <a:pt x="5054" y="10353"/>
                    <a:pt x="5054" y="11392"/>
                    <a:pt x="5138" y="12487"/>
                  </a:cubicBezTo>
                  <a:cubicBezTo>
                    <a:pt x="5251" y="13582"/>
                    <a:pt x="5419" y="14733"/>
                    <a:pt x="5728" y="15884"/>
                  </a:cubicBezTo>
                  <a:lnTo>
                    <a:pt x="5728" y="15940"/>
                  </a:lnTo>
                  <a:cubicBezTo>
                    <a:pt x="5531" y="15603"/>
                    <a:pt x="4942" y="14761"/>
                    <a:pt x="4914" y="14705"/>
                  </a:cubicBezTo>
                  <a:cubicBezTo>
                    <a:pt x="4274" y="13994"/>
                    <a:pt x="2816" y="13024"/>
                    <a:pt x="1685" y="13024"/>
                  </a:cubicBezTo>
                  <a:cubicBezTo>
                    <a:pt x="1475" y="13024"/>
                    <a:pt x="1276" y="13058"/>
                    <a:pt x="1096" y="13132"/>
                  </a:cubicBezTo>
                  <a:cubicBezTo>
                    <a:pt x="253" y="13497"/>
                    <a:pt x="1" y="14480"/>
                    <a:pt x="422" y="15238"/>
                  </a:cubicBezTo>
                  <a:cubicBezTo>
                    <a:pt x="843" y="16024"/>
                    <a:pt x="1882" y="16417"/>
                    <a:pt x="2724" y="16529"/>
                  </a:cubicBezTo>
                  <a:cubicBezTo>
                    <a:pt x="2826" y="16545"/>
                    <a:pt x="2941" y="16552"/>
                    <a:pt x="3065" y="16552"/>
                  </a:cubicBezTo>
                  <a:cubicBezTo>
                    <a:pt x="4063" y="16552"/>
                    <a:pt x="5634" y="16102"/>
                    <a:pt x="5784" y="16052"/>
                  </a:cubicBezTo>
                  <a:cubicBezTo>
                    <a:pt x="6093" y="17147"/>
                    <a:pt x="6486" y="18270"/>
                    <a:pt x="6963" y="19365"/>
                  </a:cubicBezTo>
                  <a:cubicBezTo>
                    <a:pt x="7244" y="19983"/>
                    <a:pt x="7525" y="20628"/>
                    <a:pt x="7833" y="21246"/>
                  </a:cubicBezTo>
                  <a:cubicBezTo>
                    <a:pt x="7665" y="20965"/>
                    <a:pt x="7497" y="20741"/>
                    <a:pt x="7468" y="20713"/>
                  </a:cubicBezTo>
                  <a:cubicBezTo>
                    <a:pt x="6853" y="20002"/>
                    <a:pt x="5378" y="19032"/>
                    <a:pt x="4241" y="19032"/>
                  </a:cubicBezTo>
                  <a:cubicBezTo>
                    <a:pt x="4030" y="19032"/>
                    <a:pt x="3831" y="19066"/>
                    <a:pt x="3650" y="19140"/>
                  </a:cubicBezTo>
                  <a:cubicBezTo>
                    <a:pt x="2808" y="19505"/>
                    <a:pt x="2583" y="20488"/>
                    <a:pt x="3005" y="21246"/>
                  </a:cubicBezTo>
                  <a:cubicBezTo>
                    <a:pt x="3426" y="22032"/>
                    <a:pt x="4436" y="22425"/>
                    <a:pt x="5279" y="22537"/>
                  </a:cubicBezTo>
                  <a:cubicBezTo>
                    <a:pt x="5385" y="22555"/>
                    <a:pt x="5505" y="22563"/>
                    <a:pt x="5634" y="22563"/>
                  </a:cubicBezTo>
                  <a:cubicBezTo>
                    <a:pt x="6527" y="22563"/>
                    <a:pt x="7862" y="22186"/>
                    <a:pt x="8255" y="22088"/>
                  </a:cubicBezTo>
                  <a:cubicBezTo>
                    <a:pt x="8367" y="22313"/>
                    <a:pt x="8479" y="22566"/>
                    <a:pt x="8620" y="22790"/>
                  </a:cubicBezTo>
                  <a:cubicBezTo>
                    <a:pt x="9181" y="23941"/>
                    <a:pt x="9743" y="25064"/>
                    <a:pt x="10276" y="26187"/>
                  </a:cubicBezTo>
                  <a:cubicBezTo>
                    <a:pt x="10472" y="26608"/>
                    <a:pt x="10641" y="27001"/>
                    <a:pt x="10809" y="27394"/>
                  </a:cubicBezTo>
                  <a:cubicBezTo>
                    <a:pt x="10641" y="27170"/>
                    <a:pt x="10529" y="26973"/>
                    <a:pt x="10501" y="26945"/>
                  </a:cubicBezTo>
                  <a:cubicBezTo>
                    <a:pt x="9867" y="26217"/>
                    <a:pt x="8427" y="25253"/>
                    <a:pt x="7300" y="25253"/>
                  </a:cubicBezTo>
                  <a:cubicBezTo>
                    <a:pt x="7079" y="25253"/>
                    <a:pt x="6871" y="25290"/>
                    <a:pt x="6682" y="25373"/>
                  </a:cubicBezTo>
                  <a:cubicBezTo>
                    <a:pt x="5840" y="25710"/>
                    <a:pt x="5587" y="26721"/>
                    <a:pt x="6009" y="27479"/>
                  </a:cubicBezTo>
                  <a:cubicBezTo>
                    <a:pt x="6458" y="28265"/>
                    <a:pt x="7468" y="28658"/>
                    <a:pt x="8311" y="28770"/>
                  </a:cubicBezTo>
                  <a:cubicBezTo>
                    <a:pt x="8406" y="28784"/>
                    <a:pt x="8514" y="28790"/>
                    <a:pt x="8630" y="28790"/>
                  </a:cubicBezTo>
                  <a:cubicBezTo>
                    <a:pt x="9464" y="28790"/>
                    <a:pt x="10734" y="28469"/>
                    <a:pt x="11202" y="28321"/>
                  </a:cubicBezTo>
                  <a:cubicBezTo>
                    <a:pt x="11371" y="28742"/>
                    <a:pt x="11539" y="29163"/>
                    <a:pt x="11680" y="29556"/>
                  </a:cubicBezTo>
                  <a:cubicBezTo>
                    <a:pt x="11764" y="29837"/>
                    <a:pt x="11848" y="30118"/>
                    <a:pt x="11932" y="30398"/>
                  </a:cubicBezTo>
                  <a:cubicBezTo>
                    <a:pt x="12017" y="30679"/>
                    <a:pt x="12101" y="30960"/>
                    <a:pt x="12157" y="31241"/>
                  </a:cubicBezTo>
                  <a:cubicBezTo>
                    <a:pt x="12297" y="31774"/>
                    <a:pt x="12438" y="32336"/>
                    <a:pt x="12550" y="32841"/>
                  </a:cubicBezTo>
                  <a:cubicBezTo>
                    <a:pt x="12634" y="33206"/>
                    <a:pt x="12690" y="33571"/>
                    <a:pt x="12775" y="33936"/>
                  </a:cubicBezTo>
                  <a:cubicBezTo>
                    <a:pt x="12578" y="33515"/>
                    <a:pt x="12213" y="32757"/>
                    <a:pt x="12185" y="32700"/>
                  </a:cubicBezTo>
                  <a:cubicBezTo>
                    <a:pt x="11624" y="31833"/>
                    <a:pt x="10159" y="30525"/>
                    <a:pt x="8990" y="30525"/>
                  </a:cubicBezTo>
                  <a:cubicBezTo>
                    <a:pt x="8872" y="30525"/>
                    <a:pt x="8758" y="30539"/>
                    <a:pt x="8648" y="30567"/>
                  </a:cubicBezTo>
                  <a:cubicBezTo>
                    <a:pt x="7777" y="30791"/>
                    <a:pt x="7384" y="31746"/>
                    <a:pt x="7665" y="32560"/>
                  </a:cubicBezTo>
                  <a:cubicBezTo>
                    <a:pt x="7974" y="33402"/>
                    <a:pt x="8928" y="33936"/>
                    <a:pt x="9743" y="34160"/>
                  </a:cubicBezTo>
                  <a:cubicBezTo>
                    <a:pt x="10047" y="34259"/>
                    <a:pt x="10487" y="34292"/>
                    <a:pt x="10940" y="34292"/>
                  </a:cubicBezTo>
                  <a:cubicBezTo>
                    <a:pt x="11780" y="34292"/>
                    <a:pt x="12667" y="34179"/>
                    <a:pt x="12831" y="34160"/>
                  </a:cubicBezTo>
                  <a:cubicBezTo>
                    <a:pt x="12943" y="34750"/>
                    <a:pt x="13055" y="35311"/>
                    <a:pt x="13140" y="35873"/>
                  </a:cubicBezTo>
                  <a:cubicBezTo>
                    <a:pt x="13476" y="37726"/>
                    <a:pt x="13673" y="39298"/>
                    <a:pt x="13785" y="40393"/>
                  </a:cubicBezTo>
                  <a:cubicBezTo>
                    <a:pt x="13813" y="40590"/>
                    <a:pt x="13841" y="40758"/>
                    <a:pt x="13870" y="40926"/>
                  </a:cubicBezTo>
                  <a:lnTo>
                    <a:pt x="10079" y="40926"/>
                  </a:lnTo>
                  <a:lnTo>
                    <a:pt x="11455" y="67934"/>
                  </a:lnTo>
                  <a:lnTo>
                    <a:pt x="17912" y="67934"/>
                  </a:lnTo>
                  <a:lnTo>
                    <a:pt x="19288" y="40926"/>
                  </a:lnTo>
                  <a:lnTo>
                    <a:pt x="15751" y="40926"/>
                  </a:lnTo>
                  <a:cubicBezTo>
                    <a:pt x="15779" y="40870"/>
                    <a:pt x="15807" y="40814"/>
                    <a:pt x="15835" y="40758"/>
                  </a:cubicBezTo>
                  <a:cubicBezTo>
                    <a:pt x="16312" y="39747"/>
                    <a:pt x="16986" y="38315"/>
                    <a:pt x="17716" y="36547"/>
                  </a:cubicBezTo>
                  <a:cubicBezTo>
                    <a:pt x="17940" y="35985"/>
                    <a:pt x="18193" y="35368"/>
                    <a:pt x="18418" y="34750"/>
                  </a:cubicBezTo>
                  <a:cubicBezTo>
                    <a:pt x="18620" y="34795"/>
                    <a:pt x="19909" y="35057"/>
                    <a:pt x="20874" y="35057"/>
                  </a:cubicBezTo>
                  <a:cubicBezTo>
                    <a:pt x="21111" y="35057"/>
                    <a:pt x="21329" y="35041"/>
                    <a:pt x="21506" y="35003"/>
                  </a:cubicBezTo>
                  <a:cubicBezTo>
                    <a:pt x="22320" y="34806"/>
                    <a:pt x="23303" y="34329"/>
                    <a:pt x="23668" y="33543"/>
                  </a:cubicBezTo>
                  <a:cubicBezTo>
                    <a:pt x="24033" y="32729"/>
                    <a:pt x="23724" y="31774"/>
                    <a:pt x="22853" y="31465"/>
                  </a:cubicBezTo>
                  <a:cubicBezTo>
                    <a:pt x="22709" y="31417"/>
                    <a:pt x="22555" y="31395"/>
                    <a:pt x="22395" y="31395"/>
                  </a:cubicBezTo>
                  <a:cubicBezTo>
                    <a:pt x="21245" y="31395"/>
                    <a:pt x="19767" y="32530"/>
                    <a:pt x="19176" y="33318"/>
                  </a:cubicBezTo>
                  <a:cubicBezTo>
                    <a:pt x="19148" y="33374"/>
                    <a:pt x="18783" y="34020"/>
                    <a:pt x="18558" y="34413"/>
                  </a:cubicBezTo>
                  <a:cubicBezTo>
                    <a:pt x="18642" y="34160"/>
                    <a:pt x="18726" y="33908"/>
                    <a:pt x="18839" y="33655"/>
                  </a:cubicBezTo>
                  <a:cubicBezTo>
                    <a:pt x="19035" y="33122"/>
                    <a:pt x="19204" y="32616"/>
                    <a:pt x="19400" y="32055"/>
                  </a:cubicBezTo>
                  <a:cubicBezTo>
                    <a:pt x="19484" y="31774"/>
                    <a:pt x="19569" y="31493"/>
                    <a:pt x="19653" y="31213"/>
                  </a:cubicBezTo>
                  <a:cubicBezTo>
                    <a:pt x="19737" y="30932"/>
                    <a:pt x="19793" y="30623"/>
                    <a:pt x="19878" y="30342"/>
                  </a:cubicBezTo>
                  <a:cubicBezTo>
                    <a:pt x="20018" y="29668"/>
                    <a:pt x="20158" y="28967"/>
                    <a:pt x="20271" y="28237"/>
                  </a:cubicBezTo>
                  <a:cubicBezTo>
                    <a:pt x="20699" y="28397"/>
                    <a:pt x="22197" y="28914"/>
                    <a:pt x="23066" y="28914"/>
                  </a:cubicBezTo>
                  <a:cubicBezTo>
                    <a:pt x="23109" y="28914"/>
                    <a:pt x="23151" y="28913"/>
                    <a:pt x="23190" y="28910"/>
                  </a:cubicBezTo>
                  <a:cubicBezTo>
                    <a:pt x="24033" y="28854"/>
                    <a:pt x="25071" y="28545"/>
                    <a:pt x="25577" y="27815"/>
                  </a:cubicBezTo>
                  <a:cubicBezTo>
                    <a:pt x="26054" y="27086"/>
                    <a:pt x="25886" y="26075"/>
                    <a:pt x="25071" y="25654"/>
                  </a:cubicBezTo>
                  <a:cubicBezTo>
                    <a:pt x="24845" y="25535"/>
                    <a:pt x="24583" y="25483"/>
                    <a:pt x="24302" y="25483"/>
                  </a:cubicBezTo>
                  <a:cubicBezTo>
                    <a:pt x="23192" y="25483"/>
                    <a:pt x="21791" y="26290"/>
                    <a:pt x="21141" y="26917"/>
                  </a:cubicBezTo>
                  <a:cubicBezTo>
                    <a:pt x="21085" y="26973"/>
                    <a:pt x="20579" y="27619"/>
                    <a:pt x="20327" y="27956"/>
                  </a:cubicBezTo>
                  <a:cubicBezTo>
                    <a:pt x="20383" y="27535"/>
                    <a:pt x="20439" y="27114"/>
                    <a:pt x="20495" y="26692"/>
                  </a:cubicBezTo>
                  <a:cubicBezTo>
                    <a:pt x="20664" y="25429"/>
                    <a:pt x="20776" y="24166"/>
                    <a:pt x="20888" y="22902"/>
                  </a:cubicBezTo>
                  <a:cubicBezTo>
                    <a:pt x="20944" y="22509"/>
                    <a:pt x="20972" y="22116"/>
                    <a:pt x="21029" y="21751"/>
                  </a:cubicBezTo>
                  <a:cubicBezTo>
                    <a:pt x="21164" y="21805"/>
                    <a:pt x="22960" y="22456"/>
                    <a:pt x="23922" y="22456"/>
                  </a:cubicBezTo>
                  <a:cubicBezTo>
                    <a:pt x="23960" y="22456"/>
                    <a:pt x="23997" y="22455"/>
                    <a:pt x="24033" y="22453"/>
                  </a:cubicBezTo>
                  <a:cubicBezTo>
                    <a:pt x="24875" y="22397"/>
                    <a:pt x="25942" y="22088"/>
                    <a:pt x="26419" y="21330"/>
                  </a:cubicBezTo>
                  <a:cubicBezTo>
                    <a:pt x="26896" y="20600"/>
                    <a:pt x="26728" y="19590"/>
                    <a:pt x="25914" y="19168"/>
                  </a:cubicBezTo>
                  <a:cubicBezTo>
                    <a:pt x="25695" y="19059"/>
                    <a:pt x="25444" y="19012"/>
                    <a:pt x="25174" y="19012"/>
                  </a:cubicBezTo>
                  <a:cubicBezTo>
                    <a:pt x="24059" y="19012"/>
                    <a:pt x="22639" y="19827"/>
                    <a:pt x="21983" y="20460"/>
                  </a:cubicBezTo>
                  <a:cubicBezTo>
                    <a:pt x="21927" y="20516"/>
                    <a:pt x="21197" y="21443"/>
                    <a:pt x="21029" y="21667"/>
                  </a:cubicBezTo>
                  <a:cubicBezTo>
                    <a:pt x="21113" y="20825"/>
                    <a:pt x="21225" y="19983"/>
                    <a:pt x="21337" y="19140"/>
                  </a:cubicBezTo>
                  <a:cubicBezTo>
                    <a:pt x="21534" y="17989"/>
                    <a:pt x="21759" y="16894"/>
                    <a:pt x="22067" y="15828"/>
                  </a:cubicBezTo>
                  <a:cubicBezTo>
                    <a:pt x="22147" y="15854"/>
                    <a:pt x="23941" y="16536"/>
                    <a:pt x="24941" y="16536"/>
                  </a:cubicBezTo>
                  <a:cubicBezTo>
                    <a:pt x="24996" y="16536"/>
                    <a:pt x="25049" y="16534"/>
                    <a:pt x="25099" y="16529"/>
                  </a:cubicBezTo>
                  <a:cubicBezTo>
                    <a:pt x="25942" y="16473"/>
                    <a:pt x="27009" y="16164"/>
                    <a:pt x="27486" y="15435"/>
                  </a:cubicBezTo>
                  <a:cubicBezTo>
                    <a:pt x="27963" y="14705"/>
                    <a:pt x="27795" y="13666"/>
                    <a:pt x="26980" y="13273"/>
                  </a:cubicBezTo>
                  <a:cubicBezTo>
                    <a:pt x="26754" y="13154"/>
                    <a:pt x="26492" y="13102"/>
                    <a:pt x="26211" y="13102"/>
                  </a:cubicBezTo>
                  <a:cubicBezTo>
                    <a:pt x="25101" y="13102"/>
                    <a:pt x="23700" y="13909"/>
                    <a:pt x="23050" y="14536"/>
                  </a:cubicBezTo>
                  <a:cubicBezTo>
                    <a:pt x="22994" y="14592"/>
                    <a:pt x="22208" y="15575"/>
                    <a:pt x="22095" y="15771"/>
                  </a:cubicBezTo>
                  <a:cubicBezTo>
                    <a:pt x="22095" y="15715"/>
                    <a:pt x="22123" y="15631"/>
                    <a:pt x="22123" y="15575"/>
                  </a:cubicBezTo>
                  <a:cubicBezTo>
                    <a:pt x="22488" y="14452"/>
                    <a:pt x="22966" y="13385"/>
                    <a:pt x="23443" y="12431"/>
                  </a:cubicBezTo>
                  <a:cubicBezTo>
                    <a:pt x="23724" y="11869"/>
                    <a:pt x="24033" y="11364"/>
                    <a:pt x="24341" y="10858"/>
                  </a:cubicBezTo>
                  <a:cubicBezTo>
                    <a:pt x="24706" y="11027"/>
                    <a:pt x="26363" y="11841"/>
                    <a:pt x="27233" y="11869"/>
                  </a:cubicBezTo>
                  <a:cubicBezTo>
                    <a:pt x="27284" y="11871"/>
                    <a:pt x="27336" y="11872"/>
                    <a:pt x="27388" y="11872"/>
                  </a:cubicBezTo>
                  <a:cubicBezTo>
                    <a:pt x="28202" y="11872"/>
                    <a:pt x="29176" y="11660"/>
                    <a:pt x="29704" y="11027"/>
                  </a:cubicBezTo>
                  <a:cubicBezTo>
                    <a:pt x="30265" y="10353"/>
                    <a:pt x="30209" y="9314"/>
                    <a:pt x="29451" y="8809"/>
                  </a:cubicBezTo>
                  <a:cubicBezTo>
                    <a:pt x="29170" y="8631"/>
                    <a:pt x="28816" y="8557"/>
                    <a:pt x="28431" y="8557"/>
                  </a:cubicBezTo>
                  <a:cubicBezTo>
                    <a:pt x="27359" y="8557"/>
                    <a:pt x="26049" y="9134"/>
                    <a:pt x="25408" y="9651"/>
                  </a:cubicBezTo>
                  <a:cubicBezTo>
                    <a:pt x="25352" y="9707"/>
                    <a:pt x="24903" y="10156"/>
                    <a:pt x="24594" y="10465"/>
                  </a:cubicBezTo>
                  <a:cubicBezTo>
                    <a:pt x="24734" y="10241"/>
                    <a:pt x="24875" y="10016"/>
                    <a:pt x="25015" y="9791"/>
                  </a:cubicBezTo>
                  <a:cubicBezTo>
                    <a:pt x="25549" y="9005"/>
                    <a:pt x="26082" y="8304"/>
                    <a:pt x="26559" y="7714"/>
                  </a:cubicBezTo>
                  <a:cubicBezTo>
                    <a:pt x="26840" y="7349"/>
                    <a:pt x="27093" y="7040"/>
                    <a:pt x="27317" y="6759"/>
                  </a:cubicBezTo>
                  <a:cubicBezTo>
                    <a:pt x="27767" y="6759"/>
                    <a:pt x="29535" y="6703"/>
                    <a:pt x="30321" y="6338"/>
                  </a:cubicBezTo>
                  <a:cubicBezTo>
                    <a:pt x="31079" y="5973"/>
                    <a:pt x="31950" y="5328"/>
                    <a:pt x="32146" y="4457"/>
                  </a:cubicBezTo>
                  <a:cubicBezTo>
                    <a:pt x="32315" y="3587"/>
                    <a:pt x="31809" y="2717"/>
                    <a:pt x="30883" y="2604"/>
                  </a:cubicBezTo>
                  <a:cubicBezTo>
                    <a:pt x="30844" y="2601"/>
                    <a:pt x="30805" y="2599"/>
                    <a:pt x="30766" y="2599"/>
                  </a:cubicBezTo>
                  <a:cubicBezTo>
                    <a:pt x="29555" y="2599"/>
                    <a:pt x="28145" y="4236"/>
                    <a:pt x="27710" y="5215"/>
                  </a:cubicBezTo>
                  <a:cubicBezTo>
                    <a:pt x="27654" y="5300"/>
                    <a:pt x="27205" y="6759"/>
                    <a:pt x="27233" y="6759"/>
                  </a:cubicBezTo>
                  <a:lnTo>
                    <a:pt x="27261" y="6759"/>
                  </a:lnTo>
                  <a:cubicBezTo>
                    <a:pt x="27009" y="7040"/>
                    <a:pt x="26756" y="7321"/>
                    <a:pt x="26503" y="7658"/>
                  </a:cubicBezTo>
                  <a:cubicBezTo>
                    <a:pt x="25998" y="8247"/>
                    <a:pt x="25464" y="8949"/>
                    <a:pt x="24903" y="9735"/>
                  </a:cubicBezTo>
                  <a:cubicBezTo>
                    <a:pt x="24369" y="10493"/>
                    <a:pt x="23780" y="11364"/>
                    <a:pt x="23275" y="12346"/>
                  </a:cubicBezTo>
                  <a:cubicBezTo>
                    <a:pt x="22741" y="13301"/>
                    <a:pt x="22236" y="14340"/>
                    <a:pt x="21871" y="15491"/>
                  </a:cubicBezTo>
                  <a:lnTo>
                    <a:pt x="21843" y="15547"/>
                  </a:lnTo>
                  <a:cubicBezTo>
                    <a:pt x="21871" y="15154"/>
                    <a:pt x="21843" y="14143"/>
                    <a:pt x="21843" y="14059"/>
                  </a:cubicBezTo>
                  <a:cubicBezTo>
                    <a:pt x="21702" y="12936"/>
                    <a:pt x="20748" y="10858"/>
                    <a:pt x="19513" y="10634"/>
                  </a:cubicBezTo>
                  <a:cubicBezTo>
                    <a:pt x="19422" y="10617"/>
                    <a:pt x="19333" y="10609"/>
                    <a:pt x="19246" y="10609"/>
                  </a:cubicBezTo>
                  <a:cubicBezTo>
                    <a:pt x="18473" y="10609"/>
                    <a:pt x="17876" y="11255"/>
                    <a:pt x="17800" y="12037"/>
                  </a:cubicBezTo>
                  <a:cubicBezTo>
                    <a:pt x="17716" y="12936"/>
                    <a:pt x="18361" y="13806"/>
                    <a:pt x="19007" y="14368"/>
                  </a:cubicBezTo>
                  <a:cubicBezTo>
                    <a:pt x="19709" y="15013"/>
                    <a:pt x="21674" y="15631"/>
                    <a:pt x="21815" y="15659"/>
                  </a:cubicBezTo>
                  <a:cubicBezTo>
                    <a:pt x="21478" y="16754"/>
                    <a:pt x="21197" y="17905"/>
                    <a:pt x="21001" y="19084"/>
                  </a:cubicBezTo>
                  <a:cubicBezTo>
                    <a:pt x="20860" y="19758"/>
                    <a:pt x="20776" y="20432"/>
                    <a:pt x="20692" y="21134"/>
                  </a:cubicBezTo>
                  <a:cubicBezTo>
                    <a:pt x="20664" y="20797"/>
                    <a:pt x="20664" y="20516"/>
                    <a:pt x="20664" y="20488"/>
                  </a:cubicBezTo>
                  <a:cubicBezTo>
                    <a:pt x="20523" y="19365"/>
                    <a:pt x="19597" y="17287"/>
                    <a:pt x="18333" y="17063"/>
                  </a:cubicBezTo>
                  <a:cubicBezTo>
                    <a:pt x="18246" y="17046"/>
                    <a:pt x="18159" y="17038"/>
                    <a:pt x="18074" y="17038"/>
                  </a:cubicBezTo>
                  <a:cubicBezTo>
                    <a:pt x="17317" y="17038"/>
                    <a:pt x="16697" y="17684"/>
                    <a:pt x="16621" y="18467"/>
                  </a:cubicBezTo>
                  <a:cubicBezTo>
                    <a:pt x="16565" y="19365"/>
                    <a:pt x="17210" y="20235"/>
                    <a:pt x="17828" y="20797"/>
                  </a:cubicBezTo>
                  <a:cubicBezTo>
                    <a:pt x="18446" y="21358"/>
                    <a:pt x="20130" y="21920"/>
                    <a:pt x="20551" y="22060"/>
                  </a:cubicBezTo>
                  <a:cubicBezTo>
                    <a:pt x="20523" y="22341"/>
                    <a:pt x="20495" y="22594"/>
                    <a:pt x="20467" y="22846"/>
                  </a:cubicBezTo>
                  <a:cubicBezTo>
                    <a:pt x="20299" y="24110"/>
                    <a:pt x="20158" y="25373"/>
                    <a:pt x="19990" y="26608"/>
                  </a:cubicBezTo>
                  <a:cubicBezTo>
                    <a:pt x="19934" y="27057"/>
                    <a:pt x="19849" y="27479"/>
                    <a:pt x="19765" y="27900"/>
                  </a:cubicBezTo>
                  <a:cubicBezTo>
                    <a:pt x="19765" y="27619"/>
                    <a:pt x="19765" y="27366"/>
                    <a:pt x="19765" y="27338"/>
                  </a:cubicBezTo>
                  <a:cubicBezTo>
                    <a:pt x="19597" y="26215"/>
                    <a:pt x="18670" y="24166"/>
                    <a:pt x="17435" y="23941"/>
                  </a:cubicBezTo>
                  <a:cubicBezTo>
                    <a:pt x="17344" y="23924"/>
                    <a:pt x="17255" y="23916"/>
                    <a:pt x="17168" y="23916"/>
                  </a:cubicBezTo>
                  <a:cubicBezTo>
                    <a:pt x="16391" y="23916"/>
                    <a:pt x="15773" y="24560"/>
                    <a:pt x="15722" y="25317"/>
                  </a:cubicBezTo>
                  <a:cubicBezTo>
                    <a:pt x="15638" y="26215"/>
                    <a:pt x="16284" y="27114"/>
                    <a:pt x="16902" y="27647"/>
                  </a:cubicBezTo>
                  <a:cubicBezTo>
                    <a:pt x="17519" y="28209"/>
                    <a:pt x="19035" y="28714"/>
                    <a:pt x="19569" y="28910"/>
                  </a:cubicBezTo>
                  <a:cubicBezTo>
                    <a:pt x="19484" y="29332"/>
                    <a:pt x="19400" y="29753"/>
                    <a:pt x="19288" y="30174"/>
                  </a:cubicBezTo>
                  <a:cubicBezTo>
                    <a:pt x="19204" y="30455"/>
                    <a:pt x="19148" y="30735"/>
                    <a:pt x="19035" y="31016"/>
                  </a:cubicBezTo>
                  <a:cubicBezTo>
                    <a:pt x="18951" y="31297"/>
                    <a:pt x="18867" y="31578"/>
                    <a:pt x="18783" y="31858"/>
                  </a:cubicBezTo>
                  <a:cubicBezTo>
                    <a:pt x="18586" y="32364"/>
                    <a:pt x="18390" y="32897"/>
                    <a:pt x="18193" y="33402"/>
                  </a:cubicBezTo>
                  <a:cubicBezTo>
                    <a:pt x="18053" y="33767"/>
                    <a:pt x="17940" y="34104"/>
                    <a:pt x="17800" y="34413"/>
                  </a:cubicBezTo>
                  <a:cubicBezTo>
                    <a:pt x="17856" y="33992"/>
                    <a:pt x="17968" y="33150"/>
                    <a:pt x="17968" y="33065"/>
                  </a:cubicBezTo>
                  <a:cubicBezTo>
                    <a:pt x="17997" y="32336"/>
                    <a:pt x="17744" y="31100"/>
                    <a:pt x="17210" y="30258"/>
                  </a:cubicBezTo>
                  <a:cubicBezTo>
                    <a:pt x="17210" y="30146"/>
                    <a:pt x="17210" y="30033"/>
                    <a:pt x="17182" y="29921"/>
                  </a:cubicBezTo>
                  <a:cubicBezTo>
                    <a:pt x="17061" y="29194"/>
                    <a:pt x="16437" y="28613"/>
                    <a:pt x="15708" y="28613"/>
                  </a:cubicBezTo>
                  <a:cubicBezTo>
                    <a:pt x="15594" y="28613"/>
                    <a:pt x="15476" y="28627"/>
                    <a:pt x="15357" y="28658"/>
                  </a:cubicBezTo>
                  <a:cubicBezTo>
                    <a:pt x="14150" y="28995"/>
                    <a:pt x="13364" y="31128"/>
                    <a:pt x="13308" y="32251"/>
                  </a:cubicBezTo>
                  <a:cubicBezTo>
                    <a:pt x="13308" y="32307"/>
                    <a:pt x="13364" y="33037"/>
                    <a:pt x="13392" y="33487"/>
                  </a:cubicBezTo>
                  <a:cubicBezTo>
                    <a:pt x="13336" y="33234"/>
                    <a:pt x="13280" y="32981"/>
                    <a:pt x="13196" y="32700"/>
                  </a:cubicBezTo>
                  <a:cubicBezTo>
                    <a:pt x="13083" y="32167"/>
                    <a:pt x="12943" y="31634"/>
                    <a:pt x="12775" y="31044"/>
                  </a:cubicBezTo>
                  <a:cubicBezTo>
                    <a:pt x="12690" y="30791"/>
                    <a:pt x="12606" y="30511"/>
                    <a:pt x="12522" y="30230"/>
                  </a:cubicBezTo>
                  <a:cubicBezTo>
                    <a:pt x="12466" y="29949"/>
                    <a:pt x="12325" y="29668"/>
                    <a:pt x="12241" y="29360"/>
                  </a:cubicBezTo>
                  <a:cubicBezTo>
                    <a:pt x="11989" y="28714"/>
                    <a:pt x="11708" y="28068"/>
                    <a:pt x="11427" y="27394"/>
                  </a:cubicBezTo>
                  <a:cubicBezTo>
                    <a:pt x="11904" y="27282"/>
                    <a:pt x="13561" y="26861"/>
                    <a:pt x="14234" y="26356"/>
                  </a:cubicBezTo>
                  <a:cubicBezTo>
                    <a:pt x="14908" y="25850"/>
                    <a:pt x="15610" y="25008"/>
                    <a:pt x="15610" y="24110"/>
                  </a:cubicBezTo>
                  <a:cubicBezTo>
                    <a:pt x="15584" y="23297"/>
                    <a:pt x="14995" y="22583"/>
                    <a:pt x="14163" y="22583"/>
                  </a:cubicBezTo>
                  <a:cubicBezTo>
                    <a:pt x="14104" y="22583"/>
                    <a:pt x="14043" y="22586"/>
                    <a:pt x="13982" y="22594"/>
                  </a:cubicBezTo>
                  <a:cubicBezTo>
                    <a:pt x="12747" y="22734"/>
                    <a:pt x="11652" y="24727"/>
                    <a:pt x="11427" y="25822"/>
                  </a:cubicBezTo>
                  <a:cubicBezTo>
                    <a:pt x="11427" y="25878"/>
                    <a:pt x="11343" y="26692"/>
                    <a:pt x="11315" y="27142"/>
                  </a:cubicBezTo>
                  <a:cubicBezTo>
                    <a:pt x="11118" y="26749"/>
                    <a:pt x="10950" y="26356"/>
                    <a:pt x="10753" y="25963"/>
                  </a:cubicBezTo>
                  <a:cubicBezTo>
                    <a:pt x="10192" y="24840"/>
                    <a:pt x="9602" y="23717"/>
                    <a:pt x="9013" y="22594"/>
                  </a:cubicBezTo>
                  <a:cubicBezTo>
                    <a:pt x="8816" y="22257"/>
                    <a:pt x="8648" y="21920"/>
                    <a:pt x="8451" y="21555"/>
                  </a:cubicBezTo>
                  <a:cubicBezTo>
                    <a:pt x="8620" y="21527"/>
                    <a:pt x="10613" y="21078"/>
                    <a:pt x="11371" y="20488"/>
                  </a:cubicBezTo>
                  <a:cubicBezTo>
                    <a:pt x="12045" y="19983"/>
                    <a:pt x="12747" y="19140"/>
                    <a:pt x="12747" y="18242"/>
                  </a:cubicBezTo>
                  <a:cubicBezTo>
                    <a:pt x="12747" y="17418"/>
                    <a:pt x="12117" y="16719"/>
                    <a:pt x="11263" y="16719"/>
                  </a:cubicBezTo>
                  <a:cubicBezTo>
                    <a:pt x="11216" y="16719"/>
                    <a:pt x="11167" y="16722"/>
                    <a:pt x="11118" y="16726"/>
                  </a:cubicBezTo>
                  <a:cubicBezTo>
                    <a:pt x="9883" y="16866"/>
                    <a:pt x="8788" y="18860"/>
                    <a:pt x="8563" y="19955"/>
                  </a:cubicBezTo>
                  <a:cubicBezTo>
                    <a:pt x="8535" y="20039"/>
                    <a:pt x="8451" y="21218"/>
                    <a:pt x="8423" y="21499"/>
                  </a:cubicBezTo>
                  <a:cubicBezTo>
                    <a:pt x="8030" y="20741"/>
                    <a:pt x="7637" y="19983"/>
                    <a:pt x="7300" y="19225"/>
                  </a:cubicBezTo>
                  <a:cubicBezTo>
                    <a:pt x="6823" y="18158"/>
                    <a:pt x="6402" y="17091"/>
                    <a:pt x="6065" y="16052"/>
                  </a:cubicBezTo>
                  <a:cubicBezTo>
                    <a:pt x="6149" y="16024"/>
                    <a:pt x="8226" y="15547"/>
                    <a:pt x="9013" y="14957"/>
                  </a:cubicBezTo>
                  <a:cubicBezTo>
                    <a:pt x="9658" y="14452"/>
                    <a:pt x="10360" y="13610"/>
                    <a:pt x="10360" y="12739"/>
                  </a:cubicBezTo>
                  <a:cubicBezTo>
                    <a:pt x="10360" y="11914"/>
                    <a:pt x="9728" y="11189"/>
                    <a:pt x="8896" y="11189"/>
                  </a:cubicBezTo>
                  <a:cubicBezTo>
                    <a:pt x="8851" y="11189"/>
                    <a:pt x="8806" y="11191"/>
                    <a:pt x="8760" y="11195"/>
                  </a:cubicBezTo>
                  <a:cubicBezTo>
                    <a:pt x="7497" y="11336"/>
                    <a:pt x="6430" y="13329"/>
                    <a:pt x="6177" y="14424"/>
                  </a:cubicBezTo>
                  <a:cubicBezTo>
                    <a:pt x="6177" y="14508"/>
                    <a:pt x="6065" y="15771"/>
                    <a:pt x="6065" y="15996"/>
                  </a:cubicBezTo>
                  <a:cubicBezTo>
                    <a:pt x="6037" y="15940"/>
                    <a:pt x="6009" y="15884"/>
                    <a:pt x="5981" y="15799"/>
                  </a:cubicBezTo>
                  <a:cubicBezTo>
                    <a:pt x="5644" y="14677"/>
                    <a:pt x="5475" y="13525"/>
                    <a:pt x="5363" y="12459"/>
                  </a:cubicBezTo>
                  <a:cubicBezTo>
                    <a:pt x="5279" y="11841"/>
                    <a:pt x="5251" y="11223"/>
                    <a:pt x="5223" y="10662"/>
                  </a:cubicBezTo>
                  <a:cubicBezTo>
                    <a:pt x="5644" y="10606"/>
                    <a:pt x="7440" y="10353"/>
                    <a:pt x="8198" y="9904"/>
                  </a:cubicBezTo>
                  <a:cubicBezTo>
                    <a:pt x="8900" y="9483"/>
                    <a:pt x="9714" y="8725"/>
                    <a:pt x="9799" y="7826"/>
                  </a:cubicBezTo>
                  <a:cubicBezTo>
                    <a:pt x="9883" y="6956"/>
                    <a:pt x="9265" y="6142"/>
                    <a:pt x="8367" y="6142"/>
                  </a:cubicBezTo>
                  <a:cubicBezTo>
                    <a:pt x="7104" y="6142"/>
                    <a:pt x="5812" y="7995"/>
                    <a:pt x="5447" y="9062"/>
                  </a:cubicBezTo>
                  <a:cubicBezTo>
                    <a:pt x="5447" y="9118"/>
                    <a:pt x="5307" y="9735"/>
                    <a:pt x="5223" y="10185"/>
                  </a:cubicBezTo>
                  <a:cubicBezTo>
                    <a:pt x="5223" y="9932"/>
                    <a:pt x="5223" y="9651"/>
                    <a:pt x="5223" y="9398"/>
                  </a:cubicBezTo>
                  <a:cubicBezTo>
                    <a:pt x="5223" y="8444"/>
                    <a:pt x="5279" y="7574"/>
                    <a:pt x="5335" y="6787"/>
                  </a:cubicBezTo>
                  <a:cubicBezTo>
                    <a:pt x="5363" y="6366"/>
                    <a:pt x="5419" y="5973"/>
                    <a:pt x="5447" y="5608"/>
                  </a:cubicBezTo>
                  <a:cubicBezTo>
                    <a:pt x="5812" y="5356"/>
                    <a:pt x="7272" y="4317"/>
                    <a:pt x="7721" y="3587"/>
                  </a:cubicBezTo>
                  <a:cubicBezTo>
                    <a:pt x="8170" y="2857"/>
                    <a:pt x="8535" y="1818"/>
                    <a:pt x="8198" y="1004"/>
                  </a:cubicBezTo>
                  <a:cubicBezTo>
                    <a:pt x="7970" y="403"/>
                    <a:pt x="7406" y="1"/>
                    <a:pt x="67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64"/>
            <p:cNvSpPr/>
            <p:nvPr/>
          </p:nvSpPr>
          <p:spPr>
            <a:xfrm>
              <a:off x="2360625" y="3503225"/>
              <a:ext cx="95475" cy="140375"/>
            </a:xfrm>
            <a:custGeom>
              <a:avLst/>
              <a:gdLst/>
              <a:ahLst/>
              <a:cxnLst/>
              <a:rect l="l" t="t" r="r" b="b"/>
              <a:pathLst>
                <a:path w="3819" h="5615" extrusionOk="0">
                  <a:moveTo>
                    <a:pt x="1726" y="0"/>
                  </a:moveTo>
                  <a:cubicBezTo>
                    <a:pt x="1103" y="0"/>
                    <a:pt x="522" y="423"/>
                    <a:pt x="309" y="1039"/>
                  </a:cubicBezTo>
                  <a:cubicBezTo>
                    <a:pt x="1" y="1881"/>
                    <a:pt x="366" y="2891"/>
                    <a:pt x="843" y="3593"/>
                  </a:cubicBezTo>
                  <a:cubicBezTo>
                    <a:pt x="1376" y="4436"/>
                    <a:pt x="3229" y="5615"/>
                    <a:pt x="3229" y="5615"/>
                  </a:cubicBezTo>
                  <a:cubicBezTo>
                    <a:pt x="3257" y="5615"/>
                    <a:pt x="3650" y="4127"/>
                    <a:pt x="3650" y="4043"/>
                  </a:cubicBezTo>
                  <a:cubicBezTo>
                    <a:pt x="3819" y="2920"/>
                    <a:pt x="3454" y="674"/>
                    <a:pt x="2331" y="140"/>
                  </a:cubicBezTo>
                  <a:cubicBezTo>
                    <a:pt x="2132" y="44"/>
                    <a:pt x="1927" y="0"/>
                    <a:pt x="17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64"/>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64"/>
            <p:cNvSpPr/>
            <p:nvPr/>
          </p:nvSpPr>
          <p:spPr>
            <a:xfrm>
              <a:off x="3864725" y="5031175"/>
              <a:ext cx="1179875" cy="346750"/>
            </a:xfrm>
            <a:custGeom>
              <a:avLst/>
              <a:gdLst/>
              <a:ahLst/>
              <a:cxnLst/>
              <a:rect l="l" t="t" r="r" b="b"/>
              <a:pathLst>
                <a:path w="47195" h="13870" extrusionOk="0">
                  <a:moveTo>
                    <a:pt x="23584" y="1"/>
                  </a:moveTo>
                  <a:cubicBezTo>
                    <a:pt x="10557" y="1"/>
                    <a:pt x="1" y="3117"/>
                    <a:pt x="1" y="6935"/>
                  </a:cubicBezTo>
                  <a:cubicBezTo>
                    <a:pt x="1" y="10753"/>
                    <a:pt x="10557" y="13869"/>
                    <a:pt x="23584" y="13869"/>
                  </a:cubicBezTo>
                  <a:cubicBezTo>
                    <a:pt x="36610" y="13869"/>
                    <a:pt x="47194" y="10753"/>
                    <a:pt x="47194" y="6935"/>
                  </a:cubicBezTo>
                  <a:cubicBezTo>
                    <a:pt x="47194" y="3117"/>
                    <a:pt x="36610" y="1"/>
                    <a:pt x="2358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64"/>
            <p:cNvSpPr/>
            <p:nvPr/>
          </p:nvSpPr>
          <p:spPr>
            <a:xfrm>
              <a:off x="4084425" y="2377175"/>
              <a:ext cx="392350" cy="435425"/>
            </a:xfrm>
            <a:custGeom>
              <a:avLst/>
              <a:gdLst/>
              <a:ahLst/>
              <a:cxnLst/>
              <a:rect l="l" t="t" r="r" b="b"/>
              <a:pathLst>
                <a:path w="15694" h="17417" extrusionOk="0">
                  <a:moveTo>
                    <a:pt x="7946" y="0"/>
                  </a:moveTo>
                  <a:cubicBezTo>
                    <a:pt x="5367" y="0"/>
                    <a:pt x="3225" y="1790"/>
                    <a:pt x="2162" y="2958"/>
                  </a:cubicBezTo>
                  <a:cubicBezTo>
                    <a:pt x="1011" y="4249"/>
                    <a:pt x="1769" y="6748"/>
                    <a:pt x="1657" y="7253"/>
                  </a:cubicBezTo>
                  <a:cubicBezTo>
                    <a:pt x="1516" y="7759"/>
                    <a:pt x="0" y="9415"/>
                    <a:pt x="56" y="9920"/>
                  </a:cubicBezTo>
                  <a:cubicBezTo>
                    <a:pt x="113" y="10426"/>
                    <a:pt x="871" y="10510"/>
                    <a:pt x="871" y="10510"/>
                  </a:cubicBezTo>
                  <a:cubicBezTo>
                    <a:pt x="871" y="10510"/>
                    <a:pt x="1516" y="13486"/>
                    <a:pt x="1909" y="14216"/>
                  </a:cubicBezTo>
                  <a:cubicBezTo>
                    <a:pt x="2274" y="14918"/>
                    <a:pt x="3313" y="15030"/>
                    <a:pt x="3678" y="15030"/>
                  </a:cubicBezTo>
                  <a:cubicBezTo>
                    <a:pt x="4071" y="15030"/>
                    <a:pt x="4464" y="15339"/>
                    <a:pt x="4464" y="15339"/>
                  </a:cubicBezTo>
                  <a:lnTo>
                    <a:pt x="5054" y="17416"/>
                  </a:lnTo>
                  <a:lnTo>
                    <a:pt x="13785" y="15423"/>
                  </a:lnTo>
                  <a:lnTo>
                    <a:pt x="13504" y="12531"/>
                  </a:lnTo>
                  <a:cubicBezTo>
                    <a:pt x="13504" y="12531"/>
                    <a:pt x="15694" y="9668"/>
                    <a:pt x="15497" y="6860"/>
                  </a:cubicBezTo>
                  <a:cubicBezTo>
                    <a:pt x="15301" y="4053"/>
                    <a:pt x="13083" y="2649"/>
                    <a:pt x="13083" y="2649"/>
                  </a:cubicBezTo>
                  <a:cubicBezTo>
                    <a:pt x="13083" y="2649"/>
                    <a:pt x="11483" y="347"/>
                    <a:pt x="8591" y="38"/>
                  </a:cubicBezTo>
                  <a:cubicBezTo>
                    <a:pt x="8373" y="12"/>
                    <a:pt x="8158" y="0"/>
                    <a:pt x="794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64"/>
            <p:cNvSpPr/>
            <p:nvPr/>
          </p:nvSpPr>
          <p:spPr>
            <a:xfrm>
              <a:off x="4079500" y="2371100"/>
              <a:ext cx="398700" cy="447250"/>
            </a:xfrm>
            <a:custGeom>
              <a:avLst/>
              <a:gdLst/>
              <a:ahLst/>
              <a:cxnLst/>
              <a:rect l="l" t="t" r="r" b="b"/>
              <a:pathLst>
                <a:path w="15948" h="17890" extrusionOk="0">
                  <a:moveTo>
                    <a:pt x="8170" y="477"/>
                  </a:moveTo>
                  <a:cubicBezTo>
                    <a:pt x="8367" y="477"/>
                    <a:pt x="8564" y="477"/>
                    <a:pt x="8788" y="506"/>
                  </a:cubicBezTo>
                  <a:cubicBezTo>
                    <a:pt x="10164" y="674"/>
                    <a:pt x="11231" y="1292"/>
                    <a:pt x="11961" y="1881"/>
                  </a:cubicBezTo>
                  <a:cubicBezTo>
                    <a:pt x="12326" y="2190"/>
                    <a:pt x="12606" y="2471"/>
                    <a:pt x="12803" y="2695"/>
                  </a:cubicBezTo>
                  <a:cubicBezTo>
                    <a:pt x="12887" y="2780"/>
                    <a:pt x="12971" y="2864"/>
                    <a:pt x="12999" y="2948"/>
                  </a:cubicBezTo>
                  <a:lnTo>
                    <a:pt x="13055" y="3004"/>
                  </a:lnTo>
                  <a:lnTo>
                    <a:pt x="13084" y="3032"/>
                  </a:lnTo>
                  <a:lnTo>
                    <a:pt x="13140" y="3088"/>
                  </a:lnTo>
                  <a:lnTo>
                    <a:pt x="13168" y="3116"/>
                  </a:lnTo>
                  <a:cubicBezTo>
                    <a:pt x="13280" y="3173"/>
                    <a:pt x="13813" y="3566"/>
                    <a:pt x="14347" y="4211"/>
                  </a:cubicBezTo>
                  <a:cubicBezTo>
                    <a:pt x="14852" y="4885"/>
                    <a:pt x="15386" y="5868"/>
                    <a:pt x="15470" y="7131"/>
                  </a:cubicBezTo>
                  <a:cubicBezTo>
                    <a:pt x="15470" y="7243"/>
                    <a:pt x="15470" y="7356"/>
                    <a:pt x="15470" y="7468"/>
                  </a:cubicBezTo>
                  <a:cubicBezTo>
                    <a:pt x="15470" y="8760"/>
                    <a:pt x="14993" y="10051"/>
                    <a:pt x="14487" y="11034"/>
                  </a:cubicBezTo>
                  <a:cubicBezTo>
                    <a:pt x="14263" y="11511"/>
                    <a:pt x="14010" y="11932"/>
                    <a:pt x="13842" y="12213"/>
                  </a:cubicBezTo>
                  <a:cubicBezTo>
                    <a:pt x="13729" y="12353"/>
                    <a:pt x="13673" y="12465"/>
                    <a:pt x="13617" y="12522"/>
                  </a:cubicBezTo>
                  <a:lnTo>
                    <a:pt x="13561" y="12606"/>
                  </a:lnTo>
                  <a:lnTo>
                    <a:pt x="13533" y="12634"/>
                  </a:lnTo>
                  <a:cubicBezTo>
                    <a:pt x="13505" y="12690"/>
                    <a:pt x="13477" y="12746"/>
                    <a:pt x="13477" y="12802"/>
                  </a:cubicBezTo>
                  <a:lnTo>
                    <a:pt x="13729" y="15469"/>
                  </a:lnTo>
                  <a:lnTo>
                    <a:pt x="5391" y="17378"/>
                  </a:lnTo>
                  <a:lnTo>
                    <a:pt x="4886" y="15526"/>
                  </a:lnTo>
                  <a:cubicBezTo>
                    <a:pt x="4858" y="15469"/>
                    <a:pt x="4830" y="15413"/>
                    <a:pt x="4801" y="15385"/>
                  </a:cubicBezTo>
                  <a:cubicBezTo>
                    <a:pt x="4773" y="15385"/>
                    <a:pt x="4689" y="15301"/>
                    <a:pt x="4521" y="15217"/>
                  </a:cubicBezTo>
                  <a:cubicBezTo>
                    <a:pt x="4352" y="15132"/>
                    <a:pt x="4128" y="15048"/>
                    <a:pt x="3875" y="15048"/>
                  </a:cubicBezTo>
                  <a:cubicBezTo>
                    <a:pt x="3707" y="15048"/>
                    <a:pt x="3398" y="15020"/>
                    <a:pt x="3061" y="14908"/>
                  </a:cubicBezTo>
                  <a:cubicBezTo>
                    <a:pt x="2752" y="14796"/>
                    <a:pt x="2443" y="14599"/>
                    <a:pt x="2303" y="14346"/>
                  </a:cubicBezTo>
                  <a:cubicBezTo>
                    <a:pt x="2219" y="14178"/>
                    <a:pt x="2106" y="13869"/>
                    <a:pt x="1994" y="13504"/>
                  </a:cubicBezTo>
                  <a:cubicBezTo>
                    <a:pt x="1826" y="12943"/>
                    <a:pt x="1657" y="12241"/>
                    <a:pt x="1517" y="11679"/>
                  </a:cubicBezTo>
                  <a:cubicBezTo>
                    <a:pt x="1404" y="11118"/>
                    <a:pt x="1320" y="10697"/>
                    <a:pt x="1292" y="10697"/>
                  </a:cubicBezTo>
                  <a:cubicBezTo>
                    <a:pt x="1292" y="10584"/>
                    <a:pt x="1208" y="10528"/>
                    <a:pt x="1096" y="10500"/>
                  </a:cubicBezTo>
                  <a:cubicBezTo>
                    <a:pt x="1068" y="10500"/>
                    <a:pt x="899" y="10472"/>
                    <a:pt x="731" y="10416"/>
                  </a:cubicBezTo>
                  <a:cubicBezTo>
                    <a:pt x="675" y="10388"/>
                    <a:pt x="590" y="10332"/>
                    <a:pt x="562" y="10304"/>
                  </a:cubicBezTo>
                  <a:cubicBezTo>
                    <a:pt x="506" y="10247"/>
                    <a:pt x="478" y="10191"/>
                    <a:pt x="478" y="10135"/>
                  </a:cubicBezTo>
                  <a:cubicBezTo>
                    <a:pt x="478" y="10107"/>
                    <a:pt x="478" y="10051"/>
                    <a:pt x="534" y="9967"/>
                  </a:cubicBezTo>
                  <a:cubicBezTo>
                    <a:pt x="646" y="9686"/>
                    <a:pt x="983" y="9181"/>
                    <a:pt x="1320" y="8731"/>
                  </a:cubicBezTo>
                  <a:cubicBezTo>
                    <a:pt x="1489" y="8507"/>
                    <a:pt x="1657" y="8282"/>
                    <a:pt x="1797" y="8086"/>
                  </a:cubicBezTo>
                  <a:cubicBezTo>
                    <a:pt x="1910" y="7889"/>
                    <a:pt x="2022" y="7721"/>
                    <a:pt x="2078" y="7552"/>
                  </a:cubicBezTo>
                  <a:cubicBezTo>
                    <a:pt x="2078" y="7468"/>
                    <a:pt x="2078" y="7412"/>
                    <a:pt x="2078" y="7328"/>
                  </a:cubicBezTo>
                  <a:cubicBezTo>
                    <a:pt x="2078" y="7103"/>
                    <a:pt x="2050" y="6822"/>
                    <a:pt x="2022" y="6485"/>
                  </a:cubicBezTo>
                  <a:cubicBezTo>
                    <a:pt x="1966" y="6149"/>
                    <a:pt x="1938" y="5756"/>
                    <a:pt x="1938" y="5362"/>
                  </a:cubicBezTo>
                  <a:cubicBezTo>
                    <a:pt x="1938" y="4604"/>
                    <a:pt x="2078" y="3875"/>
                    <a:pt x="2527" y="3369"/>
                  </a:cubicBezTo>
                  <a:cubicBezTo>
                    <a:pt x="3033" y="2780"/>
                    <a:pt x="3847" y="2050"/>
                    <a:pt x="4801" y="1488"/>
                  </a:cubicBezTo>
                  <a:cubicBezTo>
                    <a:pt x="5784" y="899"/>
                    <a:pt x="6935" y="477"/>
                    <a:pt x="8170" y="477"/>
                  </a:cubicBezTo>
                  <a:close/>
                  <a:moveTo>
                    <a:pt x="8170" y="0"/>
                  </a:moveTo>
                  <a:cubicBezTo>
                    <a:pt x="6823" y="0"/>
                    <a:pt x="5588" y="477"/>
                    <a:pt x="4577" y="1067"/>
                  </a:cubicBezTo>
                  <a:cubicBezTo>
                    <a:pt x="3538" y="1685"/>
                    <a:pt x="2724" y="2443"/>
                    <a:pt x="2191" y="3060"/>
                  </a:cubicBezTo>
                  <a:cubicBezTo>
                    <a:pt x="1601" y="3706"/>
                    <a:pt x="1489" y="4576"/>
                    <a:pt x="1489" y="5362"/>
                  </a:cubicBezTo>
                  <a:cubicBezTo>
                    <a:pt x="1489" y="5784"/>
                    <a:pt x="1517" y="6177"/>
                    <a:pt x="1545" y="6514"/>
                  </a:cubicBezTo>
                  <a:cubicBezTo>
                    <a:pt x="1601" y="6879"/>
                    <a:pt x="1629" y="7159"/>
                    <a:pt x="1629" y="7328"/>
                  </a:cubicBezTo>
                  <a:cubicBezTo>
                    <a:pt x="1629" y="7384"/>
                    <a:pt x="1629" y="7412"/>
                    <a:pt x="1601" y="7440"/>
                  </a:cubicBezTo>
                  <a:lnTo>
                    <a:pt x="1626" y="7446"/>
                  </a:lnTo>
                  <a:lnTo>
                    <a:pt x="1626" y="7446"/>
                  </a:lnTo>
                  <a:cubicBezTo>
                    <a:pt x="1594" y="7508"/>
                    <a:pt x="1484" y="7700"/>
                    <a:pt x="1348" y="7917"/>
                  </a:cubicBezTo>
                  <a:cubicBezTo>
                    <a:pt x="1124" y="8226"/>
                    <a:pt x="787" y="8675"/>
                    <a:pt x="534" y="9068"/>
                  </a:cubicBezTo>
                  <a:cubicBezTo>
                    <a:pt x="394" y="9265"/>
                    <a:pt x="253" y="9433"/>
                    <a:pt x="169" y="9630"/>
                  </a:cubicBezTo>
                  <a:cubicBezTo>
                    <a:pt x="85" y="9798"/>
                    <a:pt x="29" y="9967"/>
                    <a:pt x="1" y="10135"/>
                  </a:cubicBezTo>
                  <a:lnTo>
                    <a:pt x="29" y="10219"/>
                  </a:lnTo>
                  <a:lnTo>
                    <a:pt x="30" y="10219"/>
                  </a:lnTo>
                  <a:lnTo>
                    <a:pt x="30" y="10219"/>
                  </a:lnTo>
                  <a:cubicBezTo>
                    <a:pt x="40" y="10401"/>
                    <a:pt x="146" y="10534"/>
                    <a:pt x="253" y="10641"/>
                  </a:cubicBezTo>
                  <a:cubicBezTo>
                    <a:pt x="422" y="10809"/>
                    <a:pt x="618" y="10865"/>
                    <a:pt x="759" y="10921"/>
                  </a:cubicBezTo>
                  <a:cubicBezTo>
                    <a:pt x="804" y="10936"/>
                    <a:pt x="845" y="10947"/>
                    <a:pt x="882" y="10956"/>
                  </a:cubicBezTo>
                  <a:lnTo>
                    <a:pt x="882" y="10956"/>
                  </a:lnTo>
                  <a:cubicBezTo>
                    <a:pt x="943" y="11227"/>
                    <a:pt x="1068" y="11783"/>
                    <a:pt x="1208" y="12381"/>
                  </a:cubicBezTo>
                  <a:cubicBezTo>
                    <a:pt x="1320" y="12802"/>
                    <a:pt x="1433" y="13251"/>
                    <a:pt x="1545" y="13645"/>
                  </a:cubicBezTo>
                  <a:cubicBezTo>
                    <a:pt x="1657" y="14038"/>
                    <a:pt x="1769" y="14346"/>
                    <a:pt x="1882" y="14543"/>
                  </a:cubicBezTo>
                  <a:cubicBezTo>
                    <a:pt x="2134" y="14992"/>
                    <a:pt x="2527" y="15217"/>
                    <a:pt x="2920" y="15357"/>
                  </a:cubicBezTo>
                  <a:cubicBezTo>
                    <a:pt x="3314" y="15469"/>
                    <a:pt x="3679" y="15497"/>
                    <a:pt x="3875" y="15497"/>
                  </a:cubicBezTo>
                  <a:cubicBezTo>
                    <a:pt x="4015" y="15497"/>
                    <a:pt x="4184" y="15554"/>
                    <a:pt x="4296" y="15638"/>
                  </a:cubicBezTo>
                  <a:cubicBezTo>
                    <a:pt x="4350" y="15665"/>
                    <a:pt x="4403" y="15691"/>
                    <a:pt x="4432" y="15718"/>
                  </a:cubicBezTo>
                  <a:lnTo>
                    <a:pt x="4432" y="15718"/>
                  </a:lnTo>
                  <a:lnTo>
                    <a:pt x="5026" y="17715"/>
                  </a:lnTo>
                  <a:cubicBezTo>
                    <a:pt x="5050" y="17813"/>
                    <a:pt x="5138" y="17889"/>
                    <a:pt x="5235" y="17889"/>
                  </a:cubicBezTo>
                  <a:cubicBezTo>
                    <a:pt x="5249" y="17889"/>
                    <a:pt x="5264" y="17888"/>
                    <a:pt x="5279" y="17884"/>
                  </a:cubicBezTo>
                  <a:lnTo>
                    <a:pt x="14010" y="15891"/>
                  </a:lnTo>
                  <a:cubicBezTo>
                    <a:pt x="14150" y="15862"/>
                    <a:pt x="14207" y="15750"/>
                    <a:pt x="14207" y="15638"/>
                  </a:cubicBezTo>
                  <a:lnTo>
                    <a:pt x="13959" y="12830"/>
                  </a:lnTo>
                  <a:lnTo>
                    <a:pt x="13959" y="12830"/>
                  </a:lnTo>
                  <a:cubicBezTo>
                    <a:pt x="14108" y="12620"/>
                    <a:pt x="14508" y="12030"/>
                    <a:pt x="14908" y="11230"/>
                  </a:cubicBezTo>
                  <a:cubicBezTo>
                    <a:pt x="15414" y="10219"/>
                    <a:pt x="15947" y="8872"/>
                    <a:pt x="15947" y="7468"/>
                  </a:cubicBezTo>
                  <a:cubicBezTo>
                    <a:pt x="15947" y="7328"/>
                    <a:pt x="15947" y="7215"/>
                    <a:pt x="15919" y="7075"/>
                  </a:cubicBezTo>
                  <a:cubicBezTo>
                    <a:pt x="15835" y="5615"/>
                    <a:pt x="15189" y="4520"/>
                    <a:pt x="14600" y="3790"/>
                  </a:cubicBezTo>
                  <a:cubicBezTo>
                    <a:pt x="14040" y="3129"/>
                    <a:pt x="13526" y="2767"/>
                    <a:pt x="13414" y="2705"/>
                  </a:cubicBezTo>
                  <a:lnTo>
                    <a:pt x="13414" y="2705"/>
                  </a:lnTo>
                  <a:cubicBezTo>
                    <a:pt x="13299" y="2554"/>
                    <a:pt x="12901" y="2054"/>
                    <a:pt x="12269" y="1516"/>
                  </a:cubicBezTo>
                  <a:cubicBezTo>
                    <a:pt x="11483" y="899"/>
                    <a:pt x="10332" y="197"/>
                    <a:pt x="8816" y="56"/>
                  </a:cubicBezTo>
                  <a:cubicBezTo>
                    <a:pt x="8620" y="28"/>
                    <a:pt x="8395" y="0"/>
                    <a:pt x="81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64"/>
            <p:cNvSpPr/>
            <p:nvPr/>
          </p:nvSpPr>
          <p:spPr>
            <a:xfrm>
              <a:off x="4160925" y="2436200"/>
              <a:ext cx="315850" cy="264150"/>
            </a:xfrm>
            <a:custGeom>
              <a:avLst/>
              <a:gdLst/>
              <a:ahLst/>
              <a:cxnLst/>
              <a:rect l="l" t="t" r="r" b="b"/>
              <a:pathLst>
                <a:path w="12634" h="10566" extrusionOk="0">
                  <a:moveTo>
                    <a:pt x="3102" y="0"/>
                  </a:moveTo>
                  <a:cubicBezTo>
                    <a:pt x="2764" y="0"/>
                    <a:pt x="2447" y="83"/>
                    <a:pt x="2162" y="288"/>
                  </a:cubicBezTo>
                  <a:cubicBezTo>
                    <a:pt x="2162" y="288"/>
                    <a:pt x="0" y="2085"/>
                    <a:pt x="113" y="2899"/>
                  </a:cubicBezTo>
                  <a:cubicBezTo>
                    <a:pt x="253" y="3741"/>
                    <a:pt x="1264" y="4387"/>
                    <a:pt x="1208" y="5145"/>
                  </a:cubicBezTo>
                  <a:cubicBezTo>
                    <a:pt x="1161" y="5772"/>
                    <a:pt x="1364" y="6975"/>
                    <a:pt x="1659" y="6975"/>
                  </a:cubicBezTo>
                  <a:cubicBezTo>
                    <a:pt x="1720" y="6975"/>
                    <a:pt x="1785" y="6923"/>
                    <a:pt x="1853" y="6801"/>
                  </a:cubicBezTo>
                  <a:cubicBezTo>
                    <a:pt x="2218" y="6099"/>
                    <a:pt x="2022" y="5341"/>
                    <a:pt x="2611" y="5145"/>
                  </a:cubicBezTo>
                  <a:cubicBezTo>
                    <a:pt x="2659" y="5128"/>
                    <a:pt x="2709" y="5120"/>
                    <a:pt x="2760" y="5120"/>
                  </a:cubicBezTo>
                  <a:cubicBezTo>
                    <a:pt x="3311" y="5120"/>
                    <a:pt x="4025" y="6040"/>
                    <a:pt x="4127" y="6914"/>
                  </a:cubicBezTo>
                  <a:cubicBezTo>
                    <a:pt x="4268" y="7896"/>
                    <a:pt x="4071" y="8317"/>
                    <a:pt x="4577" y="9019"/>
                  </a:cubicBezTo>
                  <a:cubicBezTo>
                    <a:pt x="5094" y="9700"/>
                    <a:pt x="6245" y="10566"/>
                    <a:pt x="7518" y="10566"/>
                  </a:cubicBezTo>
                  <a:cubicBezTo>
                    <a:pt x="7558" y="10566"/>
                    <a:pt x="7597" y="10565"/>
                    <a:pt x="7637" y="10563"/>
                  </a:cubicBezTo>
                  <a:cubicBezTo>
                    <a:pt x="8984" y="10507"/>
                    <a:pt x="10444" y="10170"/>
                    <a:pt x="10444" y="10170"/>
                  </a:cubicBezTo>
                  <a:cubicBezTo>
                    <a:pt x="10444" y="10170"/>
                    <a:pt x="12634" y="7307"/>
                    <a:pt x="12437" y="4499"/>
                  </a:cubicBezTo>
                  <a:cubicBezTo>
                    <a:pt x="12241" y="1692"/>
                    <a:pt x="10023" y="288"/>
                    <a:pt x="10023" y="288"/>
                  </a:cubicBezTo>
                  <a:lnTo>
                    <a:pt x="10023" y="288"/>
                  </a:lnTo>
                  <a:cubicBezTo>
                    <a:pt x="10023" y="288"/>
                    <a:pt x="10079" y="1186"/>
                    <a:pt x="8226" y="1495"/>
                  </a:cubicBezTo>
                  <a:cubicBezTo>
                    <a:pt x="8116" y="1515"/>
                    <a:pt x="8003" y="1524"/>
                    <a:pt x="7887" y="1524"/>
                  </a:cubicBezTo>
                  <a:cubicBezTo>
                    <a:pt x="6410" y="1524"/>
                    <a:pt x="4554" y="0"/>
                    <a:pt x="310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64"/>
            <p:cNvSpPr/>
            <p:nvPr/>
          </p:nvSpPr>
          <p:spPr>
            <a:xfrm>
              <a:off x="4158125" y="2430050"/>
              <a:ext cx="320075" cy="275850"/>
            </a:xfrm>
            <a:custGeom>
              <a:avLst/>
              <a:gdLst/>
              <a:ahLst/>
              <a:cxnLst/>
              <a:rect l="l" t="t" r="r" b="b"/>
              <a:pathLst>
                <a:path w="12803" h="11034" extrusionOk="0">
                  <a:moveTo>
                    <a:pt x="3201" y="478"/>
                  </a:moveTo>
                  <a:cubicBezTo>
                    <a:pt x="3846" y="478"/>
                    <a:pt x="4689" y="843"/>
                    <a:pt x="5503" y="1236"/>
                  </a:cubicBezTo>
                  <a:cubicBezTo>
                    <a:pt x="6345" y="1601"/>
                    <a:pt x="7187" y="1994"/>
                    <a:pt x="8001" y="1994"/>
                  </a:cubicBezTo>
                  <a:cubicBezTo>
                    <a:pt x="8142" y="1994"/>
                    <a:pt x="8254" y="1994"/>
                    <a:pt x="8366" y="1966"/>
                  </a:cubicBezTo>
                  <a:cubicBezTo>
                    <a:pt x="9265" y="1825"/>
                    <a:pt x="9770" y="1517"/>
                    <a:pt x="10051" y="1236"/>
                  </a:cubicBezTo>
                  <a:cubicBezTo>
                    <a:pt x="10150" y="1127"/>
                    <a:pt x="10217" y="1022"/>
                    <a:pt x="10263" y="926"/>
                  </a:cubicBezTo>
                  <a:lnTo>
                    <a:pt x="10263" y="926"/>
                  </a:lnTo>
                  <a:cubicBezTo>
                    <a:pt x="10494" y="1108"/>
                    <a:pt x="10848" y="1425"/>
                    <a:pt x="11202" y="1853"/>
                  </a:cubicBezTo>
                  <a:cubicBezTo>
                    <a:pt x="11707" y="2527"/>
                    <a:pt x="12241" y="3510"/>
                    <a:pt x="12325" y="4773"/>
                  </a:cubicBezTo>
                  <a:cubicBezTo>
                    <a:pt x="12325" y="4885"/>
                    <a:pt x="12325" y="4998"/>
                    <a:pt x="12325" y="5110"/>
                  </a:cubicBezTo>
                  <a:cubicBezTo>
                    <a:pt x="12325" y="6402"/>
                    <a:pt x="11848" y="7693"/>
                    <a:pt x="11342" y="8676"/>
                  </a:cubicBezTo>
                  <a:cubicBezTo>
                    <a:pt x="11118" y="9153"/>
                    <a:pt x="10865" y="9574"/>
                    <a:pt x="10697" y="9855"/>
                  </a:cubicBezTo>
                  <a:cubicBezTo>
                    <a:pt x="10584" y="9995"/>
                    <a:pt x="10528" y="10107"/>
                    <a:pt x="10472" y="10164"/>
                  </a:cubicBezTo>
                  <a:lnTo>
                    <a:pt x="10437" y="10216"/>
                  </a:lnTo>
                  <a:lnTo>
                    <a:pt x="10437" y="10216"/>
                  </a:lnTo>
                  <a:cubicBezTo>
                    <a:pt x="10397" y="10225"/>
                    <a:pt x="10343" y="10237"/>
                    <a:pt x="10275" y="10248"/>
                  </a:cubicBezTo>
                  <a:cubicBezTo>
                    <a:pt x="9798" y="10332"/>
                    <a:pt x="8731" y="10529"/>
                    <a:pt x="7749" y="10585"/>
                  </a:cubicBezTo>
                  <a:lnTo>
                    <a:pt x="7636" y="10585"/>
                  </a:lnTo>
                  <a:cubicBezTo>
                    <a:pt x="7047" y="10585"/>
                    <a:pt x="6457" y="10388"/>
                    <a:pt x="5980" y="10107"/>
                  </a:cubicBezTo>
                  <a:cubicBezTo>
                    <a:pt x="5503" y="9827"/>
                    <a:pt x="5110" y="9462"/>
                    <a:pt x="4885" y="9153"/>
                  </a:cubicBezTo>
                  <a:cubicBezTo>
                    <a:pt x="4660" y="8816"/>
                    <a:pt x="4604" y="8591"/>
                    <a:pt x="4576" y="8311"/>
                  </a:cubicBezTo>
                  <a:cubicBezTo>
                    <a:pt x="4520" y="8002"/>
                    <a:pt x="4548" y="7637"/>
                    <a:pt x="4492" y="7131"/>
                  </a:cubicBezTo>
                  <a:cubicBezTo>
                    <a:pt x="4408" y="6654"/>
                    <a:pt x="4183" y="6177"/>
                    <a:pt x="3902" y="5784"/>
                  </a:cubicBezTo>
                  <a:cubicBezTo>
                    <a:pt x="3762" y="5615"/>
                    <a:pt x="3594" y="5447"/>
                    <a:pt x="3425" y="5335"/>
                  </a:cubicBezTo>
                  <a:cubicBezTo>
                    <a:pt x="3257" y="5222"/>
                    <a:pt x="3060" y="5138"/>
                    <a:pt x="2864" y="5138"/>
                  </a:cubicBezTo>
                  <a:cubicBezTo>
                    <a:pt x="2779" y="5138"/>
                    <a:pt x="2723" y="5138"/>
                    <a:pt x="2639" y="5166"/>
                  </a:cubicBezTo>
                  <a:cubicBezTo>
                    <a:pt x="2443" y="5222"/>
                    <a:pt x="2302" y="5363"/>
                    <a:pt x="2218" y="5503"/>
                  </a:cubicBezTo>
                  <a:cubicBezTo>
                    <a:pt x="2078" y="5728"/>
                    <a:pt x="2050" y="5980"/>
                    <a:pt x="1993" y="6205"/>
                  </a:cubicBezTo>
                  <a:cubicBezTo>
                    <a:pt x="1940" y="6445"/>
                    <a:pt x="1887" y="6685"/>
                    <a:pt x="1762" y="6900"/>
                  </a:cubicBezTo>
                  <a:lnTo>
                    <a:pt x="1762" y="6900"/>
                  </a:lnTo>
                  <a:cubicBezTo>
                    <a:pt x="1754" y="6885"/>
                    <a:pt x="1747" y="6869"/>
                    <a:pt x="1741" y="6851"/>
                  </a:cubicBezTo>
                  <a:cubicBezTo>
                    <a:pt x="1628" y="6570"/>
                    <a:pt x="1544" y="6008"/>
                    <a:pt x="1544" y="5587"/>
                  </a:cubicBezTo>
                  <a:cubicBezTo>
                    <a:pt x="1544" y="5531"/>
                    <a:pt x="1544" y="5475"/>
                    <a:pt x="1544" y="5391"/>
                  </a:cubicBezTo>
                  <a:lnTo>
                    <a:pt x="1544" y="5307"/>
                  </a:lnTo>
                  <a:cubicBezTo>
                    <a:pt x="1544" y="5082"/>
                    <a:pt x="1488" y="4857"/>
                    <a:pt x="1376" y="4661"/>
                  </a:cubicBezTo>
                  <a:cubicBezTo>
                    <a:pt x="1207" y="4380"/>
                    <a:pt x="1011" y="4127"/>
                    <a:pt x="814" y="3875"/>
                  </a:cubicBezTo>
                  <a:cubicBezTo>
                    <a:pt x="646" y="3594"/>
                    <a:pt x="505" y="3341"/>
                    <a:pt x="449" y="3117"/>
                  </a:cubicBezTo>
                  <a:lnTo>
                    <a:pt x="449" y="3089"/>
                  </a:lnTo>
                  <a:cubicBezTo>
                    <a:pt x="449" y="2948"/>
                    <a:pt x="562" y="2724"/>
                    <a:pt x="730" y="2443"/>
                  </a:cubicBezTo>
                  <a:cubicBezTo>
                    <a:pt x="1011" y="2050"/>
                    <a:pt x="1432" y="1629"/>
                    <a:pt x="1797" y="1292"/>
                  </a:cubicBezTo>
                  <a:cubicBezTo>
                    <a:pt x="1965" y="1123"/>
                    <a:pt x="2134" y="983"/>
                    <a:pt x="2246" y="871"/>
                  </a:cubicBezTo>
                  <a:cubicBezTo>
                    <a:pt x="2329" y="788"/>
                    <a:pt x="2381" y="736"/>
                    <a:pt x="2403" y="714"/>
                  </a:cubicBezTo>
                  <a:lnTo>
                    <a:pt x="2403" y="714"/>
                  </a:lnTo>
                  <a:lnTo>
                    <a:pt x="2415" y="730"/>
                  </a:lnTo>
                  <a:cubicBezTo>
                    <a:pt x="2639" y="562"/>
                    <a:pt x="2920" y="478"/>
                    <a:pt x="3201" y="478"/>
                  </a:cubicBezTo>
                  <a:close/>
                  <a:moveTo>
                    <a:pt x="3201" y="0"/>
                  </a:moveTo>
                  <a:cubicBezTo>
                    <a:pt x="2836" y="0"/>
                    <a:pt x="2471" y="113"/>
                    <a:pt x="2134" y="337"/>
                  </a:cubicBezTo>
                  <a:lnTo>
                    <a:pt x="2134" y="365"/>
                  </a:lnTo>
                  <a:cubicBezTo>
                    <a:pt x="2106" y="365"/>
                    <a:pt x="1600" y="787"/>
                    <a:pt x="1067" y="1320"/>
                  </a:cubicBezTo>
                  <a:cubicBezTo>
                    <a:pt x="814" y="1601"/>
                    <a:pt x="562" y="1881"/>
                    <a:pt x="365" y="2190"/>
                  </a:cubicBezTo>
                  <a:cubicBezTo>
                    <a:pt x="140" y="2471"/>
                    <a:pt x="0" y="2780"/>
                    <a:pt x="0" y="3089"/>
                  </a:cubicBezTo>
                  <a:lnTo>
                    <a:pt x="0" y="3201"/>
                  </a:lnTo>
                  <a:lnTo>
                    <a:pt x="5" y="3200"/>
                  </a:lnTo>
                  <a:lnTo>
                    <a:pt x="5" y="3200"/>
                  </a:lnTo>
                  <a:cubicBezTo>
                    <a:pt x="95" y="3691"/>
                    <a:pt x="397" y="4050"/>
                    <a:pt x="618" y="4408"/>
                  </a:cubicBezTo>
                  <a:cubicBezTo>
                    <a:pt x="758" y="4577"/>
                    <a:pt x="870" y="4745"/>
                    <a:pt x="955" y="4885"/>
                  </a:cubicBezTo>
                  <a:cubicBezTo>
                    <a:pt x="1039" y="5054"/>
                    <a:pt x="1095" y="5194"/>
                    <a:pt x="1095" y="5307"/>
                  </a:cubicBezTo>
                  <a:lnTo>
                    <a:pt x="1095" y="5363"/>
                  </a:lnTo>
                  <a:cubicBezTo>
                    <a:pt x="1067" y="5447"/>
                    <a:pt x="1067" y="5531"/>
                    <a:pt x="1067" y="5587"/>
                  </a:cubicBezTo>
                  <a:cubicBezTo>
                    <a:pt x="1067" y="5952"/>
                    <a:pt x="1123" y="6373"/>
                    <a:pt x="1207" y="6710"/>
                  </a:cubicBezTo>
                  <a:cubicBezTo>
                    <a:pt x="1263" y="6879"/>
                    <a:pt x="1292" y="7047"/>
                    <a:pt x="1376" y="7160"/>
                  </a:cubicBezTo>
                  <a:cubicBezTo>
                    <a:pt x="1404" y="7244"/>
                    <a:pt x="1460" y="7300"/>
                    <a:pt x="1516" y="7356"/>
                  </a:cubicBezTo>
                  <a:cubicBezTo>
                    <a:pt x="1572" y="7412"/>
                    <a:pt x="1656" y="7440"/>
                    <a:pt x="1769" y="7440"/>
                  </a:cubicBezTo>
                  <a:cubicBezTo>
                    <a:pt x="1853" y="7440"/>
                    <a:pt x="1937" y="7412"/>
                    <a:pt x="2021" y="7356"/>
                  </a:cubicBezTo>
                  <a:cubicBezTo>
                    <a:pt x="2078" y="7300"/>
                    <a:pt x="2106" y="7244"/>
                    <a:pt x="2162" y="7160"/>
                  </a:cubicBezTo>
                  <a:cubicBezTo>
                    <a:pt x="2386" y="6766"/>
                    <a:pt x="2415" y="6373"/>
                    <a:pt x="2499" y="6065"/>
                  </a:cubicBezTo>
                  <a:cubicBezTo>
                    <a:pt x="2527" y="5924"/>
                    <a:pt x="2555" y="5812"/>
                    <a:pt x="2611" y="5756"/>
                  </a:cubicBezTo>
                  <a:cubicBezTo>
                    <a:pt x="2667" y="5672"/>
                    <a:pt x="2695" y="5644"/>
                    <a:pt x="2779" y="5615"/>
                  </a:cubicBezTo>
                  <a:lnTo>
                    <a:pt x="2864" y="5587"/>
                  </a:lnTo>
                  <a:cubicBezTo>
                    <a:pt x="2948" y="5587"/>
                    <a:pt x="3060" y="5615"/>
                    <a:pt x="3173" y="5700"/>
                  </a:cubicBezTo>
                  <a:cubicBezTo>
                    <a:pt x="3341" y="5840"/>
                    <a:pt x="3537" y="6065"/>
                    <a:pt x="3706" y="6317"/>
                  </a:cubicBezTo>
                  <a:cubicBezTo>
                    <a:pt x="3874" y="6598"/>
                    <a:pt x="3987" y="6907"/>
                    <a:pt x="4015" y="7216"/>
                  </a:cubicBezTo>
                  <a:cubicBezTo>
                    <a:pt x="4071" y="7665"/>
                    <a:pt x="4071" y="8002"/>
                    <a:pt x="4099" y="8339"/>
                  </a:cubicBezTo>
                  <a:cubicBezTo>
                    <a:pt x="4127" y="8676"/>
                    <a:pt x="4239" y="9041"/>
                    <a:pt x="4520" y="9406"/>
                  </a:cubicBezTo>
                  <a:cubicBezTo>
                    <a:pt x="4773" y="9799"/>
                    <a:pt x="5222" y="10192"/>
                    <a:pt x="5755" y="10500"/>
                  </a:cubicBezTo>
                  <a:cubicBezTo>
                    <a:pt x="6289" y="10809"/>
                    <a:pt x="6935" y="11034"/>
                    <a:pt x="7636" y="11034"/>
                  </a:cubicBezTo>
                  <a:lnTo>
                    <a:pt x="7777" y="11034"/>
                  </a:lnTo>
                  <a:cubicBezTo>
                    <a:pt x="9152" y="10978"/>
                    <a:pt x="10612" y="10669"/>
                    <a:pt x="10612" y="10669"/>
                  </a:cubicBezTo>
                  <a:cubicBezTo>
                    <a:pt x="10668" y="10641"/>
                    <a:pt x="10725" y="10613"/>
                    <a:pt x="10753" y="10557"/>
                  </a:cubicBezTo>
                  <a:cubicBezTo>
                    <a:pt x="10753" y="10557"/>
                    <a:pt x="11258" y="9883"/>
                    <a:pt x="11763" y="8872"/>
                  </a:cubicBezTo>
                  <a:cubicBezTo>
                    <a:pt x="12269" y="7861"/>
                    <a:pt x="12802" y="6514"/>
                    <a:pt x="12802" y="5110"/>
                  </a:cubicBezTo>
                  <a:cubicBezTo>
                    <a:pt x="12802" y="4970"/>
                    <a:pt x="12802" y="4857"/>
                    <a:pt x="12774" y="4717"/>
                  </a:cubicBezTo>
                  <a:cubicBezTo>
                    <a:pt x="12690" y="3257"/>
                    <a:pt x="12044" y="2162"/>
                    <a:pt x="11455" y="1432"/>
                  </a:cubicBezTo>
                  <a:cubicBezTo>
                    <a:pt x="10837" y="702"/>
                    <a:pt x="10275" y="337"/>
                    <a:pt x="10247" y="337"/>
                  </a:cubicBezTo>
                  <a:cubicBezTo>
                    <a:pt x="10205" y="309"/>
                    <a:pt x="10163" y="295"/>
                    <a:pt x="10125" y="295"/>
                  </a:cubicBezTo>
                  <a:cubicBezTo>
                    <a:pt x="10086" y="295"/>
                    <a:pt x="10051" y="309"/>
                    <a:pt x="10023" y="337"/>
                  </a:cubicBezTo>
                  <a:cubicBezTo>
                    <a:pt x="9939" y="365"/>
                    <a:pt x="9882" y="450"/>
                    <a:pt x="9882" y="534"/>
                  </a:cubicBezTo>
                  <a:cubicBezTo>
                    <a:pt x="9882" y="562"/>
                    <a:pt x="9882" y="702"/>
                    <a:pt x="9714" y="927"/>
                  </a:cubicBezTo>
                  <a:cubicBezTo>
                    <a:pt x="9517" y="1123"/>
                    <a:pt x="9124" y="1376"/>
                    <a:pt x="8282" y="1517"/>
                  </a:cubicBezTo>
                  <a:lnTo>
                    <a:pt x="8284" y="1523"/>
                  </a:lnTo>
                  <a:lnTo>
                    <a:pt x="8284" y="1523"/>
                  </a:lnTo>
                  <a:cubicBezTo>
                    <a:pt x="8184" y="1545"/>
                    <a:pt x="8105" y="1545"/>
                    <a:pt x="8001" y="1545"/>
                  </a:cubicBezTo>
                  <a:cubicBezTo>
                    <a:pt x="7356" y="1545"/>
                    <a:pt x="6541" y="1180"/>
                    <a:pt x="5699" y="787"/>
                  </a:cubicBezTo>
                  <a:cubicBezTo>
                    <a:pt x="4857" y="422"/>
                    <a:pt x="4015" y="29"/>
                    <a:pt x="32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64"/>
            <p:cNvSpPr/>
            <p:nvPr/>
          </p:nvSpPr>
          <p:spPr>
            <a:xfrm>
              <a:off x="4207250" y="2635575"/>
              <a:ext cx="66700" cy="50675"/>
            </a:xfrm>
            <a:custGeom>
              <a:avLst/>
              <a:gdLst/>
              <a:ahLst/>
              <a:cxnLst/>
              <a:rect l="l" t="t" r="r" b="b"/>
              <a:pathLst>
                <a:path w="2668" h="2027" extrusionOk="0">
                  <a:moveTo>
                    <a:pt x="2398" y="0"/>
                  </a:moveTo>
                  <a:cubicBezTo>
                    <a:pt x="2297" y="0"/>
                    <a:pt x="2190" y="80"/>
                    <a:pt x="2190" y="202"/>
                  </a:cubicBezTo>
                  <a:cubicBezTo>
                    <a:pt x="2162" y="258"/>
                    <a:pt x="2106" y="567"/>
                    <a:pt x="1966" y="848"/>
                  </a:cubicBezTo>
                  <a:cubicBezTo>
                    <a:pt x="1881" y="1016"/>
                    <a:pt x="1797" y="1156"/>
                    <a:pt x="1685" y="1269"/>
                  </a:cubicBezTo>
                  <a:cubicBezTo>
                    <a:pt x="1572" y="1409"/>
                    <a:pt x="1432" y="1493"/>
                    <a:pt x="1264" y="1521"/>
                  </a:cubicBezTo>
                  <a:cubicBezTo>
                    <a:pt x="1208" y="1549"/>
                    <a:pt x="1179" y="1549"/>
                    <a:pt x="1123" y="1549"/>
                  </a:cubicBezTo>
                  <a:cubicBezTo>
                    <a:pt x="1011" y="1549"/>
                    <a:pt x="927" y="1521"/>
                    <a:pt x="843" y="1437"/>
                  </a:cubicBezTo>
                  <a:cubicBezTo>
                    <a:pt x="730" y="1297"/>
                    <a:pt x="618" y="1072"/>
                    <a:pt x="562" y="876"/>
                  </a:cubicBezTo>
                  <a:cubicBezTo>
                    <a:pt x="534" y="763"/>
                    <a:pt x="506" y="679"/>
                    <a:pt x="506" y="623"/>
                  </a:cubicBezTo>
                  <a:lnTo>
                    <a:pt x="478" y="539"/>
                  </a:lnTo>
                  <a:lnTo>
                    <a:pt x="478" y="511"/>
                  </a:lnTo>
                  <a:cubicBezTo>
                    <a:pt x="452" y="410"/>
                    <a:pt x="360" y="310"/>
                    <a:pt x="260" y="310"/>
                  </a:cubicBezTo>
                  <a:cubicBezTo>
                    <a:pt x="249" y="310"/>
                    <a:pt x="237" y="311"/>
                    <a:pt x="225" y="314"/>
                  </a:cubicBezTo>
                  <a:cubicBezTo>
                    <a:pt x="85" y="342"/>
                    <a:pt x="0" y="455"/>
                    <a:pt x="0" y="567"/>
                  </a:cubicBezTo>
                  <a:cubicBezTo>
                    <a:pt x="0" y="595"/>
                    <a:pt x="56" y="904"/>
                    <a:pt x="197" y="1269"/>
                  </a:cubicBezTo>
                  <a:cubicBezTo>
                    <a:pt x="281" y="1437"/>
                    <a:pt x="365" y="1606"/>
                    <a:pt x="506" y="1774"/>
                  </a:cubicBezTo>
                  <a:cubicBezTo>
                    <a:pt x="674" y="1914"/>
                    <a:pt x="871" y="2027"/>
                    <a:pt x="1123" y="2027"/>
                  </a:cubicBezTo>
                  <a:cubicBezTo>
                    <a:pt x="1208" y="2027"/>
                    <a:pt x="1292" y="1999"/>
                    <a:pt x="1404" y="1971"/>
                  </a:cubicBezTo>
                  <a:cubicBezTo>
                    <a:pt x="1657" y="1914"/>
                    <a:pt x="1881" y="1746"/>
                    <a:pt x="2050" y="1578"/>
                  </a:cubicBezTo>
                  <a:cubicBezTo>
                    <a:pt x="2527" y="1016"/>
                    <a:pt x="2639" y="286"/>
                    <a:pt x="2639" y="258"/>
                  </a:cubicBezTo>
                  <a:cubicBezTo>
                    <a:pt x="2667" y="146"/>
                    <a:pt x="2583" y="5"/>
                    <a:pt x="2443" y="5"/>
                  </a:cubicBezTo>
                  <a:cubicBezTo>
                    <a:pt x="2428" y="2"/>
                    <a:pt x="2413" y="0"/>
                    <a:pt x="239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64"/>
            <p:cNvSpPr/>
            <p:nvPr/>
          </p:nvSpPr>
          <p:spPr>
            <a:xfrm>
              <a:off x="4134950" y="2749975"/>
              <a:ext cx="383950" cy="124375"/>
            </a:xfrm>
            <a:custGeom>
              <a:avLst/>
              <a:gdLst/>
              <a:ahLst/>
              <a:cxnLst/>
              <a:rect l="l" t="t" r="r" b="b"/>
              <a:pathLst>
                <a:path w="15358" h="4975" extrusionOk="0">
                  <a:moveTo>
                    <a:pt x="9549" y="0"/>
                  </a:moveTo>
                  <a:cubicBezTo>
                    <a:pt x="9483" y="0"/>
                    <a:pt x="9416" y="2"/>
                    <a:pt x="9350" y="6"/>
                  </a:cubicBezTo>
                  <a:cubicBezTo>
                    <a:pt x="7188" y="146"/>
                    <a:pt x="2499" y="1887"/>
                    <a:pt x="1657" y="2785"/>
                  </a:cubicBezTo>
                  <a:cubicBezTo>
                    <a:pt x="843" y="3683"/>
                    <a:pt x="394" y="4469"/>
                    <a:pt x="394" y="4469"/>
                  </a:cubicBezTo>
                  <a:lnTo>
                    <a:pt x="1" y="4975"/>
                  </a:lnTo>
                  <a:cubicBezTo>
                    <a:pt x="1" y="4975"/>
                    <a:pt x="2948" y="4217"/>
                    <a:pt x="7272" y="3627"/>
                  </a:cubicBezTo>
                  <a:cubicBezTo>
                    <a:pt x="8093" y="3521"/>
                    <a:pt x="8880" y="3478"/>
                    <a:pt x="9617" y="3478"/>
                  </a:cubicBezTo>
                  <a:cubicBezTo>
                    <a:pt x="12785" y="3478"/>
                    <a:pt x="15021" y="4273"/>
                    <a:pt x="15021" y="4273"/>
                  </a:cubicBezTo>
                  <a:cubicBezTo>
                    <a:pt x="15021" y="4273"/>
                    <a:pt x="15357" y="3318"/>
                    <a:pt x="14319" y="2504"/>
                  </a:cubicBezTo>
                  <a:cubicBezTo>
                    <a:pt x="13339" y="1688"/>
                    <a:pt x="11647" y="0"/>
                    <a:pt x="95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64"/>
            <p:cNvSpPr/>
            <p:nvPr/>
          </p:nvSpPr>
          <p:spPr>
            <a:xfrm>
              <a:off x="4128625" y="2744475"/>
              <a:ext cx="388875" cy="135675"/>
            </a:xfrm>
            <a:custGeom>
              <a:avLst/>
              <a:gdLst/>
              <a:ahLst/>
              <a:cxnLst/>
              <a:rect l="l" t="t" r="r" b="b"/>
              <a:pathLst>
                <a:path w="15555" h="5427" extrusionOk="0">
                  <a:moveTo>
                    <a:pt x="459" y="4555"/>
                  </a:moveTo>
                  <a:cubicBezTo>
                    <a:pt x="459" y="4555"/>
                    <a:pt x="459" y="4555"/>
                    <a:pt x="459" y="4555"/>
                  </a:cubicBezTo>
                  <a:lnTo>
                    <a:pt x="459" y="4555"/>
                  </a:lnTo>
                  <a:lnTo>
                    <a:pt x="459" y="4555"/>
                  </a:lnTo>
                  <a:close/>
                  <a:moveTo>
                    <a:pt x="9827" y="450"/>
                  </a:moveTo>
                  <a:cubicBezTo>
                    <a:pt x="10810" y="450"/>
                    <a:pt x="11708" y="843"/>
                    <a:pt x="12494" y="1377"/>
                  </a:cubicBezTo>
                  <a:cubicBezTo>
                    <a:pt x="13280" y="1882"/>
                    <a:pt x="13926" y="2500"/>
                    <a:pt x="14431" y="2893"/>
                  </a:cubicBezTo>
                  <a:cubicBezTo>
                    <a:pt x="14993" y="3342"/>
                    <a:pt x="15077" y="3791"/>
                    <a:pt x="15077" y="4100"/>
                  </a:cubicBezTo>
                  <a:cubicBezTo>
                    <a:pt x="15077" y="4133"/>
                    <a:pt x="15077" y="4161"/>
                    <a:pt x="15076" y="4185"/>
                  </a:cubicBezTo>
                  <a:lnTo>
                    <a:pt x="15076" y="4185"/>
                  </a:lnTo>
                  <a:cubicBezTo>
                    <a:pt x="14405" y="3978"/>
                    <a:pt x="12456" y="3454"/>
                    <a:pt x="9911" y="3454"/>
                  </a:cubicBezTo>
                  <a:cubicBezTo>
                    <a:pt x="9153" y="3454"/>
                    <a:pt x="8339" y="3510"/>
                    <a:pt x="7497" y="3623"/>
                  </a:cubicBezTo>
                  <a:cubicBezTo>
                    <a:pt x="4351" y="4029"/>
                    <a:pt x="1938" y="4552"/>
                    <a:pt x="843" y="4811"/>
                  </a:cubicBezTo>
                  <a:lnTo>
                    <a:pt x="843" y="4811"/>
                  </a:lnTo>
                  <a:lnTo>
                    <a:pt x="843" y="4802"/>
                  </a:lnTo>
                  <a:lnTo>
                    <a:pt x="871" y="4774"/>
                  </a:lnTo>
                  <a:cubicBezTo>
                    <a:pt x="955" y="4605"/>
                    <a:pt x="1377" y="3931"/>
                    <a:pt x="2078" y="3173"/>
                  </a:cubicBezTo>
                  <a:cubicBezTo>
                    <a:pt x="2247" y="3005"/>
                    <a:pt x="2696" y="2724"/>
                    <a:pt x="3258" y="2415"/>
                  </a:cubicBezTo>
                  <a:cubicBezTo>
                    <a:pt x="4128" y="1994"/>
                    <a:pt x="5335" y="1517"/>
                    <a:pt x="6514" y="1152"/>
                  </a:cubicBezTo>
                  <a:cubicBezTo>
                    <a:pt x="7693" y="787"/>
                    <a:pt x="8844" y="506"/>
                    <a:pt x="9631" y="450"/>
                  </a:cubicBezTo>
                  <a:close/>
                  <a:moveTo>
                    <a:pt x="9603" y="1"/>
                  </a:moveTo>
                  <a:cubicBezTo>
                    <a:pt x="8451" y="57"/>
                    <a:pt x="6739" y="534"/>
                    <a:pt x="5167" y="1124"/>
                  </a:cubicBezTo>
                  <a:cubicBezTo>
                    <a:pt x="4409" y="1405"/>
                    <a:pt x="3651" y="1714"/>
                    <a:pt x="3061" y="1994"/>
                  </a:cubicBezTo>
                  <a:cubicBezTo>
                    <a:pt x="2443" y="2303"/>
                    <a:pt x="1994" y="2584"/>
                    <a:pt x="1742" y="2865"/>
                  </a:cubicBezTo>
                  <a:cubicBezTo>
                    <a:pt x="968" y="3690"/>
                    <a:pt x="526" y="4420"/>
                    <a:pt x="459" y="4555"/>
                  </a:cubicBezTo>
                  <a:lnTo>
                    <a:pt x="459" y="4555"/>
                  </a:lnTo>
                  <a:lnTo>
                    <a:pt x="450" y="4549"/>
                  </a:lnTo>
                  <a:lnTo>
                    <a:pt x="85" y="5054"/>
                  </a:lnTo>
                  <a:cubicBezTo>
                    <a:pt x="1" y="5139"/>
                    <a:pt x="1" y="5251"/>
                    <a:pt x="57" y="5307"/>
                  </a:cubicBezTo>
                  <a:cubicBezTo>
                    <a:pt x="103" y="5376"/>
                    <a:pt x="188" y="5427"/>
                    <a:pt x="263" y="5427"/>
                  </a:cubicBezTo>
                  <a:cubicBezTo>
                    <a:pt x="279" y="5427"/>
                    <a:pt x="295" y="5424"/>
                    <a:pt x="310" y="5419"/>
                  </a:cubicBezTo>
                  <a:cubicBezTo>
                    <a:pt x="310" y="5419"/>
                    <a:pt x="506" y="5363"/>
                    <a:pt x="843" y="5279"/>
                  </a:cubicBezTo>
                  <a:cubicBezTo>
                    <a:pt x="1854" y="5054"/>
                    <a:pt x="4324" y="4521"/>
                    <a:pt x="7581" y="4072"/>
                  </a:cubicBezTo>
                  <a:cubicBezTo>
                    <a:pt x="8395" y="3960"/>
                    <a:pt x="9181" y="3931"/>
                    <a:pt x="9911" y="3931"/>
                  </a:cubicBezTo>
                  <a:cubicBezTo>
                    <a:pt x="11455" y="3931"/>
                    <a:pt x="12775" y="4128"/>
                    <a:pt x="13701" y="4324"/>
                  </a:cubicBezTo>
                  <a:cubicBezTo>
                    <a:pt x="14179" y="4409"/>
                    <a:pt x="14544" y="4521"/>
                    <a:pt x="14796" y="4577"/>
                  </a:cubicBezTo>
                  <a:cubicBezTo>
                    <a:pt x="14937" y="4633"/>
                    <a:pt x="15021" y="4661"/>
                    <a:pt x="15077" y="4689"/>
                  </a:cubicBezTo>
                  <a:cubicBezTo>
                    <a:pt x="15161" y="4689"/>
                    <a:pt x="15189" y="4718"/>
                    <a:pt x="15189" y="4718"/>
                  </a:cubicBezTo>
                  <a:cubicBezTo>
                    <a:pt x="15209" y="4722"/>
                    <a:pt x="15229" y="4725"/>
                    <a:pt x="15249" y="4725"/>
                  </a:cubicBezTo>
                  <a:cubicBezTo>
                    <a:pt x="15347" y="4725"/>
                    <a:pt x="15447" y="4670"/>
                    <a:pt x="15470" y="4577"/>
                  </a:cubicBezTo>
                  <a:cubicBezTo>
                    <a:pt x="15498" y="4549"/>
                    <a:pt x="15554" y="4381"/>
                    <a:pt x="15554" y="4100"/>
                  </a:cubicBezTo>
                  <a:cubicBezTo>
                    <a:pt x="15554" y="3707"/>
                    <a:pt x="15386" y="3061"/>
                    <a:pt x="14740" y="2528"/>
                  </a:cubicBezTo>
                  <a:cubicBezTo>
                    <a:pt x="14235" y="2135"/>
                    <a:pt x="13561" y="1517"/>
                    <a:pt x="12747" y="984"/>
                  </a:cubicBezTo>
                  <a:cubicBezTo>
                    <a:pt x="11905" y="422"/>
                    <a:pt x="10922" y="1"/>
                    <a:pt x="9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64"/>
            <p:cNvSpPr/>
            <p:nvPr/>
          </p:nvSpPr>
          <p:spPr>
            <a:xfrm>
              <a:off x="3856300" y="3795025"/>
              <a:ext cx="103200" cy="213500"/>
            </a:xfrm>
            <a:custGeom>
              <a:avLst/>
              <a:gdLst/>
              <a:ahLst/>
              <a:cxnLst/>
              <a:rect l="l" t="t" r="r" b="b"/>
              <a:pathLst>
                <a:path w="4128" h="8540" extrusionOk="0">
                  <a:moveTo>
                    <a:pt x="2125" y="1"/>
                  </a:moveTo>
                  <a:cubicBezTo>
                    <a:pt x="1332" y="1"/>
                    <a:pt x="1" y="203"/>
                    <a:pt x="1" y="203"/>
                  </a:cubicBezTo>
                  <a:cubicBezTo>
                    <a:pt x="1" y="203"/>
                    <a:pt x="562" y="4134"/>
                    <a:pt x="759" y="5088"/>
                  </a:cubicBezTo>
                  <a:cubicBezTo>
                    <a:pt x="935" y="5969"/>
                    <a:pt x="2058" y="8540"/>
                    <a:pt x="2835" y="8540"/>
                  </a:cubicBezTo>
                  <a:cubicBezTo>
                    <a:pt x="2925" y="8540"/>
                    <a:pt x="3010" y="8505"/>
                    <a:pt x="3089" y="8429"/>
                  </a:cubicBezTo>
                  <a:cubicBezTo>
                    <a:pt x="3847" y="7699"/>
                    <a:pt x="4128" y="5201"/>
                    <a:pt x="3735" y="3937"/>
                  </a:cubicBezTo>
                  <a:cubicBezTo>
                    <a:pt x="3342" y="2702"/>
                    <a:pt x="2780" y="400"/>
                    <a:pt x="2696" y="119"/>
                  </a:cubicBezTo>
                  <a:cubicBezTo>
                    <a:pt x="2664" y="32"/>
                    <a:pt x="2436" y="1"/>
                    <a:pt x="212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64"/>
            <p:cNvSpPr/>
            <p:nvPr/>
          </p:nvSpPr>
          <p:spPr>
            <a:xfrm>
              <a:off x="3850000" y="3788875"/>
              <a:ext cx="110200" cy="225325"/>
            </a:xfrm>
            <a:custGeom>
              <a:avLst/>
              <a:gdLst/>
              <a:ahLst/>
              <a:cxnLst/>
              <a:rect l="l" t="t" r="r" b="b"/>
              <a:pathLst>
                <a:path w="4408" h="9013" extrusionOk="0">
                  <a:moveTo>
                    <a:pt x="2415" y="477"/>
                  </a:moveTo>
                  <a:cubicBezTo>
                    <a:pt x="2555" y="477"/>
                    <a:pt x="2667" y="477"/>
                    <a:pt x="2724" y="506"/>
                  </a:cubicBezTo>
                  <a:lnTo>
                    <a:pt x="2737" y="506"/>
                  </a:lnTo>
                  <a:cubicBezTo>
                    <a:pt x="2759" y="600"/>
                    <a:pt x="2804" y="756"/>
                    <a:pt x="2864" y="955"/>
                  </a:cubicBezTo>
                  <a:cubicBezTo>
                    <a:pt x="3088" y="1797"/>
                    <a:pt x="3482" y="3313"/>
                    <a:pt x="3762" y="4268"/>
                  </a:cubicBezTo>
                  <a:cubicBezTo>
                    <a:pt x="3875" y="4604"/>
                    <a:pt x="3931" y="5082"/>
                    <a:pt x="3931" y="5559"/>
                  </a:cubicBezTo>
                  <a:cubicBezTo>
                    <a:pt x="3931" y="6149"/>
                    <a:pt x="3847" y="6794"/>
                    <a:pt x="3706" y="7328"/>
                  </a:cubicBezTo>
                  <a:cubicBezTo>
                    <a:pt x="3594" y="7861"/>
                    <a:pt x="3369" y="8310"/>
                    <a:pt x="3173" y="8507"/>
                  </a:cubicBezTo>
                  <a:cubicBezTo>
                    <a:pt x="3117" y="8535"/>
                    <a:pt x="3117" y="8535"/>
                    <a:pt x="3088" y="8563"/>
                  </a:cubicBezTo>
                  <a:cubicBezTo>
                    <a:pt x="3032" y="8563"/>
                    <a:pt x="2976" y="8535"/>
                    <a:pt x="2892" y="8479"/>
                  </a:cubicBezTo>
                  <a:cubicBezTo>
                    <a:pt x="2752" y="8395"/>
                    <a:pt x="2583" y="8170"/>
                    <a:pt x="2415" y="7917"/>
                  </a:cubicBezTo>
                  <a:cubicBezTo>
                    <a:pt x="2134" y="7524"/>
                    <a:pt x="1853" y="6991"/>
                    <a:pt x="1657" y="6514"/>
                  </a:cubicBezTo>
                  <a:cubicBezTo>
                    <a:pt x="1460" y="6008"/>
                    <a:pt x="1292" y="5559"/>
                    <a:pt x="1236" y="5306"/>
                  </a:cubicBezTo>
                  <a:cubicBezTo>
                    <a:pt x="1151" y="4829"/>
                    <a:pt x="955" y="3594"/>
                    <a:pt x="786" y="2499"/>
                  </a:cubicBezTo>
                  <a:cubicBezTo>
                    <a:pt x="666" y="1717"/>
                    <a:pt x="560" y="992"/>
                    <a:pt x="509" y="642"/>
                  </a:cubicBezTo>
                  <a:lnTo>
                    <a:pt x="509" y="642"/>
                  </a:lnTo>
                  <a:cubicBezTo>
                    <a:pt x="649" y="625"/>
                    <a:pt x="844" y="604"/>
                    <a:pt x="1067" y="590"/>
                  </a:cubicBezTo>
                  <a:cubicBezTo>
                    <a:pt x="1488" y="534"/>
                    <a:pt x="2022" y="477"/>
                    <a:pt x="2415" y="477"/>
                  </a:cubicBezTo>
                  <a:close/>
                  <a:moveTo>
                    <a:pt x="2415" y="0"/>
                  </a:moveTo>
                  <a:cubicBezTo>
                    <a:pt x="1572" y="0"/>
                    <a:pt x="225" y="225"/>
                    <a:pt x="225" y="225"/>
                  </a:cubicBezTo>
                  <a:cubicBezTo>
                    <a:pt x="84" y="225"/>
                    <a:pt x="0" y="365"/>
                    <a:pt x="28" y="477"/>
                  </a:cubicBezTo>
                  <a:cubicBezTo>
                    <a:pt x="28" y="477"/>
                    <a:pt x="590" y="4408"/>
                    <a:pt x="786" y="5391"/>
                  </a:cubicBezTo>
                  <a:cubicBezTo>
                    <a:pt x="871" y="5868"/>
                    <a:pt x="1207" y="6710"/>
                    <a:pt x="1601" y="7496"/>
                  </a:cubicBezTo>
                  <a:cubicBezTo>
                    <a:pt x="1825" y="7889"/>
                    <a:pt x="2050" y="8254"/>
                    <a:pt x="2274" y="8507"/>
                  </a:cubicBezTo>
                  <a:cubicBezTo>
                    <a:pt x="2387" y="8647"/>
                    <a:pt x="2499" y="8788"/>
                    <a:pt x="2639" y="8872"/>
                  </a:cubicBezTo>
                  <a:cubicBezTo>
                    <a:pt x="2780" y="8956"/>
                    <a:pt x="2920" y="9012"/>
                    <a:pt x="3088" y="9012"/>
                  </a:cubicBezTo>
                  <a:cubicBezTo>
                    <a:pt x="3229" y="9012"/>
                    <a:pt x="3369" y="8956"/>
                    <a:pt x="3482" y="8844"/>
                  </a:cubicBezTo>
                  <a:cubicBezTo>
                    <a:pt x="3818" y="8535"/>
                    <a:pt x="4015" y="8030"/>
                    <a:pt x="4183" y="7440"/>
                  </a:cubicBezTo>
                  <a:cubicBezTo>
                    <a:pt x="4324" y="6850"/>
                    <a:pt x="4408" y="6205"/>
                    <a:pt x="4408" y="5559"/>
                  </a:cubicBezTo>
                  <a:cubicBezTo>
                    <a:pt x="4408" y="5026"/>
                    <a:pt x="4352" y="4520"/>
                    <a:pt x="4211" y="4127"/>
                  </a:cubicBezTo>
                  <a:cubicBezTo>
                    <a:pt x="4015" y="3510"/>
                    <a:pt x="3790" y="2611"/>
                    <a:pt x="3594" y="1853"/>
                  </a:cubicBezTo>
                  <a:cubicBezTo>
                    <a:pt x="3482" y="1460"/>
                    <a:pt x="3397" y="1123"/>
                    <a:pt x="3313" y="842"/>
                  </a:cubicBezTo>
                  <a:cubicBezTo>
                    <a:pt x="3229" y="562"/>
                    <a:pt x="3173" y="365"/>
                    <a:pt x="3145" y="281"/>
                  </a:cubicBezTo>
                  <a:cubicBezTo>
                    <a:pt x="3117" y="169"/>
                    <a:pt x="3032" y="113"/>
                    <a:pt x="2976" y="84"/>
                  </a:cubicBezTo>
                  <a:cubicBezTo>
                    <a:pt x="2892" y="56"/>
                    <a:pt x="2808" y="28"/>
                    <a:pt x="2724" y="28"/>
                  </a:cubicBezTo>
                  <a:cubicBezTo>
                    <a:pt x="2611" y="28"/>
                    <a:pt x="2527" y="0"/>
                    <a:pt x="24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64"/>
            <p:cNvSpPr/>
            <p:nvPr/>
          </p:nvSpPr>
          <p:spPr>
            <a:xfrm>
              <a:off x="3807875" y="3450575"/>
              <a:ext cx="162875" cy="381150"/>
            </a:xfrm>
            <a:custGeom>
              <a:avLst/>
              <a:gdLst/>
              <a:ahLst/>
              <a:cxnLst/>
              <a:rect l="l" t="t" r="r" b="b"/>
              <a:pathLst>
                <a:path w="6515" h="15246" extrusionOk="0">
                  <a:moveTo>
                    <a:pt x="843" y="0"/>
                  </a:moveTo>
                  <a:cubicBezTo>
                    <a:pt x="843" y="0"/>
                    <a:pt x="1" y="2723"/>
                    <a:pt x="1" y="4717"/>
                  </a:cubicBezTo>
                  <a:cubicBezTo>
                    <a:pt x="1" y="6682"/>
                    <a:pt x="338" y="8928"/>
                    <a:pt x="759" y="11848"/>
                  </a:cubicBezTo>
                  <a:cubicBezTo>
                    <a:pt x="1037" y="13546"/>
                    <a:pt x="2144" y="15245"/>
                    <a:pt x="3039" y="15245"/>
                  </a:cubicBezTo>
                  <a:cubicBezTo>
                    <a:pt x="3046" y="15245"/>
                    <a:pt x="3054" y="15245"/>
                    <a:pt x="3061" y="15245"/>
                  </a:cubicBezTo>
                  <a:cubicBezTo>
                    <a:pt x="5812" y="15104"/>
                    <a:pt x="4802" y="10023"/>
                    <a:pt x="5307" y="7075"/>
                  </a:cubicBezTo>
                  <a:cubicBezTo>
                    <a:pt x="5812" y="4127"/>
                    <a:pt x="6261" y="3959"/>
                    <a:pt x="6514" y="702"/>
                  </a:cubicBezTo>
                  <a:lnTo>
                    <a:pt x="84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64"/>
            <p:cNvSpPr/>
            <p:nvPr/>
          </p:nvSpPr>
          <p:spPr>
            <a:xfrm>
              <a:off x="3802275" y="3444500"/>
              <a:ext cx="174775" cy="392825"/>
            </a:xfrm>
            <a:custGeom>
              <a:avLst/>
              <a:gdLst/>
              <a:ahLst/>
              <a:cxnLst/>
              <a:rect l="l" t="t" r="r" b="b"/>
              <a:pathLst>
                <a:path w="6991" h="15713" extrusionOk="0">
                  <a:moveTo>
                    <a:pt x="1047" y="1"/>
                  </a:moveTo>
                  <a:cubicBezTo>
                    <a:pt x="955" y="1"/>
                    <a:pt x="864" y="71"/>
                    <a:pt x="842" y="159"/>
                  </a:cubicBezTo>
                  <a:cubicBezTo>
                    <a:pt x="842" y="187"/>
                    <a:pt x="0" y="2910"/>
                    <a:pt x="0" y="4960"/>
                  </a:cubicBezTo>
                  <a:cubicBezTo>
                    <a:pt x="0" y="6953"/>
                    <a:pt x="309" y="9199"/>
                    <a:pt x="758" y="12147"/>
                  </a:cubicBezTo>
                  <a:cubicBezTo>
                    <a:pt x="899" y="13017"/>
                    <a:pt x="1264" y="13888"/>
                    <a:pt x="1685" y="14561"/>
                  </a:cubicBezTo>
                  <a:cubicBezTo>
                    <a:pt x="1909" y="14898"/>
                    <a:pt x="2162" y="15179"/>
                    <a:pt x="2415" y="15375"/>
                  </a:cubicBezTo>
                  <a:cubicBezTo>
                    <a:pt x="2695" y="15572"/>
                    <a:pt x="2976" y="15712"/>
                    <a:pt x="3257" y="15712"/>
                  </a:cubicBezTo>
                  <a:lnTo>
                    <a:pt x="3313" y="15712"/>
                  </a:lnTo>
                  <a:cubicBezTo>
                    <a:pt x="3678" y="15712"/>
                    <a:pt x="4015" y="15600"/>
                    <a:pt x="4296" y="15404"/>
                  </a:cubicBezTo>
                  <a:cubicBezTo>
                    <a:pt x="4773" y="15095"/>
                    <a:pt x="5054" y="14561"/>
                    <a:pt x="5222" y="13944"/>
                  </a:cubicBezTo>
                  <a:cubicBezTo>
                    <a:pt x="5503" y="13017"/>
                    <a:pt x="5531" y="11838"/>
                    <a:pt x="5559" y="10659"/>
                  </a:cubicBezTo>
                  <a:cubicBezTo>
                    <a:pt x="5587" y="9480"/>
                    <a:pt x="5587" y="8301"/>
                    <a:pt x="5756" y="7346"/>
                  </a:cubicBezTo>
                  <a:cubicBezTo>
                    <a:pt x="6008" y="5886"/>
                    <a:pt x="6261" y="5128"/>
                    <a:pt x="6457" y="4314"/>
                  </a:cubicBezTo>
                  <a:cubicBezTo>
                    <a:pt x="6654" y="3472"/>
                    <a:pt x="6850" y="2601"/>
                    <a:pt x="6963" y="945"/>
                  </a:cubicBezTo>
                  <a:cubicBezTo>
                    <a:pt x="6991" y="833"/>
                    <a:pt x="6878" y="720"/>
                    <a:pt x="6766" y="692"/>
                  </a:cubicBezTo>
                  <a:cubicBezTo>
                    <a:pt x="6626" y="692"/>
                    <a:pt x="6514" y="777"/>
                    <a:pt x="6514" y="917"/>
                  </a:cubicBezTo>
                  <a:cubicBezTo>
                    <a:pt x="6373" y="2545"/>
                    <a:pt x="6205" y="3388"/>
                    <a:pt x="6008" y="4174"/>
                  </a:cubicBezTo>
                  <a:cubicBezTo>
                    <a:pt x="5812" y="4988"/>
                    <a:pt x="5559" y="5802"/>
                    <a:pt x="5306" y="7290"/>
                  </a:cubicBezTo>
                  <a:cubicBezTo>
                    <a:pt x="5026" y="8778"/>
                    <a:pt x="5166" y="10799"/>
                    <a:pt x="5026" y="12428"/>
                  </a:cubicBezTo>
                  <a:cubicBezTo>
                    <a:pt x="4941" y="13242"/>
                    <a:pt x="4801" y="13972"/>
                    <a:pt x="4520" y="14449"/>
                  </a:cubicBezTo>
                  <a:cubicBezTo>
                    <a:pt x="4380" y="14702"/>
                    <a:pt x="4239" y="14898"/>
                    <a:pt x="4015" y="15039"/>
                  </a:cubicBezTo>
                  <a:cubicBezTo>
                    <a:pt x="3818" y="15151"/>
                    <a:pt x="3594" y="15235"/>
                    <a:pt x="3285" y="15263"/>
                  </a:cubicBezTo>
                  <a:lnTo>
                    <a:pt x="3257" y="15263"/>
                  </a:lnTo>
                  <a:cubicBezTo>
                    <a:pt x="3116" y="15263"/>
                    <a:pt x="2920" y="15179"/>
                    <a:pt x="2723" y="15011"/>
                  </a:cubicBezTo>
                  <a:cubicBezTo>
                    <a:pt x="2078" y="14505"/>
                    <a:pt x="1404" y="13270"/>
                    <a:pt x="1235" y="12063"/>
                  </a:cubicBezTo>
                  <a:cubicBezTo>
                    <a:pt x="786" y="9143"/>
                    <a:pt x="477" y="6897"/>
                    <a:pt x="477" y="4960"/>
                  </a:cubicBezTo>
                  <a:cubicBezTo>
                    <a:pt x="477" y="4005"/>
                    <a:pt x="674" y="2826"/>
                    <a:pt x="871" y="1900"/>
                  </a:cubicBezTo>
                  <a:cubicBezTo>
                    <a:pt x="983" y="1450"/>
                    <a:pt x="1067" y="1029"/>
                    <a:pt x="1151" y="749"/>
                  </a:cubicBezTo>
                  <a:cubicBezTo>
                    <a:pt x="1235" y="468"/>
                    <a:pt x="1292" y="299"/>
                    <a:pt x="1292" y="299"/>
                  </a:cubicBezTo>
                  <a:cubicBezTo>
                    <a:pt x="1320" y="187"/>
                    <a:pt x="1264" y="47"/>
                    <a:pt x="1123" y="19"/>
                  </a:cubicBezTo>
                  <a:cubicBezTo>
                    <a:pt x="1099" y="6"/>
                    <a:pt x="1073" y="1"/>
                    <a:pt x="10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64"/>
            <p:cNvSpPr/>
            <p:nvPr/>
          </p:nvSpPr>
          <p:spPr>
            <a:xfrm>
              <a:off x="4094250" y="5104850"/>
              <a:ext cx="209875" cy="142550"/>
            </a:xfrm>
            <a:custGeom>
              <a:avLst/>
              <a:gdLst/>
              <a:ahLst/>
              <a:cxnLst/>
              <a:rect l="l" t="t" r="r" b="b"/>
              <a:pathLst>
                <a:path w="8395" h="5702" extrusionOk="0">
                  <a:moveTo>
                    <a:pt x="2570" y="1"/>
                  </a:moveTo>
                  <a:cubicBezTo>
                    <a:pt x="2394" y="1"/>
                    <a:pt x="1689" y="22"/>
                    <a:pt x="983" y="338"/>
                  </a:cubicBezTo>
                  <a:cubicBezTo>
                    <a:pt x="197" y="703"/>
                    <a:pt x="0" y="1209"/>
                    <a:pt x="253" y="1714"/>
                  </a:cubicBezTo>
                  <a:cubicBezTo>
                    <a:pt x="534" y="2219"/>
                    <a:pt x="1123" y="3427"/>
                    <a:pt x="2106" y="4016"/>
                  </a:cubicBezTo>
                  <a:cubicBezTo>
                    <a:pt x="3060" y="4634"/>
                    <a:pt x="4408" y="4914"/>
                    <a:pt x="5166" y="5420"/>
                  </a:cubicBezTo>
                  <a:cubicBezTo>
                    <a:pt x="5456" y="5606"/>
                    <a:pt x="5835" y="5701"/>
                    <a:pt x="6222" y="5701"/>
                  </a:cubicBezTo>
                  <a:cubicBezTo>
                    <a:pt x="6883" y="5701"/>
                    <a:pt x="7571" y="5425"/>
                    <a:pt x="7889" y="4858"/>
                  </a:cubicBezTo>
                  <a:cubicBezTo>
                    <a:pt x="8395" y="3960"/>
                    <a:pt x="7777" y="1939"/>
                    <a:pt x="7777" y="1939"/>
                  </a:cubicBezTo>
                  <a:cubicBezTo>
                    <a:pt x="7777" y="1939"/>
                    <a:pt x="5643" y="1405"/>
                    <a:pt x="4464" y="872"/>
                  </a:cubicBezTo>
                  <a:cubicBezTo>
                    <a:pt x="3313" y="338"/>
                    <a:pt x="2611" y="1"/>
                    <a:pt x="2611" y="1"/>
                  </a:cubicBezTo>
                  <a:cubicBezTo>
                    <a:pt x="2611" y="1"/>
                    <a:pt x="2597" y="1"/>
                    <a:pt x="257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64"/>
            <p:cNvSpPr/>
            <p:nvPr/>
          </p:nvSpPr>
          <p:spPr>
            <a:xfrm>
              <a:off x="4092150" y="5099250"/>
              <a:ext cx="209875" cy="153750"/>
            </a:xfrm>
            <a:custGeom>
              <a:avLst/>
              <a:gdLst/>
              <a:ahLst/>
              <a:cxnLst/>
              <a:rect l="l" t="t" r="r" b="b"/>
              <a:pathLst>
                <a:path w="8395" h="6150" extrusionOk="0">
                  <a:moveTo>
                    <a:pt x="2584" y="451"/>
                  </a:moveTo>
                  <a:cubicBezTo>
                    <a:pt x="2619" y="467"/>
                    <a:pt x="3315" y="800"/>
                    <a:pt x="4464" y="1320"/>
                  </a:cubicBezTo>
                  <a:cubicBezTo>
                    <a:pt x="5502" y="1779"/>
                    <a:pt x="7224" y="2237"/>
                    <a:pt x="7687" y="2357"/>
                  </a:cubicBezTo>
                  <a:lnTo>
                    <a:pt x="7687" y="2357"/>
                  </a:lnTo>
                  <a:cubicBezTo>
                    <a:pt x="7765" y="2647"/>
                    <a:pt x="7945" y="3393"/>
                    <a:pt x="7945" y="4072"/>
                  </a:cubicBezTo>
                  <a:cubicBezTo>
                    <a:pt x="7945" y="4437"/>
                    <a:pt x="7889" y="4773"/>
                    <a:pt x="7777" y="4970"/>
                  </a:cubicBezTo>
                  <a:cubicBezTo>
                    <a:pt x="7636" y="5195"/>
                    <a:pt x="7412" y="5391"/>
                    <a:pt x="7159" y="5503"/>
                  </a:cubicBezTo>
                  <a:cubicBezTo>
                    <a:pt x="6906" y="5644"/>
                    <a:pt x="6598" y="5700"/>
                    <a:pt x="6289" y="5700"/>
                  </a:cubicBezTo>
                  <a:cubicBezTo>
                    <a:pt x="5952" y="5700"/>
                    <a:pt x="5615" y="5616"/>
                    <a:pt x="5390" y="5447"/>
                  </a:cubicBezTo>
                  <a:cubicBezTo>
                    <a:pt x="4969" y="5195"/>
                    <a:pt x="4436" y="4970"/>
                    <a:pt x="3874" y="4773"/>
                  </a:cubicBezTo>
                  <a:cubicBezTo>
                    <a:pt x="3341" y="4549"/>
                    <a:pt x="2751" y="4324"/>
                    <a:pt x="2302" y="4044"/>
                  </a:cubicBezTo>
                  <a:cubicBezTo>
                    <a:pt x="1404" y="3482"/>
                    <a:pt x="814" y="2331"/>
                    <a:pt x="562" y="1826"/>
                  </a:cubicBezTo>
                  <a:cubicBezTo>
                    <a:pt x="477" y="1713"/>
                    <a:pt x="477" y="1601"/>
                    <a:pt x="477" y="1517"/>
                  </a:cubicBezTo>
                  <a:cubicBezTo>
                    <a:pt x="477" y="1405"/>
                    <a:pt x="505" y="1292"/>
                    <a:pt x="618" y="1152"/>
                  </a:cubicBezTo>
                  <a:cubicBezTo>
                    <a:pt x="730" y="1040"/>
                    <a:pt x="898" y="899"/>
                    <a:pt x="1179" y="787"/>
                  </a:cubicBezTo>
                  <a:cubicBezTo>
                    <a:pt x="1748" y="502"/>
                    <a:pt x="2341" y="456"/>
                    <a:pt x="2584" y="451"/>
                  </a:cubicBezTo>
                  <a:close/>
                  <a:moveTo>
                    <a:pt x="2639" y="1"/>
                  </a:moveTo>
                  <a:cubicBezTo>
                    <a:pt x="2414" y="1"/>
                    <a:pt x="1713" y="29"/>
                    <a:pt x="983" y="338"/>
                  </a:cubicBezTo>
                  <a:cubicBezTo>
                    <a:pt x="674" y="506"/>
                    <a:pt x="421" y="675"/>
                    <a:pt x="253" y="871"/>
                  </a:cubicBezTo>
                  <a:cubicBezTo>
                    <a:pt x="84" y="1040"/>
                    <a:pt x="0" y="1292"/>
                    <a:pt x="0" y="1517"/>
                  </a:cubicBezTo>
                  <a:cubicBezTo>
                    <a:pt x="0" y="1713"/>
                    <a:pt x="56" y="1882"/>
                    <a:pt x="140" y="2050"/>
                  </a:cubicBezTo>
                  <a:cubicBezTo>
                    <a:pt x="393" y="2556"/>
                    <a:pt x="1011" y="3791"/>
                    <a:pt x="2050" y="4437"/>
                  </a:cubicBezTo>
                  <a:cubicBezTo>
                    <a:pt x="2583" y="4745"/>
                    <a:pt x="3173" y="4998"/>
                    <a:pt x="3706" y="5195"/>
                  </a:cubicBezTo>
                  <a:cubicBezTo>
                    <a:pt x="4267" y="5419"/>
                    <a:pt x="4773" y="5616"/>
                    <a:pt x="5138" y="5840"/>
                  </a:cubicBezTo>
                  <a:cubicBezTo>
                    <a:pt x="5475" y="6065"/>
                    <a:pt x="5868" y="6149"/>
                    <a:pt x="6289" y="6149"/>
                  </a:cubicBezTo>
                  <a:cubicBezTo>
                    <a:pt x="6654" y="6149"/>
                    <a:pt x="7047" y="6093"/>
                    <a:pt x="7356" y="5925"/>
                  </a:cubicBezTo>
                  <a:cubicBezTo>
                    <a:pt x="7693" y="5784"/>
                    <a:pt x="7973" y="5532"/>
                    <a:pt x="8170" y="5195"/>
                  </a:cubicBezTo>
                  <a:cubicBezTo>
                    <a:pt x="8338" y="4858"/>
                    <a:pt x="8394" y="4465"/>
                    <a:pt x="8394" y="4072"/>
                  </a:cubicBezTo>
                  <a:cubicBezTo>
                    <a:pt x="8394" y="3117"/>
                    <a:pt x="8086" y="2106"/>
                    <a:pt x="8086" y="2106"/>
                  </a:cubicBezTo>
                  <a:cubicBezTo>
                    <a:pt x="8058" y="2022"/>
                    <a:pt x="8001" y="1966"/>
                    <a:pt x="7917" y="1938"/>
                  </a:cubicBezTo>
                  <a:cubicBezTo>
                    <a:pt x="7917" y="1938"/>
                    <a:pt x="7805" y="1910"/>
                    <a:pt x="7580" y="1854"/>
                  </a:cubicBezTo>
                  <a:cubicBezTo>
                    <a:pt x="6935" y="1685"/>
                    <a:pt x="5503" y="1264"/>
                    <a:pt x="4660" y="899"/>
                  </a:cubicBezTo>
                  <a:cubicBezTo>
                    <a:pt x="4071" y="618"/>
                    <a:pt x="3594" y="394"/>
                    <a:pt x="3285" y="253"/>
                  </a:cubicBezTo>
                  <a:cubicBezTo>
                    <a:pt x="2948" y="113"/>
                    <a:pt x="2779" y="29"/>
                    <a:pt x="2779" y="29"/>
                  </a:cubicBezTo>
                  <a:lnTo>
                    <a:pt x="269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64"/>
            <p:cNvSpPr/>
            <p:nvPr/>
          </p:nvSpPr>
          <p:spPr>
            <a:xfrm>
              <a:off x="4095650" y="5121025"/>
              <a:ext cx="197950" cy="126375"/>
            </a:xfrm>
            <a:custGeom>
              <a:avLst/>
              <a:gdLst/>
              <a:ahLst/>
              <a:cxnLst/>
              <a:rect l="l" t="t" r="r" b="b"/>
              <a:pathLst>
                <a:path w="7918" h="5055" extrusionOk="0">
                  <a:moveTo>
                    <a:pt x="450" y="0"/>
                  </a:moveTo>
                  <a:cubicBezTo>
                    <a:pt x="57" y="309"/>
                    <a:pt x="0" y="702"/>
                    <a:pt x="197" y="1067"/>
                  </a:cubicBezTo>
                  <a:cubicBezTo>
                    <a:pt x="478" y="1572"/>
                    <a:pt x="1067" y="2780"/>
                    <a:pt x="2050" y="3369"/>
                  </a:cubicBezTo>
                  <a:cubicBezTo>
                    <a:pt x="3004" y="3987"/>
                    <a:pt x="4352" y="4267"/>
                    <a:pt x="5110" y="4773"/>
                  </a:cubicBezTo>
                  <a:cubicBezTo>
                    <a:pt x="5400" y="4959"/>
                    <a:pt x="5779" y="5054"/>
                    <a:pt x="6166" y="5054"/>
                  </a:cubicBezTo>
                  <a:cubicBezTo>
                    <a:pt x="6827" y="5054"/>
                    <a:pt x="7515" y="4778"/>
                    <a:pt x="7833" y="4211"/>
                  </a:cubicBezTo>
                  <a:cubicBezTo>
                    <a:pt x="7861" y="4127"/>
                    <a:pt x="7889" y="4043"/>
                    <a:pt x="7918" y="3959"/>
                  </a:cubicBezTo>
                  <a:lnTo>
                    <a:pt x="7918" y="3959"/>
                  </a:lnTo>
                  <a:cubicBezTo>
                    <a:pt x="7377" y="4500"/>
                    <a:pt x="6619" y="4674"/>
                    <a:pt x="6043" y="4674"/>
                  </a:cubicBezTo>
                  <a:cubicBezTo>
                    <a:pt x="5871" y="4674"/>
                    <a:pt x="5716" y="4658"/>
                    <a:pt x="5587" y="4632"/>
                  </a:cubicBezTo>
                  <a:cubicBezTo>
                    <a:pt x="4914" y="4520"/>
                    <a:pt x="3706" y="3678"/>
                    <a:pt x="2948" y="3369"/>
                  </a:cubicBezTo>
                  <a:cubicBezTo>
                    <a:pt x="2162" y="3060"/>
                    <a:pt x="1264" y="2162"/>
                    <a:pt x="843" y="1404"/>
                  </a:cubicBezTo>
                  <a:cubicBezTo>
                    <a:pt x="534" y="842"/>
                    <a:pt x="450" y="281"/>
                    <a:pt x="45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64"/>
            <p:cNvSpPr/>
            <p:nvPr/>
          </p:nvSpPr>
          <p:spPr>
            <a:xfrm>
              <a:off x="4092150" y="5115125"/>
              <a:ext cx="208475" cy="137875"/>
            </a:xfrm>
            <a:custGeom>
              <a:avLst/>
              <a:gdLst/>
              <a:ahLst/>
              <a:cxnLst/>
              <a:rect l="l" t="t" r="r" b="b"/>
              <a:pathLst>
                <a:path w="8339" h="5515" extrusionOk="0">
                  <a:moveTo>
                    <a:pt x="606" y="0"/>
                  </a:moveTo>
                  <a:cubicBezTo>
                    <a:pt x="544" y="0"/>
                    <a:pt x="483" y="27"/>
                    <a:pt x="421" y="68"/>
                  </a:cubicBezTo>
                  <a:cubicBezTo>
                    <a:pt x="140" y="292"/>
                    <a:pt x="0" y="573"/>
                    <a:pt x="0" y="882"/>
                  </a:cubicBezTo>
                  <a:cubicBezTo>
                    <a:pt x="0" y="1078"/>
                    <a:pt x="56" y="1247"/>
                    <a:pt x="140" y="1415"/>
                  </a:cubicBezTo>
                  <a:cubicBezTo>
                    <a:pt x="393" y="1921"/>
                    <a:pt x="1011" y="3156"/>
                    <a:pt x="2050" y="3802"/>
                  </a:cubicBezTo>
                  <a:cubicBezTo>
                    <a:pt x="2583" y="4110"/>
                    <a:pt x="3173" y="4363"/>
                    <a:pt x="3706" y="4560"/>
                  </a:cubicBezTo>
                  <a:cubicBezTo>
                    <a:pt x="4267" y="4784"/>
                    <a:pt x="4773" y="4981"/>
                    <a:pt x="5138" y="5205"/>
                  </a:cubicBezTo>
                  <a:cubicBezTo>
                    <a:pt x="5475" y="5430"/>
                    <a:pt x="5868" y="5514"/>
                    <a:pt x="6289" y="5514"/>
                  </a:cubicBezTo>
                  <a:cubicBezTo>
                    <a:pt x="6654" y="5514"/>
                    <a:pt x="7047" y="5458"/>
                    <a:pt x="7356" y="5290"/>
                  </a:cubicBezTo>
                  <a:cubicBezTo>
                    <a:pt x="7693" y="5149"/>
                    <a:pt x="7973" y="4897"/>
                    <a:pt x="8170" y="4560"/>
                  </a:cubicBezTo>
                  <a:cubicBezTo>
                    <a:pt x="8226" y="4475"/>
                    <a:pt x="8254" y="4363"/>
                    <a:pt x="8282" y="4279"/>
                  </a:cubicBezTo>
                  <a:cubicBezTo>
                    <a:pt x="8338" y="4167"/>
                    <a:pt x="8282" y="4054"/>
                    <a:pt x="8198" y="3998"/>
                  </a:cubicBezTo>
                  <a:cubicBezTo>
                    <a:pt x="8155" y="3977"/>
                    <a:pt x="8112" y="3968"/>
                    <a:pt x="8072" y="3968"/>
                  </a:cubicBezTo>
                  <a:cubicBezTo>
                    <a:pt x="8008" y="3968"/>
                    <a:pt x="7952" y="3991"/>
                    <a:pt x="7917" y="4026"/>
                  </a:cubicBezTo>
                  <a:cubicBezTo>
                    <a:pt x="7443" y="4474"/>
                    <a:pt x="6796" y="4675"/>
                    <a:pt x="6278" y="4675"/>
                  </a:cubicBezTo>
                  <a:cubicBezTo>
                    <a:pt x="6243" y="4675"/>
                    <a:pt x="6210" y="4674"/>
                    <a:pt x="6176" y="4672"/>
                  </a:cubicBezTo>
                  <a:cubicBezTo>
                    <a:pt x="6008" y="4672"/>
                    <a:pt x="5868" y="4672"/>
                    <a:pt x="5783" y="4644"/>
                  </a:cubicBezTo>
                  <a:cubicBezTo>
                    <a:pt x="5503" y="4588"/>
                    <a:pt x="5025" y="4363"/>
                    <a:pt x="4548" y="4110"/>
                  </a:cubicBezTo>
                  <a:cubicBezTo>
                    <a:pt x="4071" y="3830"/>
                    <a:pt x="3594" y="3549"/>
                    <a:pt x="3173" y="3380"/>
                  </a:cubicBezTo>
                  <a:cubicBezTo>
                    <a:pt x="2836" y="3268"/>
                    <a:pt x="2414" y="2959"/>
                    <a:pt x="2078" y="2622"/>
                  </a:cubicBezTo>
                  <a:cubicBezTo>
                    <a:pt x="1713" y="2286"/>
                    <a:pt x="1376" y="1893"/>
                    <a:pt x="1179" y="1528"/>
                  </a:cubicBezTo>
                  <a:cubicBezTo>
                    <a:pt x="898" y="1022"/>
                    <a:pt x="814" y="489"/>
                    <a:pt x="814" y="236"/>
                  </a:cubicBezTo>
                  <a:cubicBezTo>
                    <a:pt x="814" y="124"/>
                    <a:pt x="758" y="68"/>
                    <a:pt x="674" y="12"/>
                  </a:cubicBezTo>
                  <a:cubicBezTo>
                    <a:pt x="651" y="4"/>
                    <a:pt x="629" y="0"/>
                    <a:pt x="6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64"/>
            <p:cNvSpPr/>
            <p:nvPr/>
          </p:nvSpPr>
          <p:spPr>
            <a:xfrm>
              <a:off x="4480275" y="5126625"/>
              <a:ext cx="139000" cy="99000"/>
            </a:xfrm>
            <a:custGeom>
              <a:avLst/>
              <a:gdLst/>
              <a:ahLst/>
              <a:cxnLst/>
              <a:rect l="l" t="t" r="r" b="b"/>
              <a:pathLst>
                <a:path w="5560" h="3960" extrusionOk="0">
                  <a:moveTo>
                    <a:pt x="0" y="1"/>
                  </a:moveTo>
                  <a:lnTo>
                    <a:pt x="0" y="1"/>
                  </a:lnTo>
                  <a:cubicBezTo>
                    <a:pt x="0" y="1"/>
                    <a:pt x="253" y="1573"/>
                    <a:pt x="253" y="2191"/>
                  </a:cubicBezTo>
                  <a:cubicBezTo>
                    <a:pt x="253" y="2836"/>
                    <a:pt x="1320" y="3959"/>
                    <a:pt x="2415" y="3959"/>
                  </a:cubicBezTo>
                  <a:cubicBezTo>
                    <a:pt x="3538" y="3959"/>
                    <a:pt x="4633" y="3538"/>
                    <a:pt x="5110" y="2977"/>
                  </a:cubicBezTo>
                  <a:cubicBezTo>
                    <a:pt x="5559" y="2387"/>
                    <a:pt x="5391" y="422"/>
                    <a:pt x="5391" y="422"/>
                  </a:cubicBezTo>
                  <a:lnTo>
                    <a:pt x="5391" y="422"/>
                  </a:lnTo>
                  <a:cubicBezTo>
                    <a:pt x="5391" y="422"/>
                    <a:pt x="4066" y="627"/>
                    <a:pt x="2704" y="627"/>
                  </a:cubicBezTo>
                  <a:cubicBezTo>
                    <a:pt x="1597" y="627"/>
                    <a:pt x="466" y="492"/>
                    <a:pt x="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64"/>
            <p:cNvSpPr/>
            <p:nvPr/>
          </p:nvSpPr>
          <p:spPr>
            <a:xfrm>
              <a:off x="4474650" y="5120600"/>
              <a:ext cx="147425" cy="111325"/>
            </a:xfrm>
            <a:custGeom>
              <a:avLst/>
              <a:gdLst/>
              <a:ahLst/>
              <a:cxnLst/>
              <a:rect l="l" t="t" r="r" b="b"/>
              <a:pathLst>
                <a:path w="5897" h="4453" extrusionOk="0">
                  <a:moveTo>
                    <a:pt x="549" y="720"/>
                  </a:moveTo>
                  <a:lnTo>
                    <a:pt x="549" y="720"/>
                  </a:lnTo>
                  <a:cubicBezTo>
                    <a:pt x="780" y="831"/>
                    <a:pt x="1042" y="910"/>
                    <a:pt x="1320" y="972"/>
                  </a:cubicBezTo>
                  <a:cubicBezTo>
                    <a:pt x="1826" y="1056"/>
                    <a:pt x="2387" y="1112"/>
                    <a:pt x="2977" y="1112"/>
                  </a:cubicBezTo>
                  <a:cubicBezTo>
                    <a:pt x="3987" y="1112"/>
                    <a:pt x="4953" y="991"/>
                    <a:pt x="5394" y="926"/>
                  </a:cubicBezTo>
                  <a:lnTo>
                    <a:pt x="5394" y="926"/>
                  </a:lnTo>
                  <a:cubicBezTo>
                    <a:pt x="5419" y="1040"/>
                    <a:pt x="5419" y="1231"/>
                    <a:pt x="5419" y="1449"/>
                  </a:cubicBezTo>
                  <a:cubicBezTo>
                    <a:pt x="5419" y="1758"/>
                    <a:pt x="5391" y="2095"/>
                    <a:pt x="5363" y="2403"/>
                  </a:cubicBezTo>
                  <a:cubicBezTo>
                    <a:pt x="5307" y="2712"/>
                    <a:pt x="5223" y="2965"/>
                    <a:pt x="5138" y="3049"/>
                  </a:cubicBezTo>
                  <a:cubicBezTo>
                    <a:pt x="4942" y="3302"/>
                    <a:pt x="4577" y="3526"/>
                    <a:pt x="4128" y="3695"/>
                  </a:cubicBezTo>
                  <a:cubicBezTo>
                    <a:pt x="3707" y="3863"/>
                    <a:pt x="3173" y="3976"/>
                    <a:pt x="2640" y="3976"/>
                  </a:cubicBezTo>
                  <a:cubicBezTo>
                    <a:pt x="2163" y="3976"/>
                    <a:pt x="1685" y="3723"/>
                    <a:pt x="1292" y="3386"/>
                  </a:cubicBezTo>
                  <a:cubicBezTo>
                    <a:pt x="1124" y="3218"/>
                    <a:pt x="955" y="3049"/>
                    <a:pt x="843" y="2853"/>
                  </a:cubicBezTo>
                  <a:cubicBezTo>
                    <a:pt x="759" y="2684"/>
                    <a:pt x="703" y="2544"/>
                    <a:pt x="703" y="2432"/>
                  </a:cubicBezTo>
                  <a:cubicBezTo>
                    <a:pt x="703" y="2095"/>
                    <a:pt x="647" y="1533"/>
                    <a:pt x="590" y="1056"/>
                  </a:cubicBezTo>
                  <a:cubicBezTo>
                    <a:pt x="576" y="937"/>
                    <a:pt x="562" y="824"/>
                    <a:pt x="549" y="720"/>
                  </a:cubicBezTo>
                  <a:close/>
                  <a:moveTo>
                    <a:pt x="241" y="0"/>
                  </a:moveTo>
                  <a:cubicBezTo>
                    <a:pt x="207" y="0"/>
                    <a:pt x="172" y="7"/>
                    <a:pt x="141" y="17"/>
                  </a:cubicBezTo>
                  <a:cubicBezTo>
                    <a:pt x="29" y="73"/>
                    <a:pt x="1" y="157"/>
                    <a:pt x="1" y="270"/>
                  </a:cubicBezTo>
                  <a:cubicBezTo>
                    <a:pt x="1" y="270"/>
                    <a:pt x="57" y="663"/>
                    <a:pt x="113" y="1112"/>
                  </a:cubicBezTo>
                  <a:cubicBezTo>
                    <a:pt x="169" y="1589"/>
                    <a:pt x="225" y="2151"/>
                    <a:pt x="225" y="2432"/>
                  </a:cubicBezTo>
                  <a:cubicBezTo>
                    <a:pt x="225" y="2656"/>
                    <a:pt x="338" y="2881"/>
                    <a:pt x="450" y="3105"/>
                  </a:cubicBezTo>
                  <a:cubicBezTo>
                    <a:pt x="647" y="3442"/>
                    <a:pt x="955" y="3751"/>
                    <a:pt x="1348" y="4004"/>
                  </a:cubicBezTo>
                  <a:cubicBezTo>
                    <a:pt x="1713" y="4256"/>
                    <a:pt x="2163" y="4453"/>
                    <a:pt x="2640" y="4453"/>
                  </a:cubicBezTo>
                  <a:cubicBezTo>
                    <a:pt x="3229" y="4453"/>
                    <a:pt x="3791" y="4341"/>
                    <a:pt x="4296" y="4144"/>
                  </a:cubicBezTo>
                  <a:cubicBezTo>
                    <a:pt x="4802" y="3948"/>
                    <a:pt x="5223" y="3695"/>
                    <a:pt x="5503" y="3358"/>
                  </a:cubicBezTo>
                  <a:cubicBezTo>
                    <a:pt x="5700" y="3133"/>
                    <a:pt x="5756" y="2797"/>
                    <a:pt x="5812" y="2460"/>
                  </a:cubicBezTo>
                  <a:cubicBezTo>
                    <a:pt x="5868" y="2123"/>
                    <a:pt x="5896" y="1758"/>
                    <a:pt x="5896" y="1449"/>
                  </a:cubicBezTo>
                  <a:cubicBezTo>
                    <a:pt x="5896" y="1000"/>
                    <a:pt x="5868" y="663"/>
                    <a:pt x="5868" y="635"/>
                  </a:cubicBezTo>
                  <a:cubicBezTo>
                    <a:pt x="5840" y="579"/>
                    <a:pt x="5812" y="522"/>
                    <a:pt x="5756" y="494"/>
                  </a:cubicBezTo>
                  <a:cubicBezTo>
                    <a:pt x="5728" y="438"/>
                    <a:pt x="5644" y="438"/>
                    <a:pt x="5588" y="438"/>
                  </a:cubicBezTo>
                  <a:cubicBezTo>
                    <a:pt x="5588" y="438"/>
                    <a:pt x="5503" y="438"/>
                    <a:pt x="5363" y="466"/>
                  </a:cubicBezTo>
                  <a:cubicBezTo>
                    <a:pt x="4942" y="522"/>
                    <a:pt x="3959" y="635"/>
                    <a:pt x="2977" y="635"/>
                  </a:cubicBezTo>
                  <a:cubicBezTo>
                    <a:pt x="2415" y="635"/>
                    <a:pt x="1854" y="607"/>
                    <a:pt x="1405" y="494"/>
                  </a:cubicBezTo>
                  <a:cubicBezTo>
                    <a:pt x="955" y="410"/>
                    <a:pt x="590" y="270"/>
                    <a:pt x="394" y="73"/>
                  </a:cubicBezTo>
                  <a:cubicBezTo>
                    <a:pt x="358" y="20"/>
                    <a:pt x="300" y="0"/>
                    <a:pt x="2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64"/>
            <p:cNvSpPr/>
            <p:nvPr/>
          </p:nvSpPr>
          <p:spPr>
            <a:xfrm>
              <a:off x="4485875" y="5175750"/>
              <a:ext cx="127775" cy="49875"/>
            </a:xfrm>
            <a:custGeom>
              <a:avLst/>
              <a:gdLst/>
              <a:ahLst/>
              <a:cxnLst/>
              <a:rect l="l" t="t" r="r" b="b"/>
              <a:pathLst>
                <a:path w="5111" h="1995" extrusionOk="0">
                  <a:moveTo>
                    <a:pt x="1" y="1"/>
                  </a:moveTo>
                  <a:cubicBezTo>
                    <a:pt x="29" y="85"/>
                    <a:pt x="29" y="169"/>
                    <a:pt x="29" y="226"/>
                  </a:cubicBezTo>
                  <a:cubicBezTo>
                    <a:pt x="29" y="871"/>
                    <a:pt x="1096" y="1994"/>
                    <a:pt x="2191" y="1994"/>
                  </a:cubicBezTo>
                  <a:cubicBezTo>
                    <a:pt x="3314" y="1994"/>
                    <a:pt x="4409" y="1573"/>
                    <a:pt x="4886" y="1012"/>
                  </a:cubicBezTo>
                  <a:cubicBezTo>
                    <a:pt x="4998" y="843"/>
                    <a:pt x="5083" y="619"/>
                    <a:pt x="5111" y="338"/>
                  </a:cubicBezTo>
                  <a:lnTo>
                    <a:pt x="5111" y="338"/>
                  </a:lnTo>
                  <a:cubicBezTo>
                    <a:pt x="4636" y="862"/>
                    <a:pt x="3739" y="1609"/>
                    <a:pt x="2697" y="1609"/>
                  </a:cubicBezTo>
                  <a:cubicBezTo>
                    <a:pt x="2567" y="1609"/>
                    <a:pt x="2436" y="1598"/>
                    <a:pt x="2303" y="1573"/>
                  </a:cubicBezTo>
                  <a:cubicBezTo>
                    <a:pt x="1180" y="1349"/>
                    <a:pt x="366" y="478"/>
                    <a:pt x="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64"/>
            <p:cNvSpPr/>
            <p:nvPr/>
          </p:nvSpPr>
          <p:spPr>
            <a:xfrm>
              <a:off x="4480275" y="5169875"/>
              <a:ext cx="139700" cy="62050"/>
            </a:xfrm>
            <a:custGeom>
              <a:avLst/>
              <a:gdLst/>
              <a:ahLst/>
              <a:cxnLst/>
              <a:rect l="l" t="t" r="r" b="b"/>
              <a:pathLst>
                <a:path w="5588" h="2482" extrusionOk="0">
                  <a:moveTo>
                    <a:pt x="1012" y="1359"/>
                  </a:moveTo>
                  <a:cubicBezTo>
                    <a:pt x="1374" y="1636"/>
                    <a:pt x="1814" y="1880"/>
                    <a:pt x="2324" y="2002"/>
                  </a:cubicBezTo>
                  <a:lnTo>
                    <a:pt x="2324" y="2002"/>
                  </a:lnTo>
                  <a:cubicBezTo>
                    <a:pt x="1878" y="1972"/>
                    <a:pt x="1435" y="1731"/>
                    <a:pt x="1067" y="1415"/>
                  </a:cubicBezTo>
                  <a:cubicBezTo>
                    <a:pt x="1049" y="1397"/>
                    <a:pt x="1030" y="1378"/>
                    <a:pt x="1012" y="1359"/>
                  </a:cubicBezTo>
                  <a:close/>
                  <a:moveTo>
                    <a:pt x="236" y="1"/>
                  </a:moveTo>
                  <a:cubicBezTo>
                    <a:pt x="213" y="1"/>
                    <a:pt x="190" y="4"/>
                    <a:pt x="169" y="11"/>
                  </a:cubicBezTo>
                  <a:cubicBezTo>
                    <a:pt x="57" y="39"/>
                    <a:pt x="0" y="152"/>
                    <a:pt x="0" y="236"/>
                  </a:cubicBezTo>
                  <a:cubicBezTo>
                    <a:pt x="0" y="320"/>
                    <a:pt x="0" y="404"/>
                    <a:pt x="0" y="461"/>
                  </a:cubicBezTo>
                  <a:cubicBezTo>
                    <a:pt x="0" y="685"/>
                    <a:pt x="113" y="910"/>
                    <a:pt x="225" y="1134"/>
                  </a:cubicBezTo>
                  <a:cubicBezTo>
                    <a:pt x="422" y="1471"/>
                    <a:pt x="730" y="1780"/>
                    <a:pt x="1123" y="2033"/>
                  </a:cubicBezTo>
                  <a:cubicBezTo>
                    <a:pt x="1488" y="2285"/>
                    <a:pt x="1938" y="2482"/>
                    <a:pt x="2415" y="2482"/>
                  </a:cubicBezTo>
                  <a:cubicBezTo>
                    <a:pt x="3004" y="2482"/>
                    <a:pt x="3566" y="2370"/>
                    <a:pt x="4071" y="2173"/>
                  </a:cubicBezTo>
                  <a:cubicBezTo>
                    <a:pt x="4577" y="1977"/>
                    <a:pt x="4998" y="1724"/>
                    <a:pt x="5278" y="1387"/>
                  </a:cubicBezTo>
                  <a:cubicBezTo>
                    <a:pt x="5447" y="1190"/>
                    <a:pt x="5531" y="910"/>
                    <a:pt x="5587" y="629"/>
                  </a:cubicBezTo>
                  <a:cubicBezTo>
                    <a:pt x="5587" y="517"/>
                    <a:pt x="5531" y="404"/>
                    <a:pt x="5447" y="376"/>
                  </a:cubicBezTo>
                  <a:cubicBezTo>
                    <a:pt x="5417" y="356"/>
                    <a:pt x="5384" y="347"/>
                    <a:pt x="5349" y="347"/>
                  </a:cubicBezTo>
                  <a:cubicBezTo>
                    <a:pt x="5287" y="347"/>
                    <a:pt x="5221" y="378"/>
                    <a:pt x="5166" y="432"/>
                  </a:cubicBezTo>
                  <a:cubicBezTo>
                    <a:pt x="4942" y="685"/>
                    <a:pt x="4605" y="966"/>
                    <a:pt x="4240" y="1219"/>
                  </a:cubicBezTo>
                  <a:cubicBezTo>
                    <a:pt x="3847" y="1443"/>
                    <a:pt x="3397" y="1612"/>
                    <a:pt x="2920" y="1612"/>
                  </a:cubicBezTo>
                  <a:cubicBezTo>
                    <a:pt x="2808" y="1612"/>
                    <a:pt x="2696" y="1612"/>
                    <a:pt x="2555" y="1584"/>
                  </a:cubicBezTo>
                  <a:cubicBezTo>
                    <a:pt x="1544" y="1387"/>
                    <a:pt x="786" y="545"/>
                    <a:pt x="422" y="96"/>
                  </a:cubicBezTo>
                  <a:cubicBezTo>
                    <a:pt x="379" y="32"/>
                    <a:pt x="306" y="1"/>
                    <a:pt x="2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64"/>
            <p:cNvSpPr/>
            <p:nvPr/>
          </p:nvSpPr>
          <p:spPr>
            <a:xfrm>
              <a:off x="4017975" y="3637125"/>
              <a:ext cx="654625" cy="1546225"/>
            </a:xfrm>
            <a:custGeom>
              <a:avLst/>
              <a:gdLst/>
              <a:ahLst/>
              <a:cxnLst/>
              <a:rect l="l" t="t" r="r" b="b"/>
              <a:pathLst>
                <a:path w="26185" h="61849" extrusionOk="0">
                  <a:moveTo>
                    <a:pt x="360" y="0"/>
                  </a:moveTo>
                  <a:cubicBezTo>
                    <a:pt x="136" y="0"/>
                    <a:pt x="0" y="108"/>
                    <a:pt x="103" y="427"/>
                  </a:cubicBezTo>
                  <a:cubicBezTo>
                    <a:pt x="103" y="427"/>
                    <a:pt x="356" y="5677"/>
                    <a:pt x="216" y="7895"/>
                  </a:cubicBezTo>
                  <a:cubicBezTo>
                    <a:pt x="103" y="10141"/>
                    <a:pt x="412" y="21567"/>
                    <a:pt x="665" y="25329"/>
                  </a:cubicBezTo>
                  <a:cubicBezTo>
                    <a:pt x="918" y="29092"/>
                    <a:pt x="1760" y="37598"/>
                    <a:pt x="2321" y="41023"/>
                  </a:cubicBezTo>
                  <a:cubicBezTo>
                    <a:pt x="2911" y="44476"/>
                    <a:pt x="5915" y="58009"/>
                    <a:pt x="5915" y="58009"/>
                  </a:cubicBezTo>
                  <a:cubicBezTo>
                    <a:pt x="5915" y="58009"/>
                    <a:pt x="5297" y="59244"/>
                    <a:pt x="5466" y="59749"/>
                  </a:cubicBezTo>
                  <a:cubicBezTo>
                    <a:pt x="5606" y="60254"/>
                    <a:pt x="6841" y="61602"/>
                    <a:pt x="8666" y="61799"/>
                  </a:cubicBezTo>
                  <a:cubicBezTo>
                    <a:pt x="8981" y="61832"/>
                    <a:pt x="9254" y="61848"/>
                    <a:pt x="9490" y="61848"/>
                  </a:cubicBezTo>
                  <a:cubicBezTo>
                    <a:pt x="10643" y="61848"/>
                    <a:pt x="10941" y="61459"/>
                    <a:pt x="11221" y="60760"/>
                  </a:cubicBezTo>
                  <a:cubicBezTo>
                    <a:pt x="11586" y="59946"/>
                    <a:pt x="11726" y="57812"/>
                    <a:pt x="11839" y="56492"/>
                  </a:cubicBezTo>
                  <a:cubicBezTo>
                    <a:pt x="11951" y="55145"/>
                    <a:pt x="13046" y="52450"/>
                    <a:pt x="12653" y="48884"/>
                  </a:cubicBezTo>
                  <a:cubicBezTo>
                    <a:pt x="12288" y="45319"/>
                    <a:pt x="12990" y="32854"/>
                    <a:pt x="12990" y="32854"/>
                  </a:cubicBezTo>
                  <a:lnTo>
                    <a:pt x="13551" y="24319"/>
                  </a:lnTo>
                  <a:cubicBezTo>
                    <a:pt x="13551" y="24319"/>
                    <a:pt x="13944" y="34791"/>
                    <a:pt x="14337" y="36363"/>
                  </a:cubicBezTo>
                  <a:cubicBezTo>
                    <a:pt x="14702" y="37963"/>
                    <a:pt x="17622" y="55201"/>
                    <a:pt x="17931" y="56156"/>
                  </a:cubicBezTo>
                  <a:cubicBezTo>
                    <a:pt x="18240" y="57138"/>
                    <a:pt x="17987" y="58879"/>
                    <a:pt x="18184" y="59272"/>
                  </a:cubicBezTo>
                  <a:cubicBezTo>
                    <a:pt x="18380" y="59693"/>
                    <a:pt x="18549" y="60619"/>
                    <a:pt x="19054" y="61013"/>
                  </a:cubicBezTo>
                  <a:cubicBezTo>
                    <a:pt x="19375" y="61280"/>
                    <a:pt x="20375" y="61457"/>
                    <a:pt x="21271" y="61457"/>
                  </a:cubicBezTo>
                  <a:cubicBezTo>
                    <a:pt x="21786" y="61457"/>
                    <a:pt x="22266" y="61398"/>
                    <a:pt x="22563" y="61265"/>
                  </a:cubicBezTo>
                  <a:cubicBezTo>
                    <a:pt x="23377" y="60928"/>
                    <a:pt x="24051" y="60451"/>
                    <a:pt x="24051" y="60086"/>
                  </a:cubicBezTo>
                  <a:cubicBezTo>
                    <a:pt x="24051" y="59749"/>
                    <a:pt x="24360" y="58065"/>
                    <a:pt x="24248" y="57138"/>
                  </a:cubicBezTo>
                  <a:cubicBezTo>
                    <a:pt x="24163" y="56212"/>
                    <a:pt x="23911" y="55454"/>
                    <a:pt x="23911" y="55201"/>
                  </a:cubicBezTo>
                  <a:cubicBezTo>
                    <a:pt x="23911" y="54948"/>
                    <a:pt x="24669" y="41360"/>
                    <a:pt x="24669" y="37598"/>
                  </a:cubicBezTo>
                  <a:cubicBezTo>
                    <a:pt x="24669" y="33836"/>
                    <a:pt x="24220" y="29597"/>
                    <a:pt x="24220" y="29597"/>
                  </a:cubicBezTo>
                  <a:cubicBezTo>
                    <a:pt x="24220" y="29597"/>
                    <a:pt x="25680" y="18507"/>
                    <a:pt x="25932" y="14043"/>
                  </a:cubicBezTo>
                  <a:cubicBezTo>
                    <a:pt x="26185" y="9580"/>
                    <a:pt x="25876" y="5930"/>
                    <a:pt x="25623" y="4582"/>
                  </a:cubicBezTo>
                  <a:cubicBezTo>
                    <a:pt x="25371" y="3263"/>
                    <a:pt x="24922" y="371"/>
                    <a:pt x="24922" y="371"/>
                  </a:cubicBezTo>
                  <a:cubicBezTo>
                    <a:pt x="24922" y="371"/>
                    <a:pt x="19559" y="2027"/>
                    <a:pt x="15348" y="2168"/>
                  </a:cubicBezTo>
                  <a:cubicBezTo>
                    <a:pt x="12975" y="2231"/>
                    <a:pt x="11476" y="2366"/>
                    <a:pt x="10192" y="2366"/>
                  </a:cubicBezTo>
                  <a:cubicBezTo>
                    <a:pt x="9198" y="2366"/>
                    <a:pt x="8332" y="2285"/>
                    <a:pt x="7291" y="2027"/>
                  </a:cubicBezTo>
                  <a:cubicBezTo>
                    <a:pt x="4932" y="1466"/>
                    <a:pt x="1816" y="624"/>
                    <a:pt x="1563" y="427"/>
                  </a:cubicBezTo>
                  <a:cubicBezTo>
                    <a:pt x="1403" y="321"/>
                    <a:pt x="748" y="0"/>
                    <a:pt x="36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64"/>
            <p:cNvSpPr/>
            <p:nvPr/>
          </p:nvSpPr>
          <p:spPr>
            <a:xfrm>
              <a:off x="4013525" y="3630950"/>
              <a:ext cx="661200" cy="1558175"/>
            </a:xfrm>
            <a:custGeom>
              <a:avLst/>
              <a:gdLst/>
              <a:ahLst/>
              <a:cxnLst/>
              <a:rect l="l" t="t" r="r" b="b"/>
              <a:pathLst>
                <a:path w="26448" h="62327" extrusionOk="0">
                  <a:moveTo>
                    <a:pt x="534" y="478"/>
                  </a:moveTo>
                  <a:cubicBezTo>
                    <a:pt x="674" y="478"/>
                    <a:pt x="927" y="534"/>
                    <a:pt x="1124" y="646"/>
                  </a:cubicBezTo>
                  <a:cubicBezTo>
                    <a:pt x="1236" y="674"/>
                    <a:pt x="1348" y="730"/>
                    <a:pt x="1432" y="786"/>
                  </a:cubicBezTo>
                  <a:cubicBezTo>
                    <a:pt x="1517" y="815"/>
                    <a:pt x="1573" y="871"/>
                    <a:pt x="1601" y="871"/>
                  </a:cubicBezTo>
                  <a:cubicBezTo>
                    <a:pt x="1629" y="899"/>
                    <a:pt x="1685" y="927"/>
                    <a:pt x="1713" y="955"/>
                  </a:cubicBezTo>
                  <a:cubicBezTo>
                    <a:pt x="1882" y="1011"/>
                    <a:pt x="2162" y="1123"/>
                    <a:pt x="2555" y="1236"/>
                  </a:cubicBezTo>
                  <a:cubicBezTo>
                    <a:pt x="3735" y="1573"/>
                    <a:pt x="5756" y="2106"/>
                    <a:pt x="7440" y="2499"/>
                  </a:cubicBezTo>
                  <a:cubicBezTo>
                    <a:pt x="8479" y="2780"/>
                    <a:pt x="9378" y="2836"/>
                    <a:pt x="10388" y="2836"/>
                  </a:cubicBezTo>
                  <a:cubicBezTo>
                    <a:pt x="11680" y="2836"/>
                    <a:pt x="13168" y="2724"/>
                    <a:pt x="15526" y="2639"/>
                  </a:cubicBezTo>
                  <a:cubicBezTo>
                    <a:pt x="19256" y="2541"/>
                    <a:pt x="23822" y="1242"/>
                    <a:pt x="24913" y="916"/>
                  </a:cubicBezTo>
                  <a:lnTo>
                    <a:pt x="24913" y="916"/>
                  </a:lnTo>
                  <a:cubicBezTo>
                    <a:pt x="25027" y="1635"/>
                    <a:pt x="25369" y="3775"/>
                    <a:pt x="25577" y="4885"/>
                  </a:cubicBezTo>
                  <a:cubicBezTo>
                    <a:pt x="25745" y="5840"/>
                    <a:pt x="25970" y="8086"/>
                    <a:pt x="25970" y="11006"/>
                  </a:cubicBezTo>
                  <a:cubicBezTo>
                    <a:pt x="25970" y="12016"/>
                    <a:pt x="25942" y="13111"/>
                    <a:pt x="25886" y="14262"/>
                  </a:cubicBezTo>
                  <a:cubicBezTo>
                    <a:pt x="25773" y="16480"/>
                    <a:pt x="25324" y="20383"/>
                    <a:pt x="24931" y="23724"/>
                  </a:cubicBezTo>
                  <a:cubicBezTo>
                    <a:pt x="24735" y="25380"/>
                    <a:pt x="24538" y="26924"/>
                    <a:pt x="24398" y="28019"/>
                  </a:cubicBezTo>
                  <a:cubicBezTo>
                    <a:pt x="24257" y="29142"/>
                    <a:pt x="24173" y="29816"/>
                    <a:pt x="24173" y="29816"/>
                  </a:cubicBezTo>
                  <a:lnTo>
                    <a:pt x="24173" y="29872"/>
                  </a:lnTo>
                  <a:cubicBezTo>
                    <a:pt x="24173" y="29872"/>
                    <a:pt x="24201" y="30153"/>
                    <a:pt x="24229" y="30602"/>
                  </a:cubicBezTo>
                  <a:cubicBezTo>
                    <a:pt x="24370" y="31949"/>
                    <a:pt x="24622" y="35038"/>
                    <a:pt x="24622" y="37845"/>
                  </a:cubicBezTo>
                  <a:cubicBezTo>
                    <a:pt x="24622" y="39698"/>
                    <a:pt x="24426" y="44050"/>
                    <a:pt x="24229" y="47952"/>
                  </a:cubicBezTo>
                  <a:cubicBezTo>
                    <a:pt x="24145" y="49889"/>
                    <a:pt x="24033" y="51742"/>
                    <a:pt x="23977" y="53090"/>
                  </a:cubicBezTo>
                  <a:cubicBezTo>
                    <a:pt x="23920" y="53792"/>
                    <a:pt x="23892" y="54353"/>
                    <a:pt x="23892" y="54746"/>
                  </a:cubicBezTo>
                  <a:cubicBezTo>
                    <a:pt x="23864" y="54971"/>
                    <a:pt x="23864" y="55111"/>
                    <a:pt x="23864" y="55223"/>
                  </a:cubicBezTo>
                  <a:cubicBezTo>
                    <a:pt x="23836" y="55364"/>
                    <a:pt x="23836" y="55420"/>
                    <a:pt x="23836" y="55448"/>
                  </a:cubicBezTo>
                  <a:cubicBezTo>
                    <a:pt x="23836" y="55532"/>
                    <a:pt x="23864" y="55645"/>
                    <a:pt x="23892" y="55785"/>
                  </a:cubicBezTo>
                  <a:cubicBezTo>
                    <a:pt x="23977" y="56150"/>
                    <a:pt x="24117" y="56739"/>
                    <a:pt x="24201" y="57413"/>
                  </a:cubicBezTo>
                  <a:cubicBezTo>
                    <a:pt x="24229" y="57526"/>
                    <a:pt x="24229" y="57666"/>
                    <a:pt x="24229" y="57806"/>
                  </a:cubicBezTo>
                  <a:cubicBezTo>
                    <a:pt x="24229" y="58256"/>
                    <a:pt x="24173" y="58817"/>
                    <a:pt x="24117" y="59294"/>
                  </a:cubicBezTo>
                  <a:cubicBezTo>
                    <a:pt x="24089" y="59519"/>
                    <a:pt x="24061" y="59743"/>
                    <a:pt x="24033" y="59912"/>
                  </a:cubicBezTo>
                  <a:cubicBezTo>
                    <a:pt x="24005" y="60108"/>
                    <a:pt x="24005" y="60249"/>
                    <a:pt x="24005" y="60333"/>
                  </a:cubicBezTo>
                  <a:cubicBezTo>
                    <a:pt x="24005" y="60361"/>
                    <a:pt x="23977" y="60417"/>
                    <a:pt x="23920" y="60501"/>
                  </a:cubicBezTo>
                  <a:cubicBezTo>
                    <a:pt x="23752" y="60726"/>
                    <a:pt x="23247" y="61063"/>
                    <a:pt x="22657" y="61316"/>
                  </a:cubicBezTo>
                  <a:cubicBezTo>
                    <a:pt x="22462" y="61389"/>
                    <a:pt x="22078" y="61462"/>
                    <a:pt x="21669" y="61462"/>
                  </a:cubicBezTo>
                  <a:cubicBezTo>
                    <a:pt x="21606" y="61462"/>
                    <a:pt x="21542" y="61460"/>
                    <a:pt x="21478" y="61456"/>
                  </a:cubicBezTo>
                  <a:cubicBezTo>
                    <a:pt x="21057" y="61456"/>
                    <a:pt x="20579" y="61428"/>
                    <a:pt x="20186" y="61344"/>
                  </a:cubicBezTo>
                  <a:cubicBezTo>
                    <a:pt x="19990" y="61316"/>
                    <a:pt x="19821" y="61260"/>
                    <a:pt x="19681" y="61231"/>
                  </a:cubicBezTo>
                  <a:cubicBezTo>
                    <a:pt x="19513" y="61175"/>
                    <a:pt x="19428" y="61119"/>
                    <a:pt x="19372" y="61091"/>
                  </a:cubicBezTo>
                  <a:cubicBezTo>
                    <a:pt x="19176" y="60923"/>
                    <a:pt x="19007" y="60642"/>
                    <a:pt x="18895" y="60305"/>
                  </a:cubicBezTo>
                  <a:cubicBezTo>
                    <a:pt x="18783" y="59996"/>
                    <a:pt x="18698" y="59659"/>
                    <a:pt x="18558" y="59435"/>
                  </a:cubicBezTo>
                  <a:cubicBezTo>
                    <a:pt x="18558" y="59407"/>
                    <a:pt x="18530" y="59294"/>
                    <a:pt x="18530" y="59126"/>
                  </a:cubicBezTo>
                  <a:cubicBezTo>
                    <a:pt x="18502" y="58957"/>
                    <a:pt x="18502" y="58761"/>
                    <a:pt x="18502" y="58536"/>
                  </a:cubicBezTo>
                  <a:cubicBezTo>
                    <a:pt x="18502" y="58424"/>
                    <a:pt x="18502" y="58312"/>
                    <a:pt x="18502" y="58171"/>
                  </a:cubicBezTo>
                  <a:cubicBezTo>
                    <a:pt x="18502" y="57582"/>
                    <a:pt x="18502" y="56880"/>
                    <a:pt x="18333" y="56346"/>
                  </a:cubicBezTo>
                  <a:cubicBezTo>
                    <a:pt x="18305" y="56290"/>
                    <a:pt x="18277" y="56178"/>
                    <a:pt x="18249" y="56010"/>
                  </a:cubicBezTo>
                  <a:cubicBezTo>
                    <a:pt x="17969" y="54662"/>
                    <a:pt x="17182" y="50170"/>
                    <a:pt x="16424" y="45846"/>
                  </a:cubicBezTo>
                  <a:cubicBezTo>
                    <a:pt x="16031" y="43685"/>
                    <a:pt x="15666" y="41551"/>
                    <a:pt x="15358" y="39867"/>
                  </a:cubicBezTo>
                  <a:cubicBezTo>
                    <a:pt x="15049" y="38182"/>
                    <a:pt x="14824" y="36947"/>
                    <a:pt x="14740" y="36582"/>
                  </a:cubicBezTo>
                  <a:cubicBezTo>
                    <a:pt x="14684" y="36385"/>
                    <a:pt x="14628" y="36048"/>
                    <a:pt x="14600" y="35627"/>
                  </a:cubicBezTo>
                  <a:cubicBezTo>
                    <a:pt x="14431" y="34083"/>
                    <a:pt x="14263" y="31332"/>
                    <a:pt x="14150" y="28945"/>
                  </a:cubicBezTo>
                  <a:cubicBezTo>
                    <a:pt x="14094" y="27738"/>
                    <a:pt x="14066" y="26643"/>
                    <a:pt x="14010" y="25857"/>
                  </a:cubicBezTo>
                  <a:cubicBezTo>
                    <a:pt x="13982" y="25043"/>
                    <a:pt x="13982" y="24566"/>
                    <a:pt x="13982" y="24538"/>
                  </a:cubicBezTo>
                  <a:cubicBezTo>
                    <a:pt x="13954" y="24425"/>
                    <a:pt x="13870" y="24341"/>
                    <a:pt x="13729" y="24313"/>
                  </a:cubicBezTo>
                  <a:cubicBezTo>
                    <a:pt x="13617" y="24313"/>
                    <a:pt x="13505" y="24425"/>
                    <a:pt x="13505" y="24538"/>
                  </a:cubicBezTo>
                  <a:lnTo>
                    <a:pt x="12943" y="33101"/>
                  </a:lnTo>
                  <a:lnTo>
                    <a:pt x="12915" y="33101"/>
                  </a:lnTo>
                  <a:cubicBezTo>
                    <a:pt x="12915" y="33101"/>
                    <a:pt x="12494" y="40793"/>
                    <a:pt x="12494" y="45818"/>
                  </a:cubicBezTo>
                  <a:cubicBezTo>
                    <a:pt x="12494" y="47194"/>
                    <a:pt x="12522" y="48373"/>
                    <a:pt x="12606" y="49159"/>
                  </a:cubicBezTo>
                  <a:cubicBezTo>
                    <a:pt x="12662" y="49665"/>
                    <a:pt x="12690" y="50170"/>
                    <a:pt x="12690" y="50647"/>
                  </a:cubicBezTo>
                  <a:cubicBezTo>
                    <a:pt x="12690" y="52023"/>
                    <a:pt x="12494" y="53258"/>
                    <a:pt x="12269" y="54269"/>
                  </a:cubicBezTo>
                  <a:cubicBezTo>
                    <a:pt x="12073" y="55308"/>
                    <a:pt x="11820" y="56094"/>
                    <a:pt x="11792" y="56711"/>
                  </a:cubicBezTo>
                  <a:cubicBezTo>
                    <a:pt x="11736" y="57385"/>
                    <a:pt x="11680" y="58256"/>
                    <a:pt x="11567" y="59042"/>
                  </a:cubicBezTo>
                  <a:cubicBezTo>
                    <a:pt x="11483" y="59828"/>
                    <a:pt x="11343" y="60558"/>
                    <a:pt x="11203" y="60923"/>
                  </a:cubicBezTo>
                  <a:cubicBezTo>
                    <a:pt x="11034" y="61260"/>
                    <a:pt x="10922" y="61484"/>
                    <a:pt x="10725" y="61624"/>
                  </a:cubicBezTo>
                  <a:cubicBezTo>
                    <a:pt x="10529" y="61765"/>
                    <a:pt x="10220" y="61849"/>
                    <a:pt x="9686" y="61849"/>
                  </a:cubicBezTo>
                  <a:cubicBezTo>
                    <a:pt x="9462" y="61849"/>
                    <a:pt x="9181" y="61849"/>
                    <a:pt x="8872" y="61821"/>
                  </a:cubicBezTo>
                  <a:cubicBezTo>
                    <a:pt x="8002" y="61709"/>
                    <a:pt x="7272" y="61344"/>
                    <a:pt x="6767" y="60951"/>
                  </a:cubicBezTo>
                  <a:cubicBezTo>
                    <a:pt x="6486" y="60754"/>
                    <a:pt x="6289" y="60530"/>
                    <a:pt x="6121" y="60361"/>
                  </a:cubicBezTo>
                  <a:cubicBezTo>
                    <a:pt x="5981" y="60165"/>
                    <a:pt x="5868" y="59996"/>
                    <a:pt x="5868" y="59940"/>
                  </a:cubicBezTo>
                  <a:cubicBezTo>
                    <a:pt x="5840" y="59912"/>
                    <a:pt x="5840" y="59856"/>
                    <a:pt x="5840" y="59800"/>
                  </a:cubicBezTo>
                  <a:cubicBezTo>
                    <a:pt x="5840" y="59575"/>
                    <a:pt x="5953" y="59210"/>
                    <a:pt x="6065" y="58901"/>
                  </a:cubicBezTo>
                  <a:cubicBezTo>
                    <a:pt x="6121" y="58761"/>
                    <a:pt x="6177" y="58620"/>
                    <a:pt x="6233" y="58508"/>
                  </a:cubicBezTo>
                  <a:cubicBezTo>
                    <a:pt x="6261" y="58480"/>
                    <a:pt x="6261" y="58424"/>
                    <a:pt x="6289" y="58396"/>
                  </a:cubicBezTo>
                  <a:lnTo>
                    <a:pt x="6318" y="58368"/>
                  </a:lnTo>
                  <a:cubicBezTo>
                    <a:pt x="6318" y="58312"/>
                    <a:pt x="6346" y="58256"/>
                    <a:pt x="6318" y="58199"/>
                  </a:cubicBezTo>
                  <a:cubicBezTo>
                    <a:pt x="6318" y="58199"/>
                    <a:pt x="6121" y="57357"/>
                    <a:pt x="5840" y="56038"/>
                  </a:cubicBezTo>
                  <a:cubicBezTo>
                    <a:pt x="4970" y="52079"/>
                    <a:pt x="3173" y="43825"/>
                    <a:pt x="2724" y="41242"/>
                  </a:cubicBezTo>
                  <a:cubicBezTo>
                    <a:pt x="2162" y="37817"/>
                    <a:pt x="1320" y="29310"/>
                    <a:pt x="1068" y="25576"/>
                  </a:cubicBezTo>
                  <a:cubicBezTo>
                    <a:pt x="871" y="22404"/>
                    <a:pt x="590" y="13785"/>
                    <a:pt x="590" y="9827"/>
                  </a:cubicBezTo>
                  <a:cubicBezTo>
                    <a:pt x="590" y="9097"/>
                    <a:pt x="618" y="8507"/>
                    <a:pt x="618" y="8170"/>
                  </a:cubicBezTo>
                  <a:cubicBezTo>
                    <a:pt x="646" y="7721"/>
                    <a:pt x="674" y="7131"/>
                    <a:pt x="674" y="6514"/>
                  </a:cubicBezTo>
                  <a:cubicBezTo>
                    <a:pt x="674" y="4015"/>
                    <a:pt x="506" y="674"/>
                    <a:pt x="506" y="674"/>
                  </a:cubicBezTo>
                  <a:lnTo>
                    <a:pt x="506" y="618"/>
                  </a:lnTo>
                  <a:cubicBezTo>
                    <a:pt x="478" y="562"/>
                    <a:pt x="478" y="534"/>
                    <a:pt x="478" y="506"/>
                  </a:cubicBezTo>
                  <a:lnTo>
                    <a:pt x="478" y="478"/>
                  </a:lnTo>
                  <a:close/>
                  <a:moveTo>
                    <a:pt x="534" y="0"/>
                  </a:moveTo>
                  <a:cubicBezTo>
                    <a:pt x="422" y="0"/>
                    <a:pt x="310" y="28"/>
                    <a:pt x="197" y="113"/>
                  </a:cubicBezTo>
                  <a:cubicBezTo>
                    <a:pt x="57" y="197"/>
                    <a:pt x="1" y="365"/>
                    <a:pt x="1" y="506"/>
                  </a:cubicBezTo>
                  <a:cubicBezTo>
                    <a:pt x="1" y="571"/>
                    <a:pt x="17" y="636"/>
                    <a:pt x="38" y="701"/>
                  </a:cubicBezTo>
                  <a:lnTo>
                    <a:pt x="38" y="701"/>
                  </a:lnTo>
                  <a:lnTo>
                    <a:pt x="29" y="702"/>
                  </a:lnTo>
                  <a:cubicBezTo>
                    <a:pt x="29" y="702"/>
                    <a:pt x="85" y="1545"/>
                    <a:pt x="113" y="2696"/>
                  </a:cubicBezTo>
                  <a:cubicBezTo>
                    <a:pt x="169" y="3819"/>
                    <a:pt x="197" y="5278"/>
                    <a:pt x="197" y="6514"/>
                  </a:cubicBezTo>
                  <a:cubicBezTo>
                    <a:pt x="197" y="7131"/>
                    <a:pt x="197" y="7693"/>
                    <a:pt x="169" y="8142"/>
                  </a:cubicBezTo>
                  <a:cubicBezTo>
                    <a:pt x="141" y="8507"/>
                    <a:pt x="141" y="9069"/>
                    <a:pt x="141" y="9827"/>
                  </a:cubicBezTo>
                  <a:cubicBezTo>
                    <a:pt x="141" y="13785"/>
                    <a:pt x="394" y="22404"/>
                    <a:pt x="618" y="25605"/>
                  </a:cubicBezTo>
                  <a:cubicBezTo>
                    <a:pt x="871" y="29367"/>
                    <a:pt x="1685" y="37845"/>
                    <a:pt x="2275" y="41326"/>
                  </a:cubicBezTo>
                  <a:cubicBezTo>
                    <a:pt x="2840" y="44639"/>
                    <a:pt x="5628" y="57226"/>
                    <a:pt x="5854" y="58246"/>
                  </a:cubicBezTo>
                  <a:lnTo>
                    <a:pt x="5854" y="58246"/>
                  </a:lnTo>
                  <a:cubicBezTo>
                    <a:pt x="5803" y="58338"/>
                    <a:pt x="5718" y="58511"/>
                    <a:pt x="5644" y="58733"/>
                  </a:cubicBezTo>
                  <a:cubicBezTo>
                    <a:pt x="5503" y="59070"/>
                    <a:pt x="5391" y="59463"/>
                    <a:pt x="5363" y="59800"/>
                  </a:cubicBezTo>
                  <a:cubicBezTo>
                    <a:pt x="5363" y="59884"/>
                    <a:pt x="5391" y="59968"/>
                    <a:pt x="5419" y="60080"/>
                  </a:cubicBezTo>
                  <a:lnTo>
                    <a:pt x="5419" y="60052"/>
                  </a:lnTo>
                  <a:cubicBezTo>
                    <a:pt x="5475" y="60249"/>
                    <a:pt x="5588" y="60445"/>
                    <a:pt x="5756" y="60642"/>
                  </a:cubicBezTo>
                  <a:cubicBezTo>
                    <a:pt x="6289" y="61288"/>
                    <a:pt x="7384" y="62102"/>
                    <a:pt x="8816" y="62270"/>
                  </a:cubicBezTo>
                  <a:cubicBezTo>
                    <a:pt x="9153" y="62298"/>
                    <a:pt x="9434" y="62326"/>
                    <a:pt x="9686" y="62326"/>
                  </a:cubicBezTo>
                  <a:cubicBezTo>
                    <a:pt x="10276" y="62326"/>
                    <a:pt x="10697" y="62214"/>
                    <a:pt x="11006" y="61989"/>
                  </a:cubicBezTo>
                  <a:cubicBezTo>
                    <a:pt x="11315" y="61765"/>
                    <a:pt x="11455" y="61456"/>
                    <a:pt x="11624" y="61119"/>
                  </a:cubicBezTo>
                  <a:cubicBezTo>
                    <a:pt x="11820" y="60642"/>
                    <a:pt x="11932" y="59912"/>
                    <a:pt x="12045" y="59098"/>
                  </a:cubicBezTo>
                  <a:cubicBezTo>
                    <a:pt x="12129" y="58284"/>
                    <a:pt x="12213" y="57413"/>
                    <a:pt x="12241" y="56739"/>
                  </a:cubicBezTo>
                  <a:cubicBezTo>
                    <a:pt x="12297" y="56234"/>
                    <a:pt x="12522" y="55392"/>
                    <a:pt x="12719" y="54381"/>
                  </a:cubicBezTo>
                  <a:cubicBezTo>
                    <a:pt x="12943" y="53342"/>
                    <a:pt x="13168" y="52079"/>
                    <a:pt x="13168" y="50647"/>
                  </a:cubicBezTo>
                  <a:cubicBezTo>
                    <a:pt x="13168" y="50142"/>
                    <a:pt x="13140" y="49637"/>
                    <a:pt x="13084" y="49103"/>
                  </a:cubicBezTo>
                  <a:cubicBezTo>
                    <a:pt x="12999" y="48373"/>
                    <a:pt x="12971" y="47194"/>
                    <a:pt x="12971" y="45818"/>
                  </a:cubicBezTo>
                  <a:cubicBezTo>
                    <a:pt x="12971" y="43320"/>
                    <a:pt x="13084" y="40147"/>
                    <a:pt x="13168" y="37592"/>
                  </a:cubicBezTo>
                  <a:cubicBezTo>
                    <a:pt x="13224" y="36329"/>
                    <a:pt x="13280" y="35206"/>
                    <a:pt x="13336" y="34392"/>
                  </a:cubicBezTo>
                  <a:cubicBezTo>
                    <a:pt x="13364" y="33606"/>
                    <a:pt x="13392" y="33129"/>
                    <a:pt x="13392" y="33129"/>
                  </a:cubicBezTo>
                  <a:lnTo>
                    <a:pt x="13679" y="28962"/>
                  </a:lnTo>
                  <a:lnTo>
                    <a:pt x="13679" y="28962"/>
                  </a:lnTo>
                  <a:cubicBezTo>
                    <a:pt x="13695" y="29306"/>
                    <a:pt x="13712" y="29657"/>
                    <a:pt x="13729" y="30012"/>
                  </a:cubicBezTo>
                  <a:cubicBezTo>
                    <a:pt x="13813" y="31416"/>
                    <a:pt x="13898" y="32876"/>
                    <a:pt x="13982" y="34083"/>
                  </a:cubicBezTo>
                  <a:cubicBezTo>
                    <a:pt x="14038" y="34673"/>
                    <a:pt x="14066" y="35234"/>
                    <a:pt x="14122" y="35683"/>
                  </a:cubicBezTo>
                  <a:cubicBezTo>
                    <a:pt x="14178" y="36105"/>
                    <a:pt x="14235" y="36470"/>
                    <a:pt x="14263" y="36666"/>
                  </a:cubicBezTo>
                  <a:cubicBezTo>
                    <a:pt x="14375" y="37059"/>
                    <a:pt x="14628" y="38435"/>
                    <a:pt x="14965" y="40288"/>
                  </a:cubicBezTo>
                  <a:cubicBezTo>
                    <a:pt x="15442" y="43067"/>
                    <a:pt x="16116" y="46941"/>
                    <a:pt x="16705" y="50198"/>
                  </a:cubicBezTo>
                  <a:cubicBezTo>
                    <a:pt x="16986" y="51826"/>
                    <a:pt x="17267" y="53286"/>
                    <a:pt x="17463" y="54409"/>
                  </a:cubicBezTo>
                  <a:cubicBezTo>
                    <a:pt x="17575" y="54971"/>
                    <a:pt x="17660" y="55420"/>
                    <a:pt x="17716" y="55785"/>
                  </a:cubicBezTo>
                  <a:cubicBezTo>
                    <a:pt x="17800" y="56150"/>
                    <a:pt x="17856" y="56375"/>
                    <a:pt x="17884" y="56487"/>
                  </a:cubicBezTo>
                  <a:cubicBezTo>
                    <a:pt x="18025" y="56908"/>
                    <a:pt x="18053" y="57582"/>
                    <a:pt x="18025" y="58171"/>
                  </a:cubicBezTo>
                  <a:cubicBezTo>
                    <a:pt x="18025" y="58312"/>
                    <a:pt x="18025" y="58424"/>
                    <a:pt x="18025" y="58536"/>
                  </a:cubicBezTo>
                  <a:cubicBezTo>
                    <a:pt x="18025" y="58761"/>
                    <a:pt x="18025" y="58985"/>
                    <a:pt x="18053" y="59154"/>
                  </a:cubicBezTo>
                  <a:cubicBezTo>
                    <a:pt x="18053" y="59350"/>
                    <a:pt x="18081" y="59491"/>
                    <a:pt x="18165" y="59631"/>
                  </a:cubicBezTo>
                  <a:cubicBezTo>
                    <a:pt x="18249" y="59800"/>
                    <a:pt x="18333" y="60137"/>
                    <a:pt x="18474" y="60473"/>
                  </a:cubicBezTo>
                  <a:cubicBezTo>
                    <a:pt x="18586" y="60838"/>
                    <a:pt x="18783" y="61203"/>
                    <a:pt x="19092" y="61456"/>
                  </a:cubicBezTo>
                  <a:cubicBezTo>
                    <a:pt x="19204" y="61540"/>
                    <a:pt x="19344" y="61596"/>
                    <a:pt x="19513" y="61653"/>
                  </a:cubicBezTo>
                  <a:cubicBezTo>
                    <a:pt x="20018" y="61849"/>
                    <a:pt x="20776" y="61933"/>
                    <a:pt x="21478" y="61933"/>
                  </a:cubicBezTo>
                  <a:cubicBezTo>
                    <a:pt x="22011" y="61933"/>
                    <a:pt x="22489" y="61877"/>
                    <a:pt x="22854" y="61737"/>
                  </a:cubicBezTo>
                  <a:cubicBezTo>
                    <a:pt x="23275" y="61540"/>
                    <a:pt x="23640" y="61344"/>
                    <a:pt x="23948" y="61119"/>
                  </a:cubicBezTo>
                  <a:cubicBezTo>
                    <a:pt x="24089" y="61007"/>
                    <a:pt x="24201" y="60895"/>
                    <a:pt x="24313" y="60782"/>
                  </a:cubicBezTo>
                  <a:cubicBezTo>
                    <a:pt x="24398" y="60642"/>
                    <a:pt x="24454" y="60501"/>
                    <a:pt x="24454" y="60333"/>
                  </a:cubicBezTo>
                  <a:cubicBezTo>
                    <a:pt x="24454" y="60305"/>
                    <a:pt x="24482" y="60165"/>
                    <a:pt x="24510" y="59968"/>
                  </a:cubicBezTo>
                  <a:cubicBezTo>
                    <a:pt x="24566" y="59463"/>
                    <a:pt x="24678" y="58536"/>
                    <a:pt x="24678" y="57806"/>
                  </a:cubicBezTo>
                  <a:cubicBezTo>
                    <a:pt x="24678" y="57666"/>
                    <a:pt x="24678" y="57497"/>
                    <a:pt x="24678" y="57357"/>
                  </a:cubicBezTo>
                  <a:cubicBezTo>
                    <a:pt x="24622" y="56880"/>
                    <a:pt x="24538" y="56459"/>
                    <a:pt x="24454" y="56122"/>
                  </a:cubicBezTo>
                  <a:cubicBezTo>
                    <a:pt x="24398" y="55953"/>
                    <a:pt x="24370" y="55785"/>
                    <a:pt x="24341" y="55673"/>
                  </a:cubicBezTo>
                  <a:cubicBezTo>
                    <a:pt x="24313" y="55560"/>
                    <a:pt x="24313" y="55476"/>
                    <a:pt x="24313" y="55448"/>
                  </a:cubicBezTo>
                  <a:cubicBezTo>
                    <a:pt x="24313" y="55448"/>
                    <a:pt x="24313" y="55364"/>
                    <a:pt x="24313" y="55252"/>
                  </a:cubicBezTo>
                  <a:cubicBezTo>
                    <a:pt x="24398" y="53539"/>
                    <a:pt x="25071" y="41383"/>
                    <a:pt x="25071" y="37845"/>
                  </a:cubicBezTo>
                  <a:cubicBezTo>
                    <a:pt x="25071" y="34242"/>
                    <a:pt x="24665" y="30259"/>
                    <a:pt x="24625" y="29874"/>
                  </a:cubicBezTo>
                  <a:lnTo>
                    <a:pt x="24625" y="29874"/>
                  </a:lnTo>
                  <a:cubicBezTo>
                    <a:pt x="24701" y="29280"/>
                    <a:pt x="26117" y="18662"/>
                    <a:pt x="26363" y="14290"/>
                  </a:cubicBezTo>
                  <a:cubicBezTo>
                    <a:pt x="26419" y="13139"/>
                    <a:pt x="26447" y="12016"/>
                    <a:pt x="26447" y="11006"/>
                  </a:cubicBezTo>
                  <a:cubicBezTo>
                    <a:pt x="26447" y="8058"/>
                    <a:pt x="26222" y="5812"/>
                    <a:pt x="26026" y="4801"/>
                  </a:cubicBezTo>
                  <a:cubicBezTo>
                    <a:pt x="25914" y="4127"/>
                    <a:pt x="25717" y="3089"/>
                    <a:pt x="25577" y="2190"/>
                  </a:cubicBezTo>
                  <a:cubicBezTo>
                    <a:pt x="25436" y="1292"/>
                    <a:pt x="25324" y="590"/>
                    <a:pt x="25324" y="590"/>
                  </a:cubicBezTo>
                  <a:cubicBezTo>
                    <a:pt x="25324" y="534"/>
                    <a:pt x="25268" y="450"/>
                    <a:pt x="25212" y="422"/>
                  </a:cubicBezTo>
                  <a:cubicBezTo>
                    <a:pt x="25156" y="393"/>
                    <a:pt x="25100" y="393"/>
                    <a:pt x="25043" y="393"/>
                  </a:cubicBezTo>
                  <a:cubicBezTo>
                    <a:pt x="25015" y="393"/>
                    <a:pt x="24959" y="422"/>
                    <a:pt x="24791" y="478"/>
                  </a:cubicBezTo>
                  <a:cubicBezTo>
                    <a:pt x="23724" y="786"/>
                    <a:pt x="19148" y="2078"/>
                    <a:pt x="15526" y="2190"/>
                  </a:cubicBezTo>
                  <a:cubicBezTo>
                    <a:pt x="13140" y="2246"/>
                    <a:pt x="11652" y="2387"/>
                    <a:pt x="10388" y="2387"/>
                  </a:cubicBezTo>
                  <a:cubicBezTo>
                    <a:pt x="9378" y="2387"/>
                    <a:pt x="8563" y="2303"/>
                    <a:pt x="7525" y="2050"/>
                  </a:cubicBezTo>
                  <a:cubicBezTo>
                    <a:pt x="6346" y="1769"/>
                    <a:pt x="4998" y="1432"/>
                    <a:pt x="3875" y="1123"/>
                  </a:cubicBezTo>
                  <a:cubicBezTo>
                    <a:pt x="3342" y="955"/>
                    <a:pt x="2836" y="815"/>
                    <a:pt x="2471" y="702"/>
                  </a:cubicBezTo>
                  <a:cubicBezTo>
                    <a:pt x="2303" y="646"/>
                    <a:pt x="2162" y="618"/>
                    <a:pt x="2050" y="562"/>
                  </a:cubicBezTo>
                  <a:cubicBezTo>
                    <a:pt x="1994" y="562"/>
                    <a:pt x="1938" y="534"/>
                    <a:pt x="1910" y="506"/>
                  </a:cubicBezTo>
                  <a:lnTo>
                    <a:pt x="1882" y="506"/>
                  </a:lnTo>
                  <a:cubicBezTo>
                    <a:pt x="1826" y="450"/>
                    <a:pt x="1741" y="422"/>
                    <a:pt x="1657" y="365"/>
                  </a:cubicBezTo>
                  <a:cubicBezTo>
                    <a:pt x="1517" y="281"/>
                    <a:pt x="1320" y="197"/>
                    <a:pt x="1124" y="141"/>
                  </a:cubicBezTo>
                  <a:cubicBezTo>
                    <a:pt x="927" y="57"/>
                    <a:pt x="731" y="0"/>
                    <a:pt x="5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64"/>
            <p:cNvSpPr/>
            <p:nvPr/>
          </p:nvSpPr>
          <p:spPr>
            <a:xfrm>
              <a:off x="4350425" y="4004350"/>
              <a:ext cx="40025" cy="246475"/>
            </a:xfrm>
            <a:custGeom>
              <a:avLst/>
              <a:gdLst/>
              <a:ahLst/>
              <a:cxnLst/>
              <a:rect l="l" t="t" r="r" b="b"/>
              <a:pathLst>
                <a:path w="1601" h="9859" extrusionOk="0">
                  <a:moveTo>
                    <a:pt x="1376" y="0"/>
                  </a:moveTo>
                  <a:cubicBezTo>
                    <a:pt x="1236" y="0"/>
                    <a:pt x="1124" y="84"/>
                    <a:pt x="1124" y="225"/>
                  </a:cubicBezTo>
                  <a:lnTo>
                    <a:pt x="29" y="9602"/>
                  </a:lnTo>
                  <a:cubicBezTo>
                    <a:pt x="1" y="9714"/>
                    <a:pt x="113" y="9854"/>
                    <a:pt x="225" y="9854"/>
                  </a:cubicBezTo>
                  <a:cubicBezTo>
                    <a:pt x="240" y="9857"/>
                    <a:pt x="254" y="9859"/>
                    <a:pt x="269" y="9859"/>
                  </a:cubicBezTo>
                  <a:cubicBezTo>
                    <a:pt x="388" y="9859"/>
                    <a:pt x="481" y="9758"/>
                    <a:pt x="506" y="9658"/>
                  </a:cubicBezTo>
                  <a:lnTo>
                    <a:pt x="1573" y="281"/>
                  </a:lnTo>
                  <a:cubicBezTo>
                    <a:pt x="1601" y="141"/>
                    <a:pt x="1489" y="28"/>
                    <a:pt x="1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64"/>
            <p:cNvSpPr/>
            <p:nvPr/>
          </p:nvSpPr>
          <p:spPr>
            <a:xfrm>
              <a:off x="4370775" y="4022050"/>
              <a:ext cx="101800" cy="48475"/>
            </a:xfrm>
            <a:custGeom>
              <a:avLst/>
              <a:gdLst/>
              <a:ahLst/>
              <a:cxnLst/>
              <a:rect l="l" t="t" r="r" b="b"/>
              <a:pathLst>
                <a:path w="4072" h="1939" extrusionOk="0">
                  <a:moveTo>
                    <a:pt x="3809" y="1"/>
                  </a:moveTo>
                  <a:cubicBezTo>
                    <a:pt x="3777" y="1"/>
                    <a:pt x="3743" y="8"/>
                    <a:pt x="3707" y="22"/>
                  </a:cubicBezTo>
                  <a:lnTo>
                    <a:pt x="197" y="1482"/>
                  </a:lnTo>
                  <a:cubicBezTo>
                    <a:pt x="57" y="1538"/>
                    <a:pt x="1" y="1679"/>
                    <a:pt x="57" y="1791"/>
                  </a:cubicBezTo>
                  <a:cubicBezTo>
                    <a:pt x="103" y="1884"/>
                    <a:pt x="208" y="1938"/>
                    <a:pt x="306" y="1938"/>
                  </a:cubicBezTo>
                  <a:cubicBezTo>
                    <a:pt x="326" y="1938"/>
                    <a:pt x="346" y="1936"/>
                    <a:pt x="366" y="1931"/>
                  </a:cubicBezTo>
                  <a:lnTo>
                    <a:pt x="3903" y="471"/>
                  </a:lnTo>
                  <a:cubicBezTo>
                    <a:pt x="4015" y="415"/>
                    <a:pt x="4072" y="275"/>
                    <a:pt x="4015" y="162"/>
                  </a:cubicBezTo>
                  <a:cubicBezTo>
                    <a:pt x="3974" y="58"/>
                    <a:pt x="3901" y="1"/>
                    <a:pt x="38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64"/>
            <p:cNvSpPr/>
            <p:nvPr/>
          </p:nvSpPr>
          <p:spPr>
            <a:xfrm>
              <a:off x="4550450" y="4371275"/>
              <a:ext cx="79350" cy="306325"/>
            </a:xfrm>
            <a:custGeom>
              <a:avLst/>
              <a:gdLst/>
              <a:ahLst/>
              <a:cxnLst/>
              <a:rect l="l" t="t" r="r" b="b"/>
              <a:pathLst>
                <a:path w="3174" h="12253" extrusionOk="0">
                  <a:moveTo>
                    <a:pt x="2924" y="1"/>
                  </a:moveTo>
                  <a:cubicBezTo>
                    <a:pt x="2809" y="1"/>
                    <a:pt x="2720" y="81"/>
                    <a:pt x="2696" y="203"/>
                  </a:cubicBezTo>
                  <a:lnTo>
                    <a:pt x="29" y="11966"/>
                  </a:lnTo>
                  <a:cubicBezTo>
                    <a:pt x="1" y="12078"/>
                    <a:pt x="85" y="12219"/>
                    <a:pt x="225" y="12247"/>
                  </a:cubicBezTo>
                  <a:cubicBezTo>
                    <a:pt x="240" y="12250"/>
                    <a:pt x="255" y="12252"/>
                    <a:pt x="270" y="12252"/>
                  </a:cubicBezTo>
                  <a:cubicBezTo>
                    <a:pt x="372" y="12252"/>
                    <a:pt x="482" y="12173"/>
                    <a:pt x="506" y="12050"/>
                  </a:cubicBezTo>
                  <a:lnTo>
                    <a:pt x="3145" y="287"/>
                  </a:lnTo>
                  <a:cubicBezTo>
                    <a:pt x="3173" y="175"/>
                    <a:pt x="3089" y="34"/>
                    <a:pt x="2977" y="6"/>
                  </a:cubicBezTo>
                  <a:cubicBezTo>
                    <a:pt x="2959" y="3"/>
                    <a:pt x="2941" y="1"/>
                    <a:pt x="29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64"/>
            <p:cNvSpPr/>
            <p:nvPr/>
          </p:nvSpPr>
          <p:spPr>
            <a:xfrm>
              <a:off x="4764525" y="2629475"/>
              <a:ext cx="126375" cy="225925"/>
            </a:xfrm>
            <a:custGeom>
              <a:avLst/>
              <a:gdLst/>
              <a:ahLst/>
              <a:cxnLst/>
              <a:rect l="l" t="t" r="r" b="b"/>
              <a:pathLst>
                <a:path w="5055" h="9037" extrusionOk="0">
                  <a:moveTo>
                    <a:pt x="4524" y="1"/>
                  </a:moveTo>
                  <a:cubicBezTo>
                    <a:pt x="4493" y="1"/>
                    <a:pt x="4464" y="35"/>
                    <a:pt x="4436" y="109"/>
                  </a:cubicBezTo>
                  <a:cubicBezTo>
                    <a:pt x="4212" y="699"/>
                    <a:pt x="4156" y="1541"/>
                    <a:pt x="4156" y="2215"/>
                  </a:cubicBezTo>
                  <a:cubicBezTo>
                    <a:pt x="4156" y="2888"/>
                    <a:pt x="3847" y="3253"/>
                    <a:pt x="3847" y="3253"/>
                  </a:cubicBezTo>
                  <a:cubicBezTo>
                    <a:pt x="3847" y="3253"/>
                    <a:pt x="2949" y="1288"/>
                    <a:pt x="2190" y="1232"/>
                  </a:cubicBezTo>
                  <a:cubicBezTo>
                    <a:pt x="2081" y="1220"/>
                    <a:pt x="1988" y="1214"/>
                    <a:pt x="1909" y="1214"/>
                  </a:cubicBezTo>
                  <a:cubicBezTo>
                    <a:pt x="1439" y="1214"/>
                    <a:pt x="1477" y="1417"/>
                    <a:pt x="1741" y="1681"/>
                  </a:cubicBezTo>
                  <a:cubicBezTo>
                    <a:pt x="2050" y="1990"/>
                    <a:pt x="2275" y="2130"/>
                    <a:pt x="2640" y="2804"/>
                  </a:cubicBezTo>
                  <a:cubicBezTo>
                    <a:pt x="3005" y="3478"/>
                    <a:pt x="3005" y="3703"/>
                    <a:pt x="3005" y="3703"/>
                  </a:cubicBezTo>
                  <a:cubicBezTo>
                    <a:pt x="3005" y="3703"/>
                    <a:pt x="1741" y="2271"/>
                    <a:pt x="1152" y="2271"/>
                  </a:cubicBezTo>
                  <a:cubicBezTo>
                    <a:pt x="534" y="2271"/>
                    <a:pt x="1" y="2580"/>
                    <a:pt x="394" y="2804"/>
                  </a:cubicBezTo>
                  <a:cubicBezTo>
                    <a:pt x="759" y="3029"/>
                    <a:pt x="1517" y="3169"/>
                    <a:pt x="1517" y="3169"/>
                  </a:cubicBezTo>
                  <a:lnTo>
                    <a:pt x="2050" y="4236"/>
                  </a:lnTo>
                  <a:cubicBezTo>
                    <a:pt x="2050" y="4236"/>
                    <a:pt x="1397" y="4009"/>
                    <a:pt x="889" y="4009"/>
                  </a:cubicBezTo>
                  <a:cubicBezTo>
                    <a:pt x="682" y="4009"/>
                    <a:pt x="499" y="4046"/>
                    <a:pt x="394" y="4152"/>
                  </a:cubicBezTo>
                  <a:cubicBezTo>
                    <a:pt x="1" y="4545"/>
                    <a:pt x="759" y="4685"/>
                    <a:pt x="759" y="4685"/>
                  </a:cubicBezTo>
                  <a:lnTo>
                    <a:pt x="1292" y="4769"/>
                  </a:lnTo>
                  <a:cubicBezTo>
                    <a:pt x="1292" y="4769"/>
                    <a:pt x="618" y="5892"/>
                    <a:pt x="618" y="6791"/>
                  </a:cubicBezTo>
                  <a:cubicBezTo>
                    <a:pt x="618" y="7689"/>
                    <a:pt x="843" y="9037"/>
                    <a:pt x="843" y="9037"/>
                  </a:cubicBezTo>
                  <a:lnTo>
                    <a:pt x="2949" y="8447"/>
                  </a:lnTo>
                  <a:cubicBezTo>
                    <a:pt x="2949" y="8447"/>
                    <a:pt x="3763" y="5949"/>
                    <a:pt x="4071" y="5219"/>
                  </a:cubicBezTo>
                  <a:cubicBezTo>
                    <a:pt x="4380" y="4461"/>
                    <a:pt x="5054" y="3618"/>
                    <a:pt x="5054" y="2664"/>
                  </a:cubicBezTo>
                  <a:cubicBezTo>
                    <a:pt x="5054" y="1799"/>
                    <a:pt x="4750" y="1"/>
                    <a:pt x="4524"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64"/>
            <p:cNvSpPr/>
            <p:nvPr/>
          </p:nvSpPr>
          <p:spPr>
            <a:xfrm>
              <a:off x="4765225" y="2623775"/>
              <a:ext cx="131275" cy="237525"/>
            </a:xfrm>
            <a:custGeom>
              <a:avLst/>
              <a:gdLst/>
              <a:ahLst/>
              <a:cxnLst/>
              <a:rect l="l" t="t" r="r" b="b"/>
              <a:pathLst>
                <a:path w="5251" h="9501" extrusionOk="0">
                  <a:moveTo>
                    <a:pt x="4522" y="799"/>
                  </a:moveTo>
                  <a:cubicBezTo>
                    <a:pt x="4575" y="1025"/>
                    <a:pt x="4624" y="1314"/>
                    <a:pt x="4661" y="1628"/>
                  </a:cubicBezTo>
                  <a:cubicBezTo>
                    <a:pt x="4745" y="2078"/>
                    <a:pt x="4773" y="2555"/>
                    <a:pt x="4773" y="2892"/>
                  </a:cubicBezTo>
                  <a:cubicBezTo>
                    <a:pt x="4773" y="3313"/>
                    <a:pt x="4633" y="3734"/>
                    <a:pt x="4437" y="4127"/>
                  </a:cubicBezTo>
                  <a:cubicBezTo>
                    <a:pt x="4240" y="4548"/>
                    <a:pt x="3987" y="4941"/>
                    <a:pt x="3819" y="5362"/>
                  </a:cubicBezTo>
                  <a:cubicBezTo>
                    <a:pt x="3549" y="6024"/>
                    <a:pt x="2895" y="7991"/>
                    <a:pt x="2733" y="8480"/>
                  </a:cubicBezTo>
                  <a:lnTo>
                    <a:pt x="2733" y="8480"/>
                  </a:lnTo>
                  <a:lnTo>
                    <a:pt x="1006" y="8970"/>
                  </a:lnTo>
                  <a:lnTo>
                    <a:pt x="1006" y="8970"/>
                  </a:lnTo>
                  <a:cubicBezTo>
                    <a:pt x="946" y="8532"/>
                    <a:pt x="815" y="7644"/>
                    <a:pt x="815" y="7019"/>
                  </a:cubicBezTo>
                  <a:cubicBezTo>
                    <a:pt x="815" y="6626"/>
                    <a:pt x="983" y="6120"/>
                    <a:pt x="1152" y="5755"/>
                  </a:cubicBezTo>
                  <a:cubicBezTo>
                    <a:pt x="1208" y="5559"/>
                    <a:pt x="1292" y="5390"/>
                    <a:pt x="1376" y="5278"/>
                  </a:cubicBezTo>
                  <a:cubicBezTo>
                    <a:pt x="1404" y="5222"/>
                    <a:pt x="1433" y="5194"/>
                    <a:pt x="1433" y="5138"/>
                  </a:cubicBezTo>
                  <a:lnTo>
                    <a:pt x="1461" y="5110"/>
                  </a:lnTo>
                  <a:cubicBezTo>
                    <a:pt x="1517" y="5025"/>
                    <a:pt x="1517" y="4969"/>
                    <a:pt x="1461" y="4885"/>
                  </a:cubicBezTo>
                  <a:cubicBezTo>
                    <a:pt x="1433" y="4801"/>
                    <a:pt x="1376" y="4773"/>
                    <a:pt x="1292" y="4745"/>
                  </a:cubicBezTo>
                  <a:lnTo>
                    <a:pt x="786" y="4691"/>
                  </a:lnTo>
                  <a:lnTo>
                    <a:pt x="786" y="4691"/>
                  </a:lnTo>
                  <a:lnTo>
                    <a:pt x="787" y="4689"/>
                  </a:lnTo>
                  <a:lnTo>
                    <a:pt x="759" y="4689"/>
                  </a:lnTo>
                  <a:cubicBezTo>
                    <a:pt x="731" y="4661"/>
                    <a:pt x="618" y="4632"/>
                    <a:pt x="562" y="4604"/>
                  </a:cubicBezTo>
                  <a:lnTo>
                    <a:pt x="512" y="4571"/>
                  </a:lnTo>
                  <a:lnTo>
                    <a:pt x="512" y="4571"/>
                  </a:lnTo>
                  <a:lnTo>
                    <a:pt x="534" y="4548"/>
                  </a:lnTo>
                  <a:cubicBezTo>
                    <a:pt x="534" y="4520"/>
                    <a:pt x="590" y="4520"/>
                    <a:pt x="646" y="4492"/>
                  </a:cubicBezTo>
                  <a:cubicBezTo>
                    <a:pt x="703" y="4464"/>
                    <a:pt x="787" y="4464"/>
                    <a:pt x="871" y="4464"/>
                  </a:cubicBezTo>
                  <a:cubicBezTo>
                    <a:pt x="1096" y="4464"/>
                    <a:pt x="1376" y="4520"/>
                    <a:pt x="1573" y="4576"/>
                  </a:cubicBezTo>
                  <a:cubicBezTo>
                    <a:pt x="1685" y="4604"/>
                    <a:pt x="1769" y="4632"/>
                    <a:pt x="1826" y="4661"/>
                  </a:cubicBezTo>
                  <a:lnTo>
                    <a:pt x="1910" y="4661"/>
                  </a:lnTo>
                  <a:lnTo>
                    <a:pt x="1938" y="4689"/>
                  </a:lnTo>
                  <a:cubicBezTo>
                    <a:pt x="1959" y="4696"/>
                    <a:pt x="1982" y="4699"/>
                    <a:pt x="2005" y="4699"/>
                  </a:cubicBezTo>
                  <a:cubicBezTo>
                    <a:pt x="2075" y="4699"/>
                    <a:pt x="2148" y="4668"/>
                    <a:pt x="2191" y="4604"/>
                  </a:cubicBezTo>
                  <a:cubicBezTo>
                    <a:pt x="2247" y="4548"/>
                    <a:pt x="2275" y="4436"/>
                    <a:pt x="2219" y="4352"/>
                  </a:cubicBezTo>
                  <a:lnTo>
                    <a:pt x="1685" y="3313"/>
                  </a:lnTo>
                  <a:cubicBezTo>
                    <a:pt x="1657" y="3229"/>
                    <a:pt x="1601" y="3201"/>
                    <a:pt x="1545" y="3173"/>
                  </a:cubicBezTo>
                  <a:cubicBezTo>
                    <a:pt x="1545" y="3173"/>
                    <a:pt x="1489" y="3173"/>
                    <a:pt x="1404" y="3144"/>
                  </a:cubicBezTo>
                  <a:cubicBezTo>
                    <a:pt x="1320" y="3116"/>
                    <a:pt x="1124" y="3088"/>
                    <a:pt x="955" y="3032"/>
                  </a:cubicBezTo>
                  <a:cubicBezTo>
                    <a:pt x="807" y="2983"/>
                    <a:pt x="637" y="2912"/>
                    <a:pt x="522" y="2857"/>
                  </a:cubicBezTo>
                  <a:lnTo>
                    <a:pt x="522" y="2857"/>
                  </a:lnTo>
                  <a:cubicBezTo>
                    <a:pt x="560" y="2838"/>
                    <a:pt x="612" y="2820"/>
                    <a:pt x="675" y="2808"/>
                  </a:cubicBezTo>
                  <a:cubicBezTo>
                    <a:pt x="787" y="2780"/>
                    <a:pt x="955" y="2751"/>
                    <a:pt x="1124" y="2751"/>
                  </a:cubicBezTo>
                  <a:cubicBezTo>
                    <a:pt x="1131" y="2748"/>
                    <a:pt x="1140" y="2746"/>
                    <a:pt x="1151" y="2746"/>
                  </a:cubicBezTo>
                  <a:cubicBezTo>
                    <a:pt x="1224" y="2746"/>
                    <a:pt x="1370" y="2822"/>
                    <a:pt x="1517" y="2920"/>
                  </a:cubicBezTo>
                  <a:cubicBezTo>
                    <a:pt x="1826" y="3116"/>
                    <a:pt x="2134" y="3397"/>
                    <a:pt x="2387" y="3650"/>
                  </a:cubicBezTo>
                  <a:cubicBezTo>
                    <a:pt x="2527" y="3762"/>
                    <a:pt x="2612" y="3874"/>
                    <a:pt x="2696" y="3959"/>
                  </a:cubicBezTo>
                  <a:cubicBezTo>
                    <a:pt x="2780" y="4043"/>
                    <a:pt x="2808" y="4099"/>
                    <a:pt x="2808" y="4099"/>
                  </a:cubicBezTo>
                  <a:cubicBezTo>
                    <a:pt x="2870" y="4140"/>
                    <a:pt x="2932" y="4166"/>
                    <a:pt x="2993" y="4166"/>
                  </a:cubicBezTo>
                  <a:cubicBezTo>
                    <a:pt x="3016" y="4166"/>
                    <a:pt x="3038" y="4163"/>
                    <a:pt x="3061" y="4155"/>
                  </a:cubicBezTo>
                  <a:cubicBezTo>
                    <a:pt x="3173" y="4127"/>
                    <a:pt x="3229" y="4043"/>
                    <a:pt x="3229" y="3931"/>
                  </a:cubicBezTo>
                  <a:cubicBezTo>
                    <a:pt x="3229" y="3874"/>
                    <a:pt x="3201" y="3622"/>
                    <a:pt x="2808" y="2920"/>
                  </a:cubicBezTo>
                  <a:cubicBezTo>
                    <a:pt x="2443" y="2218"/>
                    <a:pt x="2162" y="2021"/>
                    <a:pt x="1882" y="1741"/>
                  </a:cubicBezTo>
                  <a:cubicBezTo>
                    <a:pt x="1859" y="1718"/>
                    <a:pt x="1841" y="1700"/>
                    <a:pt x="1826" y="1685"/>
                  </a:cubicBezTo>
                  <a:lnTo>
                    <a:pt x="2134" y="1685"/>
                  </a:lnTo>
                  <a:cubicBezTo>
                    <a:pt x="2219" y="1685"/>
                    <a:pt x="2387" y="1797"/>
                    <a:pt x="2584" y="1965"/>
                  </a:cubicBezTo>
                  <a:cubicBezTo>
                    <a:pt x="2836" y="2218"/>
                    <a:pt x="3089" y="2639"/>
                    <a:pt x="3285" y="2976"/>
                  </a:cubicBezTo>
                  <a:cubicBezTo>
                    <a:pt x="3398" y="3144"/>
                    <a:pt x="3454" y="3285"/>
                    <a:pt x="3510" y="3397"/>
                  </a:cubicBezTo>
                  <a:cubicBezTo>
                    <a:pt x="3538" y="3453"/>
                    <a:pt x="3566" y="3509"/>
                    <a:pt x="3594" y="3538"/>
                  </a:cubicBezTo>
                  <a:lnTo>
                    <a:pt x="3594" y="3594"/>
                  </a:lnTo>
                  <a:cubicBezTo>
                    <a:pt x="3650" y="3650"/>
                    <a:pt x="3707" y="3706"/>
                    <a:pt x="3791" y="3706"/>
                  </a:cubicBezTo>
                  <a:cubicBezTo>
                    <a:pt x="3812" y="3713"/>
                    <a:pt x="3833" y="3717"/>
                    <a:pt x="3853" y="3717"/>
                  </a:cubicBezTo>
                  <a:cubicBezTo>
                    <a:pt x="3914" y="3717"/>
                    <a:pt x="3966" y="3685"/>
                    <a:pt x="3987" y="3622"/>
                  </a:cubicBezTo>
                  <a:cubicBezTo>
                    <a:pt x="4015" y="3594"/>
                    <a:pt x="4352" y="3173"/>
                    <a:pt x="4352" y="2443"/>
                  </a:cubicBezTo>
                  <a:cubicBezTo>
                    <a:pt x="4352" y="1913"/>
                    <a:pt x="4404" y="1298"/>
                    <a:pt x="4522" y="799"/>
                  </a:cubicBezTo>
                  <a:close/>
                  <a:moveTo>
                    <a:pt x="4493" y="0"/>
                  </a:moveTo>
                  <a:cubicBezTo>
                    <a:pt x="4408" y="0"/>
                    <a:pt x="4324" y="56"/>
                    <a:pt x="4268" y="112"/>
                  </a:cubicBezTo>
                  <a:cubicBezTo>
                    <a:pt x="4240" y="140"/>
                    <a:pt x="4212" y="197"/>
                    <a:pt x="4184" y="253"/>
                  </a:cubicBezTo>
                  <a:lnTo>
                    <a:pt x="4212" y="253"/>
                  </a:lnTo>
                  <a:cubicBezTo>
                    <a:pt x="3959" y="899"/>
                    <a:pt x="3875" y="1741"/>
                    <a:pt x="3875" y="2443"/>
                  </a:cubicBezTo>
                  <a:cubicBezTo>
                    <a:pt x="3875" y="2639"/>
                    <a:pt x="3847" y="2823"/>
                    <a:pt x="3812" y="2963"/>
                  </a:cubicBezTo>
                  <a:lnTo>
                    <a:pt x="3812" y="2963"/>
                  </a:lnTo>
                  <a:cubicBezTo>
                    <a:pt x="3723" y="2789"/>
                    <a:pt x="3610" y="2579"/>
                    <a:pt x="3482" y="2358"/>
                  </a:cubicBezTo>
                  <a:cubicBezTo>
                    <a:pt x="3314" y="2106"/>
                    <a:pt x="3117" y="1853"/>
                    <a:pt x="2892" y="1628"/>
                  </a:cubicBezTo>
                  <a:cubicBezTo>
                    <a:pt x="2696" y="1432"/>
                    <a:pt x="2471" y="1263"/>
                    <a:pt x="2191" y="1235"/>
                  </a:cubicBezTo>
                  <a:cubicBezTo>
                    <a:pt x="2078" y="1207"/>
                    <a:pt x="1994" y="1207"/>
                    <a:pt x="1910" y="1207"/>
                  </a:cubicBezTo>
                  <a:cubicBezTo>
                    <a:pt x="1741" y="1207"/>
                    <a:pt x="1629" y="1207"/>
                    <a:pt x="1517" y="1263"/>
                  </a:cubicBezTo>
                  <a:cubicBezTo>
                    <a:pt x="1461" y="1292"/>
                    <a:pt x="1404" y="1348"/>
                    <a:pt x="1348" y="1404"/>
                  </a:cubicBezTo>
                  <a:cubicBezTo>
                    <a:pt x="1320" y="1460"/>
                    <a:pt x="1292" y="1544"/>
                    <a:pt x="1292" y="1600"/>
                  </a:cubicBezTo>
                  <a:cubicBezTo>
                    <a:pt x="1292" y="1713"/>
                    <a:pt x="1320" y="1797"/>
                    <a:pt x="1376" y="1853"/>
                  </a:cubicBezTo>
                  <a:cubicBezTo>
                    <a:pt x="1433" y="1937"/>
                    <a:pt x="1489" y="1993"/>
                    <a:pt x="1545" y="2078"/>
                  </a:cubicBezTo>
                  <a:cubicBezTo>
                    <a:pt x="1814" y="2347"/>
                    <a:pt x="1997" y="2466"/>
                    <a:pt x="2281" y="2919"/>
                  </a:cubicBezTo>
                  <a:lnTo>
                    <a:pt x="2281" y="2919"/>
                  </a:lnTo>
                  <a:cubicBezTo>
                    <a:pt x="2112" y="2772"/>
                    <a:pt x="1947" y="2633"/>
                    <a:pt x="1798" y="2527"/>
                  </a:cubicBezTo>
                  <a:cubicBezTo>
                    <a:pt x="1573" y="2386"/>
                    <a:pt x="1348" y="2274"/>
                    <a:pt x="1124" y="2274"/>
                  </a:cubicBezTo>
                  <a:cubicBezTo>
                    <a:pt x="843" y="2274"/>
                    <a:pt x="618" y="2330"/>
                    <a:pt x="422" y="2415"/>
                  </a:cubicBezTo>
                  <a:cubicBezTo>
                    <a:pt x="310" y="2443"/>
                    <a:pt x="225" y="2499"/>
                    <a:pt x="141" y="2555"/>
                  </a:cubicBezTo>
                  <a:cubicBezTo>
                    <a:pt x="85" y="2639"/>
                    <a:pt x="1" y="2723"/>
                    <a:pt x="1" y="2864"/>
                  </a:cubicBezTo>
                  <a:cubicBezTo>
                    <a:pt x="1" y="2948"/>
                    <a:pt x="29" y="3032"/>
                    <a:pt x="85" y="3088"/>
                  </a:cubicBezTo>
                  <a:cubicBezTo>
                    <a:pt x="113" y="3144"/>
                    <a:pt x="169" y="3201"/>
                    <a:pt x="253" y="3229"/>
                  </a:cubicBezTo>
                  <a:cubicBezTo>
                    <a:pt x="478" y="3369"/>
                    <a:pt x="759" y="3453"/>
                    <a:pt x="1011" y="3538"/>
                  </a:cubicBezTo>
                  <a:cubicBezTo>
                    <a:pt x="1145" y="3571"/>
                    <a:pt x="1269" y="3604"/>
                    <a:pt x="1347" y="3626"/>
                  </a:cubicBezTo>
                  <a:lnTo>
                    <a:pt x="1347" y="3626"/>
                  </a:lnTo>
                  <a:lnTo>
                    <a:pt x="1572" y="4101"/>
                  </a:lnTo>
                  <a:lnTo>
                    <a:pt x="1572" y="4101"/>
                  </a:lnTo>
                  <a:cubicBezTo>
                    <a:pt x="1360" y="4055"/>
                    <a:pt x="1108" y="4015"/>
                    <a:pt x="871" y="4015"/>
                  </a:cubicBezTo>
                  <a:cubicBezTo>
                    <a:pt x="759" y="4015"/>
                    <a:pt x="618" y="4015"/>
                    <a:pt x="506" y="4043"/>
                  </a:cubicBezTo>
                  <a:cubicBezTo>
                    <a:pt x="394" y="4071"/>
                    <a:pt x="281" y="4127"/>
                    <a:pt x="197" y="4211"/>
                  </a:cubicBezTo>
                  <a:cubicBezTo>
                    <a:pt x="85" y="4324"/>
                    <a:pt x="29" y="4436"/>
                    <a:pt x="29" y="4576"/>
                  </a:cubicBezTo>
                  <a:cubicBezTo>
                    <a:pt x="29" y="4717"/>
                    <a:pt x="85" y="4829"/>
                    <a:pt x="169" y="4913"/>
                  </a:cubicBezTo>
                  <a:cubicBezTo>
                    <a:pt x="281" y="4997"/>
                    <a:pt x="422" y="5054"/>
                    <a:pt x="506" y="5082"/>
                  </a:cubicBezTo>
                  <a:cubicBezTo>
                    <a:pt x="618" y="5110"/>
                    <a:pt x="675" y="5138"/>
                    <a:pt x="703" y="5138"/>
                  </a:cubicBezTo>
                  <a:lnTo>
                    <a:pt x="894" y="5168"/>
                  </a:lnTo>
                  <a:lnTo>
                    <a:pt x="894" y="5168"/>
                  </a:lnTo>
                  <a:cubicBezTo>
                    <a:pt x="834" y="5277"/>
                    <a:pt x="766" y="5410"/>
                    <a:pt x="703" y="5559"/>
                  </a:cubicBezTo>
                  <a:cubicBezTo>
                    <a:pt x="534" y="5980"/>
                    <a:pt x="366" y="6513"/>
                    <a:pt x="366" y="7019"/>
                  </a:cubicBezTo>
                  <a:cubicBezTo>
                    <a:pt x="366" y="7945"/>
                    <a:pt x="590" y="9293"/>
                    <a:pt x="590" y="9293"/>
                  </a:cubicBezTo>
                  <a:cubicBezTo>
                    <a:pt x="590" y="9377"/>
                    <a:pt x="618" y="9433"/>
                    <a:pt x="675" y="9461"/>
                  </a:cubicBezTo>
                  <a:cubicBezTo>
                    <a:pt x="714" y="9481"/>
                    <a:pt x="768" y="9501"/>
                    <a:pt x="816" y="9501"/>
                  </a:cubicBezTo>
                  <a:cubicBezTo>
                    <a:pt x="836" y="9501"/>
                    <a:pt x="855" y="9498"/>
                    <a:pt x="871" y="9489"/>
                  </a:cubicBezTo>
                  <a:lnTo>
                    <a:pt x="2977" y="8900"/>
                  </a:lnTo>
                  <a:cubicBezTo>
                    <a:pt x="3061" y="8872"/>
                    <a:pt x="3117" y="8816"/>
                    <a:pt x="3145" y="8731"/>
                  </a:cubicBezTo>
                  <a:cubicBezTo>
                    <a:pt x="3145" y="8731"/>
                    <a:pt x="3342" y="8114"/>
                    <a:pt x="3594" y="7412"/>
                  </a:cubicBezTo>
                  <a:cubicBezTo>
                    <a:pt x="3819" y="6710"/>
                    <a:pt x="4100" y="5896"/>
                    <a:pt x="4268" y="5531"/>
                  </a:cubicBezTo>
                  <a:cubicBezTo>
                    <a:pt x="4408" y="5166"/>
                    <a:pt x="4633" y="4773"/>
                    <a:pt x="4858" y="4352"/>
                  </a:cubicBezTo>
                  <a:cubicBezTo>
                    <a:pt x="5054" y="3903"/>
                    <a:pt x="5251" y="3425"/>
                    <a:pt x="5251" y="2892"/>
                  </a:cubicBezTo>
                  <a:cubicBezTo>
                    <a:pt x="5251" y="2415"/>
                    <a:pt x="5166" y="1769"/>
                    <a:pt x="5082" y="1179"/>
                  </a:cubicBezTo>
                  <a:cubicBezTo>
                    <a:pt x="5026" y="899"/>
                    <a:pt x="4970" y="646"/>
                    <a:pt x="4886" y="449"/>
                  </a:cubicBezTo>
                  <a:cubicBezTo>
                    <a:pt x="4858" y="337"/>
                    <a:pt x="4830" y="253"/>
                    <a:pt x="4802" y="197"/>
                  </a:cubicBezTo>
                  <a:lnTo>
                    <a:pt x="4717" y="84"/>
                  </a:lnTo>
                  <a:cubicBezTo>
                    <a:pt x="4661" y="28"/>
                    <a:pt x="4605" y="0"/>
                    <a:pt x="449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64"/>
            <p:cNvSpPr/>
            <p:nvPr/>
          </p:nvSpPr>
          <p:spPr>
            <a:xfrm>
              <a:off x="4805950" y="2688050"/>
              <a:ext cx="101775" cy="120325"/>
            </a:xfrm>
            <a:custGeom>
              <a:avLst/>
              <a:gdLst/>
              <a:ahLst/>
              <a:cxnLst/>
              <a:rect l="l" t="t" r="r" b="b"/>
              <a:pathLst>
                <a:path w="4071" h="4813" extrusionOk="0">
                  <a:moveTo>
                    <a:pt x="3496" y="0"/>
                  </a:moveTo>
                  <a:cubicBezTo>
                    <a:pt x="3202" y="0"/>
                    <a:pt x="2918" y="706"/>
                    <a:pt x="2499" y="1219"/>
                  </a:cubicBezTo>
                  <a:cubicBezTo>
                    <a:pt x="1965" y="1809"/>
                    <a:pt x="1067" y="2202"/>
                    <a:pt x="674" y="2791"/>
                  </a:cubicBezTo>
                  <a:cubicBezTo>
                    <a:pt x="309" y="3381"/>
                    <a:pt x="0" y="4813"/>
                    <a:pt x="0" y="4813"/>
                  </a:cubicBezTo>
                  <a:lnTo>
                    <a:pt x="1656" y="4757"/>
                  </a:lnTo>
                  <a:cubicBezTo>
                    <a:pt x="1741" y="3549"/>
                    <a:pt x="3004" y="2202"/>
                    <a:pt x="3397" y="1668"/>
                  </a:cubicBezTo>
                  <a:cubicBezTo>
                    <a:pt x="3762" y="1135"/>
                    <a:pt x="4071" y="461"/>
                    <a:pt x="3678" y="96"/>
                  </a:cubicBezTo>
                  <a:cubicBezTo>
                    <a:pt x="3616" y="30"/>
                    <a:pt x="3556" y="0"/>
                    <a:pt x="349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64"/>
            <p:cNvSpPr/>
            <p:nvPr/>
          </p:nvSpPr>
          <p:spPr>
            <a:xfrm>
              <a:off x="4799625" y="2682025"/>
              <a:ext cx="108800" cy="132100"/>
            </a:xfrm>
            <a:custGeom>
              <a:avLst/>
              <a:gdLst/>
              <a:ahLst/>
              <a:cxnLst/>
              <a:rect l="l" t="t" r="r" b="b"/>
              <a:pathLst>
                <a:path w="4352" h="5284" extrusionOk="0">
                  <a:moveTo>
                    <a:pt x="3762" y="0"/>
                  </a:moveTo>
                  <a:cubicBezTo>
                    <a:pt x="3678" y="0"/>
                    <a:pt x="3594" y="28"/>
                    <a:pt x="3538" y="56"/>
                  </a:cubicBezTo>
                  <a:cubicBezTo>
                    <a:pt x="3426" y="141"/>
                    <a:pt x="3341" y="225"/>
                    <a:pt x="3257" y="309"/>
                  </a:cubicBezTo>
                  <a:cubicBezTo>
                    <a:pt x="3032" y="590"/>
                    <a:pt x="2836" y="1011"/>
                    <a:pt x="2555" y="1292"/>
                  </a:cubicBezTo>
                  <a:cubicBezTo>
                    <a:pt x="2331" y="1573"/>
                    <a:pt x="1994" y="1797"/>
                    <a:pt x="1657" y="2050"/>
                  </a:cubicBezTo>
                  <a:cubicBezTo>
                    <a:pt x="1292" y="2302"/>
                    <a:pt x="955" y="2555"/>
                    <a:pt x="730" y="2920"/>
                  </a:cubicBezTo>
                  <a:cubicBezTo>
                    <a:pt x="534" y="3257"/>
                    <a:pt x="365" y="3762"/>
                    <a:pt x="225" y="4212"/>
                  </a:cubicBezTo>
                  <a:cubicBezTo>
                    <a:pt x="113" y="4661"/>
                    <a:pt x="28" y="4998"/>
                    <a:pt x="28" y="4998"/>
                  </a:cubicBezTo>
                  <a:cubicBezTo>
                    <a:pt x="0" y="5138"/>
                    <a:pt x="85" y="5250"/>
                    <a:pt x="225" y="5278"/>
                  </a:cubicBezTo>
                  <a:cubicBezTo>
                    <a:pt x="240" y="5282"/>
                    <a:pt x="255" y="5284"/>
                    <a:pt x="270" y="5284"/>
                  </a:cubicBezTo>
                  <a:cubicBezTo>
                    <a:pt x="372" y="5284"/>
                    <a:pt x="478" y="5207"/>
                    <a:pt x="478" y="5110"/>
                  </a:cubicBezTo>
                  <a:cubicBezTo>
                    <a:pt x="478" y="5110"/>
                    <a:pt x="506" y="5026"/>
                    <a:pt x="534" y="4885"/>
                  </a:cubicBezTo>
                  <a:cubicBezTo>
                    <a:pt x="590" y="4661"/>
                    <a:pt x="674" y="4352"/>
                    <a:pt x="786" y="4015"/>
                  </a:cubicBezTo>
                  <a:cubicBezTo>
                    <a:pt x="899" y="3678"/>
                    <a:pt x="1011" y="3341"/>
                    <a:pt x="1123" y="3145"/>
                  </a:cubicBezTo>
                  <a:cubicBezTo>
                    <a:pt x="1292" y="2920"/>
                    <a:pt x="1573" y="2667"/>
                    <a:pt x="1909" y="2443"/>
                  </a:cubicBezTo>
                  <a:cubicBezTo>
                    <a:pt x="2246" y="2190"/>
                    <a:pt x="2639" y="1937"/>
                    <a:pt x="2920" y="1601"/>
                  </a:cubicBezTo>
                  <a:cubicBezTo>
                    <a:pt x="3145" y="1348"/>
                    <a:pt x="3341" y="1011"/>
                    <a:pt x="3510" y="786"/>
                  </a:cubicBezTo>
                  <a:cubicBezTo>
                    <a:pt x="3566" y="674"/>
                    <a:pt x="3650" y="590"/>
                    <a:pt x="3706" y="534"/>
                  </a:cubicBezTo>
                  <a:lnTo>
                    <a:pt x="3762" y="478"/>
                  </a:lnTo>
                  <a:lnTo>
                    <a:pt x="3790" y="506"/>
                  </a:lnTo>
                  <a:cubicBezTo>
                    <a:pt x="3847" y="562"/>
                    <a:pt x="3875" y="646"/>
                    <a:pt x="3875" y="758"/>
                  </a:cubicBezTo>
                  <a:cubicBezTo>
                    <a:pt x="3875" y="1039"/>
                    <a:pt x="3706" y="1432"/>
                    <a:pt x="3454" y="1769"/>
                  </a:cubicBezTo>
                  <a:cubicBezTo>
                    <a:pt x="3285" y="2022"/>
                    <a:pt x="2864" y="2499"/>
                    <a:pt x="2471" y="3060"/>
                  </a:cubicBezTo>
                  <a:cubicBezTo>
                    <a:pt x="2078" y="3622"/>
                    <a:pt x="1713" y="4296"/>
                    <a:pt x="1685" y="4970"/>
                  </a:cubicBezTo>
                  <a:cubicBezTo>
                    <a:pt x="1685" y="5110"/>
                    <a:pt x="1769" y="5222"/>
                    <a:pt x="1909" y="5222"/>
                  </a:cubicBezTo>
                  <a:cubicBezTo>
                    <a:pt x="2022" y="5222"/>
                    <a:pt x="2134" y="5138"/>
                    <a:pt x="2134" y="4998"/>
                  </a:cubicBezTo>
                  <a:cubicBezTo>
                    <a:pt x="2190" y="4464"/>
                    <a:pt x="2499" y="3847"/>
                    <a:pt x="2864" y="3313"/>
                  </a:cubicBezTo>
                  <a:cubicBezTo>
                    <a:pt x="3229" y="2780"/>
                    <a:pt x="3622" y="2331"/>
                    <a:pt x="3819" y="2050"/>
                  </a:cubicBezTo>
                  <a:cubicBezTo>
                    <a:pt x="4099" y="1657"/>
                    <a:pt x="4352" y="1208"/>
                    <a:pt x="4352" y="758"/>
                  </a:cubicBezTo>
                  <a:cubicBezTo>
                    <a:pt x="4352" y="562"/>
                    <a:pt x="4268" y="337"/>
                    <a:pt x="4099" y="169"/>
                  </a:cubicBezTo>
                  <a:cubicBezTo>
                    <a:pt x="4015" y="85"/>
                    <a:pt x="3903" y="0"/>
                    <a:pt x="376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64"/>
            <p:cNvSpPr/>
            <p:nvPr/>
          </p:nvSpPr>
          <p:spPr>
            <a:xfrm>
              <a:off x="4770150" y="2830675"/>
              <a:ext cx="77225" cy="73875"/>
            </a:xfrm>
            <a:custGeom>
              <a:avLst/>
              <a:gdLst/>
              <a:ahLst/>
              <a:cxnLst/>
              <a:rect l="l" t="t" r="r" b="b"/>
              <a:pathLst>
                <a:path w="3089" h="2955" extrusionOk="0">
                  <a:moveTo>
                    <a:pt x="1536" y="0"/>
                  </a:moveTo>
                  <a:cubicBezTo>
                    <a:pt x="677" y="0"/>
                    <a:pt x="169" y="315"/>
                    <a:pt x="169" y="315"/>
                  </a:cubicBezTo>
                  <a:lnTo>
                    <a:pt x="0" y="2561"/>
                  </a:lnTo>
                  <a:lnTo>
                    <a:pt x="3088" y="2954"/>
                  </a:lnTo>
                  <a:lnTo>
                    <a:pt x="3032" y="455"/>
                  </a:lnTo>
                  <a:cubicBezTo>
                    <a:pt x="3032" y="455"/>
                    <a:pt x="2724" y="90"/>
                    <a:pt x="1741" y="6"/>
                  </a:cubicBezTo>
                  <a:cubicBezTo>
                    <a:pt x="1671" y="2"/>
                    <a:pt x="1603" y="0"/>
                    <a:pt x="153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64"/>
            <p:cNvSpPr/>
            <p:nvPr/>
          </p:nvSpPr>
          <p:spPr>
            <a:xfrm>
              <a:off x="4764525" y="2825200"/>
              <a:ext cx="89175" cy="84950"/>
            </a:xfrm>
            <a:custGeom>
              <a:avLst/>
              <a:gdLst/>
              <a:ahLst/>
              <a:cxnLst/>
              <a:rect l="l" t="t" r="r" b="b"/>
              <a:pathLst>
                <a:path w="3567" h="3398" extrusionOk="0">
                  <a:moveTo>
                    <a:pt x="1713" y="450"/>
                  </a:moveTo>
                  <a:cubicBezTo>
                    <a:pt x="1797" y="450"/>
                    <a:pt x="1854" y="450"/>
                    <a:pt x="1938" y="478"/>
                  </a:cubicBezTo>
                  <a:cubicBezTo>
                    <a:pt x="2415" y="506"/>
                    <a:pt x="2696" y="618"/>
                    <a:pt x="2864" y="702"/>
                  </a:cubicBezTo>
                  <a:cubicBezTo>
                    <a:pt x="2929" y="724"/>
                    <a:pt x="2976" y="762"/>
                    <a:pt x="3008" y="791"/>
                  </a:cubicBezTo>
                  <a:lnTo>
                    <a:pt x="3008" y="791"/>
                  </a:lnTo>
                  <a:lnTo>
                    <a:pt x="3089" y="2892"/>
                  </a:lnTo>
                  <a:lnTo>
                    <a:pt x="3089" y="2892"/>
                  </a:lnTo>
                  <a:lnTo>
                    <a:pt x="492" y="2584"/>
                  </a:lnTo>
                  <a:lnTo>
                    <a:pt x="492" y="2584"/>
                  </a:lnTo>
                  <a:lnTo>
                    <a:pt x="611" y="676"/>
                  </a:lnTo>
                  <a:lnTo>
                    <a:pt x="611" y="676"/>
                  </a:lnTo>
                  <a:cubicBezTo>
                    <a:pt x="786" y="594"/>
                    <a:pt x="1170" y="450"/>
                    <a:pt x="1713" y="450"/>
                  </a:cubicBezTo>
                  <a:close/>
                  <a:moveTo>
                    <a:pt x="1713" y="1"/>
                  </a:moveTo>
                  <a:cubicBezTo>
                    <a:pt x="815" y="1"/>
                    <a:pt x="281" y="309"/>
                    <a:pt x="253" y="337"/>
                  </a:cubicBezTo>
                  <a:cubicBezTo>
                    <a:pt x="197" y="366"/>
                    <a:pt x="169" y="450"/>
                    <a:pt x="169" y="506"/>
                  </a:cubicBezTo>
                  <a:lnTo>
                    <a:pt x="1" y="2780"/>
                  </a:lnTo>
                  <a:cubicBezTo>
                    <a:pt x="1" y="2892"/>
                    <a:pt x="85" y="3005"/>
                    <a:pt x="197" y="3033"/>
                  </a:cubicBezTo>
                  <a:lnTo>
                    <a:pt x="3285" y="3398"/>
                  </a:lnTo>
                  <a:cubicBezTo>
                    <a:pt x="3370" y="3398"/>
                    <a:pt x="3426" y="3370"/>
                    <a:pt x="3482" y="3341"/>
                  </a:cubicBezTo>
                  <a:cubicBezTo>
                    <a:pt x="3538" y="3285"/>
                    <a:pt x="3566" y="3229"/>
                    <a:pt x="3538" y="3145"/>
                  </a:cubicBezTo>
                  <a:lnTo>
                    <a:pt x="3482" y="674"/>
                  </a:lnTo>
                  <a:cubicBezTo>
                    <a:pt x="3482" y="618"/>
                    <a:pt x="3454" y="590"/>
                    <a:pt x="3426" y="534"/>
                  </a:cubicBezTo>
                  <a:cubicBezTo>
                    <a:pt x="3398" y="478"/>
                    <a:pt x="3005" y="85"/>
                    <a:pt x="19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64"/>
            <p:cNvSpPr/>
            <p:nvPr/>
          </p:nvSpPr>
          <p:spPr>
            <a:xfrm>
              <a:off x="3826125" y="2811350"/>
              <a:ext cx="1043000" cy="918300"/>
            </a:xfrm>
            <a:custGeom>
              <a:avLst/>
              <a:gdLst/>
              <a:ahLst/>
              <a:cxnLst/>
              <a:rect l="l" t="t" r="r" b="b"/>
              <a:pathLst>
                <a:path w="41720" h="36732" extrusionOk="0">
                  <a:moveTo>
                    <a:pt x="20826" y="0"/>
                  </a:moveTo>
                  <a:cubicBezTo>
                    <a:pt x="19951" y="0"/>
                    <a:pt x="19026" y="75"/>
                    <a:pt x="18109" y="274"/>
                  </a:cubicBezTo>
                  <a:cubicBezTo>
                    <a:pt x="14347" y="1116"/>
                    <a:pt x="12157" y="2127"/>
                    <a:pt x="10248" y="3222"/>
                  </a:cubicBezTo>
                  <a:cubicBezTo>
                    <a:pt x="8339" y="4317"/>
                    <a:pt x="4577" y="5327"/>
                    <a:pt x="3931" y="6675"/>
                  </a:cubicBezTo>
                  <a:cubicBezTo>
                    <a:pt x="3285" y="7994"/>
                    <a:pt x="1011" y="22172"/>
                    <a:pt x="478" y="24025"/>
                  </a:cubicBezTo>
                  <a:cubicBezTo>
                    <a:pt x="338" y="24558"/>
                    <a:pt x="169" y="25148"/>
                    <a:pt x="1" y="25766"/>
                  </a:cubicBezTo>
                  <a:cubicBezTo>
                    <a:pt x="57" y="25990"/>
                    <a:pt x="141" y="26383"/>
                    <a:pt x="310" y="26776"/>
                  </a:cubicBezTo>
                  <a:lnTo>
                    <a:pt x="5054" y="27562"/>
                  </a:lnTo>
                  <a:cubicBezTo>
                    <a:pt x="5307" y="27338"/>
                    <a:pt x="5391" y="27141"/>
                    <a:pt x="5391" y="27141"/>
                  </a:cubicBezTo>
                  <a:cubicBezTo>
                    <a:pt x="5391" y="27141"/>
                    <a:pt x="5419" y="27198"/>
                    <a:pt x="5419" y="27282"/>
                  </a:cubicBezTo>
                  <a:cubicBezTo>
                    <a:pt x="5924" y="25878"/>
                    <a:pt x="6739" y="23829"/>
                    <a:pt x="6739" y="23829"/>
                  </a:cubicBezTo>
                  <a:cubicBezTo>
                    <a:pt x="6739" y="23829"/>
                    <a:pt x="6991" y="33402"/>
                    <a:pt x="7834" y="34441"/>
                  </a:cubicBezTo>
                  <a:cubicBezTo>
                    <a:pt x="8479" y="35227"/>
                    <a:pt x="9715" y="35451"/>
                    <a:pt x="10641" y="35648"/>
                  </a:cubicBezTo>
                  <a:cubicBezTo>
                    <a:pt x="11904" y="35901"/>
                    <a:pt x="13168" y="36181"/>
                    <a:pt x="14431" y="36350"/>
                  </a:cubicBezTo>
                  <a:cubicBezTo>
                    <a:pt x="16266" y="36619"/>
                    <a:pt x="18100" y="36732"/>
                    <a:pt x="19933" y="36732"/>
                  </a:cubicBezTo>
                  <a:cubicBezTo>
                    <a:pt x="22503" y="36732"/>
                    <a:pt x="25070" y="36509"/>
                    <a:pt x="27626" y="36181"/>
                  </a:cubicBezTo>
                  <a:cubicBezTo>
                    <a:pt x="28918" y="36013"/>
                    <a:pt x="31023" y="36097"/>
                    <a:pt x="31950" y="35002"/>
                  </a:cubicBezTo>
                  <a:cubicBezTo>
                    <a:pt x="32652" y="34188"/>
                    <a:pt x="32652" y="33149"/>
                    <a:pt x="32652" y="32897"/>
                  </a:cubicBezTo>
                  <a:cubicBezTo>
                    <a:pt x="32652" y="32644"/>
                    <a:pt x="33157" y="21976"/>
                    <a:pt x="33157" y="21976"/>
                  </a:cubicBezTo>
                  <a:cubicBezTo>
                    <a:pt x="33157" y="21976"/>
                    <a:pt x="38476" y="25938"/>
                    <a:pt x="39749" y="25938"/>
                  </a:cubicBezTo>
                  <a:cubicBezTo>
                    <a:pt x="39771" y="25938"/>
                    <a:pt x="39791" y="25937"/>
                    <a:pt x="39811" y="25934"/>
                  </a:cubicBezTo>
                  <a:cubicBezTo>
                    <a:pt x="40962" y="25822"/>
                    <a:pt x="41720" y="24783"/>
                    <a:pt x="41607" y="21723"/>
                  </a:cubicBezTo>
                  <a:cubicBezTo>
                    <a:pt x="41467" y="18663"/>
                    <a:pt x="41158" y="3671"/>
                    <a:pt x="40765" y="2969"/>
                  </a:cubicBezTo>
                  <a:cubicBezTo>
                    <a:pt x="40564" y="2609"/>
                    <a:pt x="39933" y="2397"/>
                    <a:pt x="39261" y="2397"/>
                  </a:cubicBezTo>
                  <a:cubicBezTo>
                    <a:pt x="38623" y="2397"/>
                    <a:pt x="37947" y="2588"/>
                    <a:pt x="37565" y="3025"/>
                  </a:cubicBezTo>
                  <a:cubicBezTo>
                    <a:pt x="36807" y="3924"/>
                    <a:pt x="36442" y="11335"/>
                    <a:pt x="36442" y="11335"/>
                  </a:cubicBezTo>
                  <a:cubicBezTo>
                    <a:pt x="36442" y="11335"/>
                    <a:pt x="33999" y="6029"/>
                    <a:pt x="32989" y="4373"/>
                  </a:cubicBezTo>
                  <a:cubicBezTo>
                    <a:pt x="31950" y="2716"/>
                    <a:pt x="25773" y="723"/>
                    <a:pt x="25773" y="723"/>
                  </a:cubicBezTo>
                  <a:cubicBezTo>
                    <a:pt x="25773" y="723"/>
                    <a:pt x="23541" y="0"/>
                    <a:pt x="2082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64"/>
            <p:cNvSpPr/>
            <p:nvPr/>
          </p:nvSpPr>
          <p:spPr>
            <a:xfrm>
              <a:off x="3820525" y="2805550"/>
              <a:ext cx="1051425" cy="930000"/>
            </a:xfrm>
            <a:custGeom>
              <a:avLst/>
              <a:gdLst/>
              <a:ahLst/>
              <a:cxnLst/>
              <a:rect l="l" t="t" r="r" b="b"/>
              <a:pathLst>
                <a:path w="42057" h="37200" extrusionOk="0">
                  <a:moveTo>
                    <a:pt x="21056" y="0"/>
                  </a:moveTo>
                  <a:cubicBezTo>
                    <a:pt x="20158" y="0"/>
                    <a:pt x="19231" y="85"/>
                    <a:pt x="18277" y="281"/>
                  </a:cubicBezTo>
                  <a:cubicBezTo>
                    <a:pt x="14487" y="1123"/>
                    <a:pt x="12297" y="2162"/>
                    <a:pt x="10360" y="3257"/>
                  </a:cubicBezTo>
                  <a:cubicBezTo>
                    <a:pt x="9433" y="3762"/>
                    <a:pt x="8001" y="4296"/>
                    <a:pt x="6738" y="4857"/>
                  </a:cubicBezTo>
                  <a:cubicBezTo>
                    <a:pt x="6120" y="5138"/>
                    <a:pt x="5503" y="5447"/>
                    <a:pt x="5026" y="5756"/>
                  </a:cubicBezTo>
                  <a:cubicBezTo>
                    <a:pt x="4520" y="6065"/>
                    <a:pt x="4155" y="6402"/>
                    <a:pt x="3959" y="6795"/>
                  </a:cubicBezTo>
                  <a:cubicBezTo>
                    <a:pt x="3846" y="6991"/>
                    <a:pt x="3762" y="7356"/>
                    <a:pt x="3622" y="7889"/>
                  </a:cubicBezTo>
                  <a:cubicBezTo>
                    <a:pt x="3173" y="9714"/>
                    <a:pt x="2499" y="13392"/>
                    <a:pt x="1881" y="16817"/>
                  </a:cubicBezTo>
                  <a:cubicBezTo>
                    <a:pt x="1572" y="18530"/>
                    <a:pt x="1292" y="20186"/>
                    <a:pt x="1039" y="21506"/>
                  </a:cubicBezTo>
                  <a:cubicBezTo>
                    <a:pt x="786" y="22825"/>
                    <a:pt x="590" y="23808"/>
                    <a:pt x="477" y="24201"/>
                  </a:cubicBezTo>
                  <a:cubicBezTo>
                    <a:pt x="337" y="24734"/>
                    <a:pt x="169" y="25324"/>
                    <a:pt x="0" y="25942"/>
                  </a:cubicBezTo>
                  <a:lnTo>
                    <a:pt x="0" y="26054"/>
                  </a:lnTo>
                  <a:cubicBezTo>
                    <a:pt x="56" y="26278"/>
                    <a:pt x="141" y="26671"/>
                    <a:pt x="337" y="27121"/>
                  </a:cubicBezTo>
                  <a:cubicBezTo>
                    <a:pt x="358" y="27203"/>
                    <a:pt x="438" y="27255"/>
                    <a:pt x="535" y="27255"/>
                  </a:cubicBezTo>
                  <a:cubicBezTo>
                    <a:pt x="571" y="27255"/>
                    <a:pt x="608" y="27248"/>
                    <a:pt x="646" y="27233"/>
                  </a:cubicBezTo>
                  <a:cubicBezTo>
                    <a:pt x="758" y="27177"/>
                    <a:pt x="814" y="27036"/>
                    <a:pt x="758" y="26924"/>
                  </a:cubicBezTo>
                  <a:cubicBezTo>
                    <a:pt x="590" y="26531"/>
                    <a:pt x="505" y="26166"/>
                    <a:pt x="477" y="25970"/>
                  </a:cubicBezTo>
                  <a:lnTo>
                    <a:pt x="472" y="25970"/>
                  </a:lnTo>
                  <a:lnTo>
                    <a:pt x="472" y="25970"/>
                  </a:lnTo>
                  <a:cubicBezTo>
                    <a:pt x="633" y="25383"/>
                    <a:pt x="793" y="24823"/>
                    <a:pt x="927" y="24313"/>
                  </a:cubicBezTo>
                  <a:cubicBezTo>
                    <a:pt x="1067" y="23836"/>
                    <a:pt x="1320" y="22601"/>
                    <a:pt x="1600" y="21000"/>
                  </a:cubicBezTo>
                  <a:cubicBezTo>
                    <a:pt x="2050" y="18586"/>
                    <a:pt x="2639" y="15329"/>
                    <a:pt x="3145" y="12522"/>
                  </a:cubicBezTo>
                  <a:cubicBezTo>
                    <a:pt x="3425" y="11146"/>
                    <a:pt x="3678" y="9883"/>
                    <a:pt x="3874" y="8900"/>
                  </a:cubicBezTo>
                  <a:cubicBezTo>
                    <a:pt x="3987" y="8395"/>
                    <a:pt x="4071" y="7974"/>
                    <a:pt x="4155" y="7637"/>
                  </a:cubicBezTo>
                  <a:cubicBezTo>
                    <a:pt x="4239" y="7328"/>
                    <a:pt x="4324" y="7103"/>
                    <a:pt x="4380" y="6991"/>
                  </a:cubicBezTo>
                  <a:cubicBezTo>
                    <a:pt x="4492" y="6738"/>
                    <a:pt x="4829" y="6430"/>
                    <a:pt x="5278" y="6149"/>
                  </a:cubicBezTo>
                  <a:cubicBezTo>
                    <a:pt x="5952" y="5700"/>
                    <a:pt x="6935" y="5279"/>
                    <a:pt x="7889" y="4885"/>
                  </a:cubicBezTo>
                  <a:cubicBezTo>
                    <a:pt x="8872" y="4464"/>
                    <a:pt x="9854" y="4071"/>
                    <a:pt x="10584" y="3650"/>
                  </a:cubicBezTo>
                  <a:cubicBezTo>
                    <a:pt x="12493" y="2583"/>
                    <a:pt x="14627" y="1573"/>
                    <a:pt x="18389" y="730"/>
                  </a:cubicBezTo>
                  <a:cubicBezTo>
                    <a:pt x="19287" y="534"/>
                    <a:pt x="20186" y="478"/>
                    <a:pt x="21056" y="478"/>
                  </a:cubicBezTo>
                  <a:cubicBezTo>
                    <a:pt x="22404" y="478"/>
                    <a:pt x="23611" y="646"/>
                    <a:pt x="24481" y="815"/>
                  </a:cubicBezTo>
                  <a:cubicBezTo>
                    <a:pt x="24931" y="927"/>
                    <a:pt x="25295" y="1011"/>
                    <a:pt x="25548" y="1067"/>
                  </a:cubicBezTo>
                  <a:cubicBezTo>
                    <a:pt x="25660" y="1095"/>
                    <a:pt x="25745" y="1123"/>
                    <a:pt x="25829" y="1152"/>
                  </a:cubicBezTo>
                  <a:cubicBezTo>
                    <a:pt x="25885" y="1180"/>
                    <a:pt x="25913" y="1180"/>
                    <a:pt x="25913" y="1180"/>
                  </a:cubicBezTo>
                  <a:cubicBezTo>
                    <a:pt x="25913" y="1180"/>
                    <a:pt x="26025" y="1208"/>
                    <a:pt x="26194" y="1264"/>
                  </a:cubicBezTo>
                  <a:cubicBezTo>
                    <a:pt x="26783" y="1460"/>
                    <a:pt x="28299" y="1994"/>
                    <a:pt x="29759" y="2639"/>
                  </a:cubicBezTo>
                  <a:cubicBezTo>
                    <a:pt x="30489" y="2976"/>
                    <a:pt x="31191" y="3313"/>
                    <a:pt x="31781" y="3678"/>
                  </a:cubicBezTo>
                  <a:cubicBezTo>
                    <a:pt x="32370" y="4043"/>
                    <a:pt x="32820" y="4408"/>
                    <a:pt x="33016" y="4717"/>
                  </a:cubicBezTo>
                  <a:cubicBezTo>
                    <a:pt x="33493" y="5531"/>
                    <a:pt x="34364" y="7272"/>
                    <a:pt x="35094" y="8816"/>
                  </a:cubicBezTo>
                  <a:cubicBezTo>
                    <a:pt x="35487" y="9574"/>
                    <a:pt x="35824" y="10304"/>
                    <a:pt x="36048" y="10809"/>
                  </a:cubicBezTo>
                  <a:cubicBezTo>
                    <a:pt x="36301" y="11343"/>
                    <a:pt x="36441" y="11680"/>
                    <a:pt x="36441" y="11680"/>
                  </a:cubicBezTo>
                  <a:cubicBezTo>
                    <a:pt x="36487" y="11749"/>
                    <a:pt x="36572" y="11799"/>
                    <a:pt x="36663" y="11799"/>
                  </a:cubicBezTo>
                  <a:cubicBezTo>
                    <a:pt x="36682" y="11799"/>
                    <a:pt x="36702" y="11797"/>
                    <a:pt x="36722" y="11792"/>
                  </a:cubicBezTo>
                  <a:cubicBezTo>
                    <a:pt x="36806" y="11792"/>
                    <a:pt x="36890" y="11680"/>
                    <a:pt x="36890" y="11595"/>
                  </a:cubicBezTo>
                  <a:cubicBezTo>
                    <a:pt x="36890" y="11567"/>
                    <a:pt x="36918" y="11118"/>
                    <a:pt x="36975" y="10416"/>
                  </a:cubicBezTo>
                  <a:cubicBezTo>
                    <a:pt x="37031" y="9349"/>
                    <a:pt x="37171" y="7749"/>
                    <a:pt x="37340" y="6317"/>
                  </a:cubicBezTo>
                  <a:cubicBezTo>
                    <a:pt x="37424" y="5587"/>
                    <a:pt x="37536" y="4942"/>
                    <a:pt x="37648" y="4408"/>
                  </a:cubicBezTo>
                  <a:cubicBezTo>
                    <a:pt x="37705" y="4156"/>
                    <a:pt x="37761" y="3931"/>
                    <a:pt x="37817" y="3734"/>
                  </a:cubicBezTo>
                  <a:cubicBezTo>
                    <a:pt x="37873" y="3566"/>
                    <a:pt x="37929" y="3454"/>
                    <a:pt x="37985" y="3398"/>
                  </a:cubicBezTo>
                  <a:cubicBezTo>
                    <a:pt x="38266" y="3061"/>
                    <a:pt x="38884" y="2864"/>
                    <a:pt x="39501" y="2864"/>
                  </a:cubicBezTo>
                  <a:cubicBezTo>
                    <a:pt x="39810" y="2864"/>
                    <a:pt x="40119" y="2920"/>
                    <a:pt x="40344" y="3004"/>
                  </a:cubicBezTo>
                  <a:cubicBezTo>
                    <a:pt x="40568" y="3089"/>
                    <a:pt x="40737" y="3201"/>
                    <a:pt x="40793" y="3313"/>
                  </a:cubicBezTo>
                  <a:cubicBezTo>
                    <a:pt x="40793" y="3313"/>
                    <a:pt x="40821" y="3426"/>
                    <a:pt x="40849" y="3566"/>
                  </a:cubicBezTo>
                  <a:cubicBezTo>
                    <a:pt x="40933" y="4156"/>
                    <a:pt x="41017" y="5419"/>
                    <a:pt x="41073" y="7047"/>
                  </a:cubicBezTo>
                  <a:cubicBezTo>
                    <a:pt x="41326" y="11876"/>
                    <a:pt x="41495" y="19821"/>
                    <a:pt x="41579" y="21983"/>
                  </a:cubicBezTo>
                  <a:cubicBezTo>
                    <a:pt x="41607" y="22180"/>
                    <a:pt x="41607" y="22404"/>
                    <a:pt x="41607" y="22601"/>
                  </a:cubicBezTo>
                  <a:cubicBezTo>
                    <a:pt x="41607" y="23864"/>
                    <a:pt x="41410" y="24678"/>
                    <a:pt x="41130" y="25184"/>
                  </a:cubicBezTo>
                  <a:cubicBezTo>
                    <a:pt x="40849" y="25689"/>
                    <a:pt x="40484" y="25885"/>
                    <a:pt x="40007" y="25942"/>
                  </a:cubicBezTo>
                  <a:lnTo>
                    <a:pt x="39979" y="25942"/>
                  </a:lnTo>
                  <a:cubicBezTo>
                    <a:pt x="39866" y="25942"/>
                    <a:pt x="39670" y="25885"/>
                    <a:pt x="39417" y="25801"/>
                  </a:cubicBezTo>
                  <a:cubicBezTo>
                    <a:pt x="38519" y="25436"/>
                    <a:pt x="37031" y="24482"/>
                    <a:pt x="35795" y="23639"/>
                  </a:cubicBezTo>
                  <a:cubicBezTo>
                    <a:pt x="35178" y="23218"/>
                    <a:pt x="34616" y="22797"/>
                    <a:pt x="34195" y="22516"/>
                  </a:cubicBezTo>
                  <a:cubicBezTo>
                    <a:pt x="33774" y="22208"/>
                    <a:pt x="33521" y="22039"/>
                    <a:pt x="33521" y="22039"/>
                  </a:cubicBezTo>
                  <a:cubicBezTo>
                    <a:pt x="33487" y="22004"/>
                    <a:pt x="33441" y="21980"/>
                    <a:pt x="33392" y="21980"/>
                  </a:cubicBezTo>
                  <a:cubicBezTo>
                    <a:pt x="33361" y="21980"/>
                    <a:pt x="33329" y="21990"/>
                    <a:pt x="33297" y="22011"/>
                  </a:cubicBezTo>
                  <a:cubicBezTo>
                    <a:pt x="33213" y="22039"/>
                    <a:pt x="33156" y="22123"/>
                    <a:pt x="33156" y="22208"/>
                  </a:cubicBezTo>
                  <a:cubicBezTo>
                    <a:pt x="33156" y="22208"/>
                    <a:pt x="33044" y="24875"/>
                    <a:pt x="32904" y="27570"/>
                  </a:cubicBezTo>
                  <a:cubicBezTo>
                    <a:pt x="32848" y="28917"/>
                    <a:pt x="32763" y="30265"/>
                    <a:pt x="32735" y="31304"/>
                  </a:cubicBezTo>
                  <a:cubicBezTo>
                    <a:pt x="32707" y="31837"/>
                    <a:pt x="32679" y="32258"/>
                    <a:pt x="32679" y="32567"/>
                  </a:cubicBezTo>
                  <a:cubicBezTo>
                    <a:pt x="32651" y="32904"/>
                    <a:pt x="32651" y="33073"/>
                    <a:pt x="32651" y="33129"/>
                  </a:cubicBezTo>
                  <a:cubicBezTo>
                    <a:pt x="32651" y="33381"/>
                    <a:pt x="32651" y="34336"/>
                    <a:pt x="32005" y="35094"/>
                  </a:cubicBezTo>
                  <a:cubicBezTo>
                    <a:pt x="31612" y="35571"/>
                    <a:pt x="30910" y="35796"/>
                    <a:pt x="30124" y="35936"/>
                  </a:cubicBezTo>
                  <a:cubicBezTo>
                    <a:pt x="29338" y="36077"/>
                    <a:pt x="28496" y="36077"/>
                    <a:pt x="27822" y="36161"/>
                  </a:cubicBezTo>
                  <a:cubicBezTo>
                    <a:pt x="25239" y="36498"/>
                    <a:pt x="22656" y="36722"/>
                    <a:pt x="20102" y="36722"/>
                  </a:cubicBezTo>
                  <a:cubicBezTo>
                    <a:pt x="18277" y="36722"/>
                    <a:pt x="16480" y="36610"/>
                    <a:pt x="14683" y="36357"/>
                  </a:cubicBezTo>
                  <a:cubicBezTo>
                    <a:pt x="13420" y="36189"/>
                    <a:pt x="12185" y="35908"/>
                    <a:pt x="10921" y="35655"/>
                  </a:cubicBezTo>
                  <a:cubicBezTo>
                    <a:pt x="10444" y="35543"/>
                    <a:pt x="9911" y="35459"/>
                    <a:pt x="9433" y="35262"/>
                  </a:cubicBezTo>
                  <a:cubicBezTo>
                    <a:pt x="8956" y="35094"/>
                    <a:pt x="8507" y="34869"/>
                    <a:pt x="8226" y="34504"/>
                  </a:cubicBezTo>
                  <a:cubicBezTo>
                    <a:pt x="8170" y="34448"/>
                    <a:pt x="8086" y="34196"/>
                    <a:pt x="8001" y="33859"/>
                  </a:cubicBezTo>
                  <a:cubicBezTo>
                    <a:pt x="7693" y="32651"/>
                    <a:pt x="7496" y="30181"/>
                    <a:pt x="7384" y="28019"/>
                  </a:cubicBezTo>
                  <a:cubicBezTo>
                    <a:pt x="7300" y="26952"/>
                    <a:pt x="7271" y="25970"/>
                    <a:pt x="7243" y="25240"/>
                  </a:cubicBezTo>
                  <a:cubicBezTo>
                    <a:pt x="7215" y="24510"/>
                    <a:pt x="7215" y="24061"/>
                    <a:pt x="7215" y="24061"/>
                  </a:cubicBezTo>
                  <a:cubicBezTo>
                    <a:pt x="7187" y="23948"/>
                    <a:pt x="7131" y="23864"/>
                    <a:pt x="7019" y="23836"/>
                  </a:cubicBezTo>
                  <a:cubicBezTo>
                    <a:pt x="7000" y="23831"/>
                    <a:pt x="6980" y="23829"/>
                    <a:pt x="6961" y="23829"/>
                  </a:cubicBezTo>
                  <a:cubicBezTo>
                    <a:pt x="6870" y="23829"/>
                    <a:pt x="6785" y="23883"/>
                    <a:pt x="6738" y="23976"/>
                  </a:cubicBezTo>
                  <a:cubicBezTo>
                    <a:pt x="6738" y="23976"/>
                    <a:pt x="6019" y="25785"/>
                    <a:pt x="5537" y="27168"/>
                  </a:cubicBezTo>
                  <a:lnTo>
                    <a:pt x="5537" y="27168"/>
                  </a:lnTo>
                  <a:cubicBezTo>
                    <a:pt x="5489" y="27185"/>
                    <a:pt x="5449" y="27215"/>
                    <a:pt x="5419" y="27261"/>
                  </a:cubicBezTo>
                  <a:cubicBezTo>
                    <a:pt x="5419" y="27289"/>
                    <a:pt x="5334" y="27430"/>
                    <a:pt x="5110" y="27654"/>
                  </a:cubicBezTo>
                  <a:cubicBezTo>
                    <a:pt x="5026" y="27738"/>
                    <a:pt x="5026" y="27879"/>
                    <a:pt x="5110" y="27963"/>
                  </a:cubicBezTo>
                  <a:cubicBezTo>
                    <a:pt x="5152" y="28019"/>
                    <a:pt x="5215" y="28047"/>
                    <a:pt x="5278" y="28047"/>
                  </a:cubicBezTo>
                  <a:cubicBezTo>
                    <a:pt x="5341" y="28047"/>
                    <a:pt x="5405" y="28019"/>
                    <a:pt x="5447" y="27963"/>
                  </a:cubicBezTo>
                  <a:cubicBezTo>
                    <a:pt x="5529" y="27880"/>
                    <a:pt x="5597" y="27804"/>
                    <a:pt x="5651" y="27738"/>
                  </a:cubicBezTo>
                  <a:lnTo>
                    <a:pt x="5651" y="27738"/>
                  </a:lnTo>
                  <a:cubicBezTo>
                    <a:pt x="5759" y="27736"/>
                    <a:pt x="5840" y="27679"/>
                    <a:pt x="5868" y="27570"/>
                  </a:cubicBezTo>
                  <a:cubicBezTo>
                    <a:pt x="6120" y="26896"/>
                    <a:pt x="6457" y="26026"/>
                    <a:pt x="6710" y="25352"/>
                  </a:cubicBezTo>
                  <a:cubicBezTo>
                    <a:pt x="6731" y="25298"/>
                    <a:pt x="6752" y="25246"/>
                    <a:pt x="6773" y="25195"/>
                  </a:cubicBezTo>
                  <a:lnTo>
                    <a:pt x="6773" y="25195"/>
                  </a:lnTo>
                  <a:cubicBezTo>
                    <a:pt x="6806" y="26135"/>
                    <a:pt x="6866" y="27550"/>
                    <a:pt x="6963" y="29002"/>
                  </a:cubicBezTo>
                  <a:cubicBezTo>
                    <a:pt x="7047" y="30265"/>
                    <a:pt x="7159" y="31557"/>
                    <a:pt x="7300" y="32595"/>
                  </a:cubicBezTo>
                  <a:cubicBezTo>
                    <a:pt x="7384" y="33129"/>
                    <a:pt x="7440" y="33606"/>
                    <a:pt x="7552" y="33971"/>
                  </a:cubicBezTo>
                  <a:cubicBezTo>
                    <a:pt x="7636" y="34336"/>
                    <a:pt x="7721" y="34617"/>
                    <a:pt x="7861" y="34813"/>
                  </a:cubicBezTo>
                  <a:cubicBezTo>
                    <a:pt x="8226" y="35262"/>
                    <a:pt x="8731" y="35515"/>
                    <a:pt x="9265" y="35712"/>
                  </a:cubicBezTo>
                  <a:cubicBezTo>
                    <a:pt x="9798" y="35908"/>
                    <a:pt x="10360" y="36020"/>
                    <a:pt x="10809" y="36105"/>
                  </a:cubicBezTo>
                  <a:cubicBezTo>
                    <a:pt x="12072" y="36385"/>
                    <a:pt x="13336" y="36638"/>
                    <a:pt x="14627" y="36835"/>
                  </a:cubicBezTo>
                  <a:cubicBezTo>
                    <a:pt x="16452" y="37087"/>
                    <a:pt x="18277" y="37200"/>
                    <a:pt x="20102" y="37200"/>
                  </a:cubicBezTo>
                  <a:cubicBezTo>
                    <a:pt x="22685" y="37200"/>
                    <a:pt x="25295" y="36975"/>
                    <a:pt x="27878" y="36638"/>
                  </a:cubicBezTo>
                  <a:cubicBezTo>
                    <a:pt x="28496" y="36554"/>
                    <a:pt x="29366" y="36526"/>
                    <a:pt x="30180" y="36385"/>
                  </a:cubicBezTo>
                  <a:cubicBezTo>
                    <a:pt x="31023" y="36245"/>
                    <a:pt x="31837" y="35992"/>
                    <a:pt x="32370" y="35375"/>
                  </a:cubicBezTo>
                  <a:cubicBezTo>
                    <a:pt x="33128" y="34476"/>
                    <a:pt x="33100" y="33409"/>
                    <a:pt x="33128" y="33129"/>
                  </a:cubicBezTo>
                  <a:cubicBezTo>
                    <a:pt x="33128" y="33101"/>
                    <a:pt x="33128" y="32904"/>
                    <a:pt x="33128" y="32595"/>
                  </a:cubicBezTo>
                  <a:cubicBezTo>
                    <a:pt x="33184" y="31500"/>
                    <a:pt x="33297" y="28889"/>
                    <a:pt x="33409" y="26587"/>
                  </a:cubicBezTo>
                  <a:cubicBezTo>
                    <a:pt x="33465" y="25436"/>
                    <a:pt x="33521" y="24341"/>
                    <a:pt x="33578" y="23527"/>
                  </a:cubicBezTo>
                  <a:cubicBezTo>
                    <a:pt x="33590" y="23177"/>
                    <a:pt x="33603" y="22883"/>
                    <a:pt x="33613" y="22664"/>
                  </a:cubicBezTo>
                  <a:lnTo>
                    <a:pt x="33613" y="22664"/>
                  </a:lnTo>
                  <a:cubicBezTo>
                    <a:pt x="34112" y="23022"/>
                    <a:pt x="35054" y="23703"/>
                    <a:pt x="36076" y="24397"/>
                  </a:cubicBezTo>
                  <a:cubicBezTo>
                    <a:pt x="36834" y="24875"/>
                    <a:pt x="37620" y="25380"/>
                    <a:pt x="38294" y="25773"/>
                  </a:cubicBezTo>
                  <a:cubicBezTo>
                    <a:pt x="38659" y="25942"/>
                    <a:pt x="38968" y="26110"/>
                    <a:pt x="39249" y="26222"/>
                  </a:cubicBezTo>
                  <a:cubicBezTo>
                    <a:pt x="39529" y="26335"/>
                    <a:pt x="39754" y="26419"/>
                    <a:pt x="39979" y="26419"/>
                  </a:cubicBezTo>
                  <a:lnTo>
                    <a:pt x="40063" y="26419"/>
                  </a:lnTo>
                  <a:cubicBezTo>
                    <a:pt x="40652" y="26335"/>
                    <a:pt x="41186" y="26026"/>
                    <a:pt x="41523" y="25408"/>
                  </a:cubicBezTo>
                  <a:cubicBezTo>
                    <a:pt x="41888" y="24819"/>
                    <a:pt x="42056" y="23892"/>
                    <a:pt x="42056" y="22601"/>
                  </a:cubicBezTo>
                  <a:cubicBezTo>
                    <a:pt x="42056" y="22404"/>
                    <a:pt x="42056" y="22180"/>
                    <a:pt x="42056" y="21955"/>
                  </a:cubicBezTo>
                  <a:cubicBezTo>
                    <a:pt x="42000" y="20411"/>
                    <a:pt x="41888" y="15891"/>
                    <a:pt x="41719" y="11680"/>
                  </a:cubicBezTo>
                  <a:cubicBezTo>
                    <a:pt x="41663" y="9574"/>
                    <a:pt x="41579" y="7525"/>
                    <a:pt x="41495" y="5980"/>
                  </a:cubicBezTo>
                  <a:cubicBezTo>
                    <a:pt x="41438" y="5194"/>
                    <a:pt x="41410" y="4549"/>
                    <a:pt x="41354" y="4043"/>
                  </a:cubicBezTo>
                  <a:cubicBezTo>
                    <a:pt x="41326" y="3819"/>
                    <a:pt x="41326" y="3594"/>
                    <a:pt x="41298" y="3454"/>
                  </a:cubicBezTo>
                  <a:cubicBezTo>
                    <a:pt x="41270" y="3369"/>
                    <a:pt x="41270" y="3313"/>
                    <a:pt x="41242" y="3257"/>
                  </a:cubicBezTo>
                  <a:cubicBezTo>
                    <a:pt x="41242" y="3173"/>
                    <a:pt x="41214" y="3145"/>
                    <a:pt x="41186" y="3089"/>
                  </a:cubicBezTo>
                  <a:cubicBezTo>
                    <a:pt x="41045" y="2836"/>
                    <a:pt x="40793" y="2668"/>
                    <a:pt x="40512" y="2555"/>
                  </a:cubicBezTo>
                  <a:cubicBezTo>
                    <a:pt x="40203" y="2443"/>
                    <a:pt x="39866" y="2387"/>
                    <a:pt x="39501" y="2387"/>
                  </a:cubicBezTo>
                  <a:cubicBezTo>
                    <a:pt x="38799" y="2387"/>
                    <a:pt x="38069" y="2583"/>
                    <a:pt x="37620" y="3117"/>
                  </a:cubicBezTo>
                  <a:cubicBezTo>
                    <a:pt x="37480" y="3285"/>
                    <a:pt x="37396" y="3510"/>
                    <a:pt x="37311" y="3819"/>
                  </a:cubicBezTo>
                  <a:cubicBezTo>
                    <a:pt x="37003" y="4857"/>
                    <a:pt x="36778" y="6766"/>
                    <a:pt x="36638" y="8451"/>
                  </a:cubicBezTo>
                  <a:cubicBezTo>
                    <a:pt x="36567" y="9297"/>
                    <a:pt x="36518" y="10080"/>
                    <a:pt x="36486" y="10649"/>
                  </a:cubicBezTo>
                  <a:lnTo>
                    <a:pt x="36486" y="10649"/>
                  </a:lnTo>
                  <a:cubicBezTo>
                    <a:pt x="36243" y="10120"/>
                    <a:pt x="35901" y="9392"/>
                    <a:pt x="35515" y="8619"/>
                  </a:cubicBezTo>
                  <a:cubicBezTo>
                    <a:pt x="34785" y="7075"/>
                    <a:pt x="33914" y="5335"/>
                    <a:pt x="33409" y="4464"/>
                  </a:cubicBezTo>
                  <a:cubicBezTo>
                    <a:pt x="33100" y="3987"/>
                    <a:pt x="32511" y="3566"/>
                    <a:pt x="31753" y="3117"/>
                  </a:cubicBezTo>
                  <a:cubicBezTo>
                    <a:pt x="29563" y="1853"/>
                    <a:pt x="26082" y="730"/>
                    <a:pt x="26053" y="730"/>
                  </a:cubicBezTo>
                  <a:cubicBezTo>
                    <a:pt x="26053" y="730"/>
                    <a:pt x="23808" y="0"/>
                    <a:pt x="210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64"/>
            <p:cNvSpPr/>
            <p:nvPr/>
          </p:nvSpPr>
          <p:spPr>
            <a:xfrm>
              <a:off x="4528000" y="3305275"/>
              <a:ext cx="55475" cy="49150"/>
            </a:xfrm>
            <a:custGeom>
              <a:avLst/>
              <a:gdLst/>
              <a:ahLst/>
              <a:cxnLst/>
              <a:rect l="l" t="t" r="r" b="b"/>
              <a:pathLst>
                <a:path w="2219" h="1966" extrusionOk="0">
                  <a:moveTo>
                    <a:pt x="1938" y="1"/>
                  </a:moveTo>
                  <a:lnTo>
                    <a:pt x="0" y="1601"/>
                  </a:lnTo>
                  <a:lnTo>
                    <a:pt x="309" y="1966"/>
                  </a:lnTo>
                  <a:lnTo>
                    <a:pt x="2218" y="366"/>
                  </a:lnTo>
                  <a:lnTo>
                    <a:pt x="1938"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64"/>
            <p:cNvSpPr/>
            <p:nvPr/>
          </p:nvSpPr>
          <p:spPr>
            <a:xfrm>
              <a:off x="4205850" y="3376875"/>
              <a:ext cx="290600" cy="241475"/>
            </a:xfrm>
            <a:custGeom>
              <a:avLst/>
              <a:gdLst/>
              <a:ahLst/>
              <a:cxnLst/>
              <a:rect l="l" t="t" r="r" b="b"/>
              <a:pathLst>
                <a:path w="11624" h="9659" extrusionOk="0">
                  <a:moveTo>
                    <a:pt x="11342" y="0"/>
                  </a:moveTo>
                  <a:lnTo>
                    <a:pt x="0" y="9321"/>
                  </a:lnTo>
                  <a:lnTo>
                    <a:pt x="309" y="9658"/>
                  </a:lnTo>
                  <a:lnTo>
                    <a:pt x="11623" y="365"/>
                  </a:lnTo>
                  <a:lnTo>
                    <a:pt x="1134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64"/>
            <p:cNvSpPr/>
            <p:nvPr/>
          </p:nvSpPr>
          <p:spPr>
            <a:xfrm>
              <a:off x="4167250" y="3454775"/>
              <a:ext cx="129150" cy="108825"/>
            </a:xfrm>
            <a:custGeom>
              <a:avLst/>
              <a:gdLst/>
              <a:ahLst/>
              <a:cxnLst/>
              <a:rect l="l" t="t" r="r" b="b"/>
              <a:pathLst>
                <a:path w="5166" h="4353" extrusionOk="0">
                  <a:moveTo>
                    <a:pt x="4857" y="1"/>
                  </a:moveTo>
                  <a:lnTo>
                    <a:pt x="0" y="3987"/>
                  </a:lnTo>
                  <a:lnTo>
                    <a:pt x="281" y="4352"/>
                  </a:lnTo>
                  <a:lnTo>
                    <a:pt x="5166" y="366"/>
                  </a:lnTo>
                  <a:lnTo>
                    <a:pt x="4857"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64"/>
            <p:cNvSpPr/>
            <p:nvPr/>
          </p:nvSpPr>
          <p:spPr>
            <a:xfrm>
              <a:off x="3883675" y="3624500"/>
              <a:ext cx="118650" cy="385075"/>
            </a:xfrm>
            <a:custGeom>
              <a:avLst/>
              <a:gdLst/>
              <a:ahLst/>
              <a:cxnLst/>
              <a:rect l="l" t="t" r="r" b="b"/>
              <a:pathLst>
                <a:path w="4746" h="15403" extrusionOk="0">
                  <a:moveTo>
                    <a:pt x="3454" y="1"/>
                  </a:moveTo>
                  <a:cubicBezTo>
                    <a:pt x="3327" y="1"/>
                    <a:pt x="3198" y="63"/>
                    <a:pt x="3117" y="202"/>
                  </a:cubicBezTo>
                  <a:lnTo>
                    <a:pt x="310" y="5424"/>
                  </a:lnTo>
                  <a:cubicBezTo>
                    <a:pt x="85" y="5845"/>
                    <a:pt x="1" y="6323"/>
                    <a:pt x="85" y="6772"/>
                  </a:cubicBezTo>
                  <a:lnTo>
                    <a:pt x="1545" y="15194"/>
                  </a:lnTo>
                  <a:cubicBezTo>
                    <a:pt x="1560" y="15332"/>
                    <a:pt x="1667" y="15403"/>
                    <a:pt x="1775" y="15403"/>
                  </a:cubicBezTo>
                  <a:cubicBezTo>
                    <a:pt x="1865" y="15403"/>
                    <a:pt x="1956" y="15353"/>
                    <a:pt x="1994" y="15250"/>
                  </a:cubicBezTo>
                  <a:lnTo>
                    <a:pt x="4577" y="8260"/>
                  </a:lnTo>
                  <a:cubicBezTo>
                    <a:pt x="4689" y="7951"/>
                    <a:pt x="4745" y="7614"/>
                    <a:pt x="4689" y="7305"/>
                  </a:cubicBezTo>
                  <a:lnTo>
                    <a:pt x="3847" y="343"/>
                  </a:lnTo>
                  <a:cubicBezTo>
                    <a:pt x="3814" y="128"/>
                    <a:pt x="3636" y="1"/>
                    <a:pt x="345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64"/>
            <p:cNvSpPr/>
            <p:nvPr/>
          </p:nvSpPr>
          <p:spPr>
            <a:xfrm>
              <a:off x="3878775" y="3619025"/>
              <a:ext cx="128450" cy="396575"/>
            </a:xfrm>
            <a:custGeom>
              <a:avLst/>
              <a:gdLst/>
              <a:ahLst/>
              <a:cxnLst/>
              <a:rect l="l" t="t" r="r" b="b"/>
              <a:pathLst>
                <a:path w="5138" h="15863" extrusionOk="0">
                  <a:moveTo>
                    <a:pt x="3650" y="449"/>
                  </a:moveTo>
                  <a:lnTo>
                    <a:pt x="3762" y="505"/>
                  </a:lnTo>
                  <a:cubicBezTo>
                    <a:pt x="3790" y="505"/>
                    <a:pt x="3790" y="534"/>
                    <a:pt x="3818" y="590"/>
                  </a:cubicBezTo>
                  <a:lnTo>
                    <a:pt x="4661" y="7552"/>
                  </a:lnTo>
                  <a:cubicBezTo>
                    <a:pt x="4661" y="7636"/>
                    <a:pt x="4661" y="7693"/>
                    <a:pt x="4661" y="7777"/>
                  </a:cubicBezTo>
                  <a:cubicBezTo>
                    <a:pt x="4661" y="7973"/>
                    <a:pt x="4633" y="8198"/>
                    <a:pt x="4548" y="8394"/>
                  </a:cubicBezTo>
                  <a:lnTo>
                    <a:pt x="1966" y="15385"/>
                  </a:lnTo>
                  <a:lnTo>
                    <a:pt x="506" y="6963"/>
                  </a:lnTo>
                  <a:cubicBezTo>
                    <a:pt x="478" y="6850"/>
                    <a:pt x="478" y="6738"/>
                    <a:pt x="478" y="6654"/>
                  </a:cubicBezTo>
                  <a:cubicBezTo>
                    <a:pt x="478" y="6345"/>
                    <a:pt x="562" y="6036"/>
                    <a:pt x="702" y="5755"/>
                  </a:cubicBezTo>
                  <a:lnTo>
                    <a:pt x="3538" y="534"/>
                  </a:lnTo>
                  <a:cubicBezTo>
                    <a:pt x="3566" y="477"/>
                    <a:pt x="3594" y="449"/>
                    <a:pt x="3650" y="449"/>
                  </a:cubicBezTo>
                  <a:close/>
                  <a:moveTo>
                    <a:pt x="3650" y="0"/>
                  </a:moveTo>
                  <a:cubicBezTo>
                    <a:pt x="3454" y="0"/>
                    <a:pt x="3229" y="112"/>
                    <a:pt x="3117" y="309"/>
                  </a:cubicBezTo>
                  <a:lnTo>
                    <a:pt x="281" y="5531"/>
                  </a:lnTo>
                  <a:cubicBezTo>
                    <a:pt x="113" y="5868"/>
                    <a:pt x="0" y="6261"/>
                    <a:pt x="0" y="6654"/>
                  </a:cubicBezTo>
                  <a:cubicBezTo>
                    <a:pt x="0" y="6766"/>
                    <a:pt x="28" y="6907"/>
                    <a:pt x="56" y="7047"/>
                  </a:cubicBezTo>
                  <a:lnTo>
                    <a:pt x="1516" y="15469"/>
                  </a:lnTo>
                  <a:cubicBezTo>
                    <a:pt x="1516" y="15582"/>
                    <a:pt x="1601" y="15694"/>
                    <a:pt x="1685" y="15750"/>
                  </a:cubicBezTo>
                  <a:cubicBezTo>
                    <a:pt x="1769" y="15806"/>
                    <a:pt x="1853" y="15862"/>
                    <a:pt x="1966" y="15862"/>
                  </a:cubicBezTo>
                  <a:cubicBezTo>
                    <a:pt x="2134" y="15862"/>
                    <a:pt x="2331" y="15750"/>
                    <a:pt x="2387" y="15554"/>
                  </a:cubicBezTo>
                  <a:lnTo>
                    <a:pt x="4998" y="8563"/>
                  </a:lnTo>
                  <a:cubicBezTo>
                    <a:pt x="5082" y="8310"/>
                    <a:pt x="5138" y="8030"/>
                    <a:pt x="5138" y="7777"/>
                  </a:cubicBezTo>
                  <a:cubicBezTo>
                    <a:pt x="5138" y="7665"/>
                    <a:pt x="5138" y="7580"/>
                    <a:pt x="5138" y="7496"/>
                  </a:cubicBezTo>
                  <a:lnTo>
                    <a:pt x="4268" y="534"/>
                  </a:lnTo>
                  <a:cubicBezTo>
                    <a:pt x="4268" y="365"/>
                    <a:pt x="4183" y="225"/>
                    <a:pt x="4043" y="140"/>
                  </a:cubicBezTo>
                  <a:cubicBezTo>
                    <a:pt x="3931" y="28"/>
                    <a:pt x="3790" y="0"/>
                    <a:pt x="36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64"/>
            <p:cNvSpPr/>
            <p:nvPr/>
          </p:nvSpPr>
          <p:spPr>
            <a:xfrm>
              <a:off x="4737150" y="3094725"/>
              <a:ext cx="70925" cy="163550"/>
            </a:xfrm>
            <a:custGeom>
              <a:avLst/>
              <a:gdLst/>
              <a:ahLst/>
              <a:cxnLst/>
              <a:rect l="l" t="t" r="r" b="b"/>
              <a:pathLst>
                <a:path w="2837" h="6542" extrusionOk="0">
                  <a:moveTo>
                    <a:pt x="1" y="0"/>
                  </a:moveTo>
                  <a:lnTo>
                    <a:pt x="2836" y="6542"/>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64"/>
            <p:cNvSpPr/>
            <p:nvPr/>
          </p:nvSpPr>
          <p:spPr>
            <a:xfrm>
              <a:off x="4730125" y="3088925"/>
              <a:ext cx="84250" cy="175525"/>
            </a:xfrm>
            <a:custGeom>
              <a:avLst/>
              <a:gdLst/>
              <a:ahLst/>
              <a:cxnLst/>
              <a:rect l="l" t="t" r="r" b="b"/>
              <a:pathLst>
                <a:path w="3370" h="7021" extrusionOk="0">
                  <a:moveTo>
                    <a:pt x="257" y="1"/>
                  </a:moveTo>
                  <a:cubicBezTo>
                    <a:pt x="237" y="1"/>
                    <a:pt x="217" y="3"/>
                    <a:pt x="198" y="8"/>
                  </a:cubicBezTo>
                  <a:cubicBezTo>
                    <a:pt x="57" y="64"/>
                    <a:pt x="1" y="204"/>
                    <a:pt x="57" y="316"/>
                  </a:cubicBezTo>
                  <a:lnTo>
                    <a:pt x="2893" y="6886"/>
                  </a:lnTo>
                  <a:cubicBezTo>
                    <a:pt x="2934" y="6968"/>
                    <a:pt x="3020" y="7020"/>
                    <a:pt x="3107" y="7020"/>
                  </a:cubicBezTo>
                  <a:cubicBezTo>
                    <a:pt x="3139" y="7020"/>
                    <a:pt x="3171" y="7013"/>
                    <a:pt x="3202" y="6998"/>
                  </a:cubicBezTo>
                  <a:cubicBezTo>
                    <a:pt x="3314" y="6942"/>
                    <a:pt x="3370" y="6802"/>
                    <a:pt x="3314" y="6689"/>
                  </a:cubicBezTo>
                  <a:lnTo>
                    <a:pt x="506" y="148"/>
                  </a:lnTo>
                  <a:cubicBezTo>
                    <a:pt x="460" y="55"/>
                    <a:pt x="356" y="1"/>
                    <a:pt x="2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64"/>
            <p:cNvSpPr/>
            <p:nvPr/>
          </p:nvSpPr>
          <p:spPr>
            <a:xfrm>
              <a:off x="3973525" y="3851475"/>
              <a:ext cx="22225" cy="90425"/>
            </a:xfrm>
            <a:custGeom>
              <a:avLst/>
              <a:gdLst/>
              <a:ahLst/>
              <a:cxnLst/>
              <a:rect l="l" t="t" r="r" b="b"/>
              <a:pathLst>
                <a:path w="889" h="3617" extrusionOk="0">
                  <a:moveTo>
                    <a:pt x="685" y="1"/>
                  </a:moveTo>
                  <a:cubicBezTo>
                    <a:pt x="578" y="1"/>
                    <a:pt x="438" y="191"/>
                    <a:pt x="309" y="500"/>
                  </a:cubicBezTo>
                  <a:cubicBezTo>
                    <a:pt x="28" y="1174"/>
                    <a:pt x="0" y="3617"/>
                    <a:pt x="0" y="3617"/>
                  </a:cubicBezTo>
                  <a:cubicBezTo>
                    <a:pt x="0" y="3617"/>
                    <a:pt x="730" y="2129"/>
                    <a:pt x="843" y="921"/>
                  </a:cubicBezTo>
                  <a:cubicBezTo>
                    <a:pt x="888" y="267"/>
                    <a:pt x="810" y="1"/>
                    <a:pt x="685"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64"/>
            <p:cNvSpPr/>
            <p:nvPr/>
          </p:nvSpPr>
          <p:spPr>
            <a:xfrm>
              <a:off x="3967900" y="3845725"/>
              <a:ext cx="33025" cy="101975"/>
            </a:xfrm>
            <a:custGeom>
              <a:avLst/>
              <a:gdLst/>
              <a:ahLst/>
              <a:cxnLst/>
              <a:rect l="l" t="t" r="r" b="b"/>
              <a:pathLst>
                <a:path w="1321" h="4079" extrusionOk="0">
                  <a:moveTo>
                    <a:pt x="838" y="639"/>
                  </a:moveTo>
                  <a:lnTo>
                    <a:pt x="838" y="639"/>
                  </a:lnTo>
                  <a:cubicBezTo>
                    <a:pt x="841" y="682"/>
                    <a:pt x="843" y="731"/>
                    <a:pt x="843" y="786"/>
                  </a:cubicBezTo>
                  <a:cubicBezTo>
                    <a:pt x="843" y="871"/>
                    <a:pt x="843" y="1011"/>
                    <a:pt x="815" y="1123"/>
                  </a:cubicBezTo>
                  <a:cubicBezTo>
                    <a:pt x="792" y="1599"/>
                    <a:pt x="660" y="2110"/>
                    <a:pt x="507" y="2556"/>
                  </a:cubicBezTo>
                  <a:lnTo>
                    <a:pt x="507" y="2556"/>
                  </a:lnTo>
                  <a:cubicBezTo>
                    <a:pt x="515" y="2382"/>
                    <a:pt x="525" y="2202"/>
                    <a:pt x="534" y="2022"/>
                  </a:cubicBezTo>
                  <a:cubicBezTo>
                    <a:pt x="562" y="1769"/>
                    <a:pt x="590" y="1516"/>
                    <a:pt x="618" y="1292"/>
                  </a:cubicBezTo>
                  <a:cubicBezTo>
                    <a:pt x="675" y="1095"/>
                    <a:pt x="703" y="899"/>
                    <a:pt x="759" y="814"/>
                  </a:cubicBezTo>
                  <a:cubicBezTo>
                    <a:pt x="785" y="749"/>
                    <a:pt x="811" y="689"/>
                    <a:pt x="838" y="639"/>
                  </a:cubicBezTo>
                  <a:close/>
                  <a:moveTo>
                    <a:pt x="899" y="0"/>
                  </a:moveTo>
                  <a:cubicBezTo>
                    <a:pt x="815" y="0"/>
                    <a:pt x="731" y="28"/>
                    <a:pt x="675" y="84"/>
                  </a:cubicBezTo>
                  <a:cubicBezTo>
                    <a:pt x="534" y="197"/>
                    <a:pt x="422" y="393"/>
                    <a:pt x="310" y="618"/>
                  </a:cubicBezTo>
                  <a:cubicBezTo>
                    <a:pt x="225" y="843"/>
                    <a:pt x="169" y="1123"/>
                    <a:pt x="141" y="1460"/>
                  </a:cubicBezTo>
                  <a:cubicBezTo>
                    <a:pt x="1" y="2471"/>
                    <a:pt x="1" y="3847"/>
                    <a:pt x="1" y="3847"/>
                  </a:cubicBezTo>
                  <a:cubicBezTo>
                    <a:pt x="1" y="3959"/>
                    <a:pt x="85" y="4043"/>
                    <a:pt x="169" y="4071"/>
                  </a:cubicBezTo>
                  <a:cubicBezTo>
                    <a:pt x="189" y="4076"/>
                    <a:pt x="208" y="4078"/>
                    <a:pt x="227" y="4078"/>
                  </a:cubicBezTo>
                  <a:cubicBezTo>
                    <a:pt x="318" y="4078"/>
                    <a:pt x="404" y="4024"/>
                    <a:pt x="450" y="3931"/>
                  </a:cubicBezTo>
                  <a:cubicBezTo>
                    <a:pt x="450" y="3931"/>
                    <a:pt x="1180" y="2443"/>
                    <a:pt x="1292" y="1179"/>
                  </a:cubicBezTo>
                  <a:cubicBezTo>
                    <a:pt x="1320" y="1039"/>
                    <a:pt x="1320" y="899"/>
                    <a:pt x="1320" y="786"/>
                  </a:cubicBezTo>
                  <a:cubicBezTo>
                    <a:pt x="1320" y="562"/>
                    <a:pt x="1292" y="421"/>
                    <a:pt x="1264" y="281"/>
                  </a:cubicBezTo>
                  <a:cubicBezTo>
                    <a:pt x="1236" y="225"/>
                    <a:pt x="1208" y="169"/>
                    <a:pt x="1152" y="84"/>
                  </a:cubicBezTo>
                  <a:cubicBezTo>
                    <a:pt x="1096" y="28"/>
                    <a:pt x="1012"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64"/>
            <p:cNvSpPr/>
            <p:nvPr/>
          </p:nvSpPr>
          <p:spPr>
            <a:xfrm>
              <a:off x="3935625" y="3881125"/>
              <a:ext cx="53525" cy="115525"/>
            </a:xfrm>
            <a:custGeom>
              <a:avLst/>
              <a:gdLst/>
              <a:ahLst/>
              <a:cxnLst/>
              <a:rect l="l" t="t" r="r" b="b"/>
              <a:pathLst>
                <a:path w="2141" h="4621" extrusionOk="0">
                  <a:moveTo>
                    <a:pt x="1781" y="1"/>
                  </a:moveTo>
                  <a:cubicBezTo>
                    <a:pt x="1761" y="1"/>
                    <a:pt x="1738" y="6"/>
                    <a:pt x="1713" y="16"/>
                  </a:cubicBezTo>
                  <a:cubicBezTo>
                    <a:pt x="1236" y="213"/>
                    <a:pt x="1039" y="1167"/>
                    <a:pt x="1039" y="1167"/>
                  </a:cubicBezTo>
                  <a:cubicBezTo>
                    <a:pt x="1039" y="1167"/>
                    <a:pt x="877" y="1079"/>
                    <a:pt x="689" y="1079"/>
                  </a:cubicBezTo>
                  <a:cubicBezTo>
                    <a:pt x="493" y="1079"/>
                    <a:pt x="269" y="1174"/>
                    <a:pt x="169" y="1560"/>
                  </a:cubicBezTo>
                  <a:cubicBezTo>
                    <a:pt x="0" y="2318"/>
                    <a:pt x="169" y="4620"/>
                    <a:pt x="169" y="4620"/>
                  </a:cubicBezTo>
                  <a:cubicBezTo>
                    <a:pt x="169" y="4620"/>
                    <a:pt x="1348" y="3301"/>
                    <a:pt x="1516" y="2431"/>
                  </a:cubicBezTo>
                  <a:cubicBezTo>
                    <a:pt x="1703" y="1606"/>
                    <a:pt x="2141" y="1"/>
                    <a:pt x="1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64"/>
            <p:cNvSpPr/>
            <p:nvPr/>
          </p:nvSpPr>
          <p:spPr>
            <a:xfrm>
              <a:off x="3932125" y="3875200"/>
              <a:ext cx="57575" cy="127325"/>
            </a:xfrm>
            <a:custGeom>
              <a:avLst/>
              <a:gdLst/>
              <a:ahLst/>
              <a:cxnLst/>
              <a:rect l="l" t="t" r="r" b="b"/>
              <a:pathLst>
                <a:path w="2303" h="5093" extrusionOk="0">
                  <a:moveTo>
                    <a:pt x="1825" y="550"/>
                  </a:moveTo>
                  <a:cubicBezTo>
                    <a:pt x="1825" y="554"/>
                    <a:pt x="1825" y="558"/>
                    <a:pt x="1825" y="562"/>
                  </a:cubicBezTo>
                  <a:cubicBezTo>
                    <a:pt x="1825" y="787"/>
                    <a:pt x="1769" y="1151"/>
                    <a:pt x="1684" y="1545"/>
                  </a:cubicBezTo>
                  <a:cubicBezTo>
                    <a:pt x="1600" y="1909"/>
                    <a:pt x="1516" y="2303"/>
                    <a:pt x="1432" y="2611"/>
                  </a:cubicBezTo>
                  <a:cubicBezTo>
                    <a:pt x="1348" y="2976"/>
                    <a:pt x="1039" y="3538"/>
                    <a:pt x="730" y="3959"/>
                  </a:cubicBezTo>
                  <a:cubicBezTo>
                    <a:pt x="659" y="4072"/>
                    <a:pt x="581" y="4171"/>
                    <a:pt x="507" y="4260"/>
                  </a:cubicBezTo>
                  <a:lnTo>
                    <a:pt x="507" y="4260"/>
                  </a:lnTo>
                  <a:cubicBezTo>
                    <a:pt x="506" y="4253"/>
                    <a:pt x="506" y="4246"/>
                    <a:pt x="505" y="4240"/>
                  </a:cubicBezTo>
                  <a:cubicBezTo>
                    <a:pt x="505" y="3875"/>
                    <a:pt x="477" y="3369"/>
                    <a:pt x="477" y="2948"/>
                  </a:cubicBezTo>
                  <a:cubicBezTo>
                    <a:pt x="477" y="2499"/>
                    <a:pt x="505" y="2078"/>
                    <a:pt x="562" y="1853"/>
                  </a:cubicBezTo>
                  <a:cubicBezTo>
                    <a:pt x="590" y="1685"/>
                    <a:pt x="646" y="1629"/>
                    <a:pt x="674" y="1601"/>
                  </a:cubicBezTo>
                  <a:cubicBezTo>
                    <a:pt x="730" y="1573"/>
                    <a:pt x="758" y="1545"/>
                    <a:pt x="814" y="1545"/>
                  </a:cubicBezTo>
                  <a:cubicBezTo>
                    <a:pt x="870" y="1545"/>
                    <a:pt x="955" y="1573"/>
                    <a:pt x="1011" y="1573"/>
                  </a:cubicBezTo>
                  <a:lnTo>
                    <a:pt x="1067" y="1601"/>
                  </a:lnTo>
                  <a:lnTo>
                    <a:pt x="1067" y="1629"/>
                  </a:lnTo>
                  <a:cubicBezTo>
                    <a:pt x="1095" y="1643"/>
                    <a:pt x="1130" y="1650"/>
                    <a:pt x="1169" y="1650"/>
                  </a:cubicBezTo>
                  <a:cubicBezTo>
                    <a:pt x="1207" y="1650"/>
                    <a:pt x="1249" y="1643"/>
                    <a:pt x="1291" y="1629"/>
                  </a:cubicBezTo>
                  <a:cubicBezTo>
                    <a:pt x="1348" y="1601"/>
                    <a:pt x="1404" y="1545"/>
                    <a:pt x="1404" y="1460"/>
                  </a:cubicBezTo>
                  <a:lnTo>
                    <a:pt x="1432" y="1432"/>
                  </a:lnTo>
                  <a:cubicBezTo>
                    <a:pt x="1432" y="1348"/>
                    <a:pt x="1488" y="1123"/>
                    <a:pt x="1600" y="899"/>
                  </a:cubicBezTo>
                  <a:cubicBezTo>
                    <a:pt x="1658" y="764"/>
                    <a:pt x="1742" y="630"/>
                    <a:pt x="1825" y="550"/>
                  </a:cubicBezTo>
                  <a:close/>
                  <a:moveTo>
                    <a:pt x="1937" y="0"/>
                  </a:moveTo>
                  <a:cubicBezTo>
                    <a:pt x="1881" y="0"/>
                    <a:pt x="1825" y="28"/>
                    <a:pt x="1769" y="57"/>
                  </a:cubicBezTo>
                  <a:cubicBezTo>
                    <a:pt x="1600" y="113"/>
                    <a:pt x="1460" y="253"/>
                    <a:pt x="1376" y="393"/>
                  </a:cubicBezTo>
                  <a:cubicBezTo>
                    <a:pt x="1195" y="623"/>
                    <a:pt x="1082" y="910"/>
                    <a:pt x="1019" y="1115"/>
                  </a:cubicBezTo>
                  <a:lnTo>
                    <a:pt x="1019" y="1115"/>
                  </a:lnTo>
                  <a:cubicBezTo>
                    <a:pt x="958" y="1103"/>
                    <a:pt x="889" y="1095"/>
                    <a:pt x="814" y="1095"/>
                  </a:cubicBezTo>
                  <a:cubicBezTo>
                    <a:pt x="702" y="1095"/>
                    <a:pt x="533" y="1123"/>
                    <a:pt x="393" y="1236"/>
                  </a:cubicBezTo>
                  <a:cubicBezTo>
                    <a:pt x="253" y="1348"/>
                    <a:pt x="140" y="1516"/>
                    <a:pt x="84" y="1741"/>
                  </a:cubicBezTo>
                  <a:cubicBezTo>
                    <a:pt x="28" y="2050"/>
                    <a:pt x="0" y="2471"/>
                    <a:pt x="0" y="2948"/>
                  </a:cubicBezTo>
                  <a:cubicBezTo>
                    <a:pt x="0" y="3847"/>
                    <a:pt x="84" y="4885"/>
                    <a:pt x="84" y="4885"/>
                  </a:cubicBezTo>
                  <a:cubicBezTo>
                    <a:pt x="84" y="4998"/>
                    <a:pt x="168" y="5054"/>
                    <a:pt x="253" y="5082"/>
                  </a:cubicBezTo>
                  <a:cubicBezTo>
                    <a:pt x="275" y="5089"/>
                    <a:pt x="300" y="5093"/>
                    <a:pt x="325" y="5093"/>
                  </a:cubicBezTo>
                  <a:cubicBezTo>
                    <a:pt x="393" y="5093"/>
                    <a:pt x="464" y="5067"/>
                    <a:pt x="505" y="5026"/>
                  </a:cubicBezTo>
                  <a:cubicBezTo>
                    <a:pt x="505" y="5026"/>
                    <a:pt x="786" y="4689"/>
                    <a:pt x="1123" y="4212"/>
                  </a:cubicBezTo>
                  <a:cubicBezTo>
                    <a:pt x="1432" y="3762"/>
                    <a:pt x="1769" y="3201"/>
                    <a:pt x="1881" y="2724"/>
                  </a:cubicBezTo>
                  <a:cubicBezTo>
                    <a:pt x="1965" y="2415"/>
                    <a:pt x="2049" y="2022"/>
                    <a:pt x="2134" y="1629"/>
                  </a:cubicBezTo>
                  <a:cubicBezTo>
                    <a:pt x="2218" y="1236"/>
                    <a:pt x="2302" y="843"/>
                    <a:pt x="2302" y="562"/>
                  </a:cubicBezTo>
                  <a:cubicBezTo>
                    <a:pt x="2302" y="450"/>
                    <a:pt x="2302" y="337"/>
                    <a:pt x="2246" y="253"/>
                  </a:cubicBezTo>
                  <a:cubicBezTo>
                    <a:pt x="2218" y="197"/>
                    <a:pt x="2190" y="141"/>
                    <a:pt x="2134" y="85"/>
                  </a:cubicBezTo>
                  <a:cubicBezTo>
                    <a:pt x="2078" y="28"/>
                    <a:pt x="1993" y="0"/>
                    <a:pt x="193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64"/>
            <p:cNvSpPr/>
            <p:nvPr/>
          </p:nvSpPr>
          <p:spPr>
            <a:xfrm>
              <a:off x="3952475" y="3904550"/>
              <a:ext cx="18275" cy="72300"/>
            </a:xfrm>
            <a:custGeom>
              <a:avLst/>
              <a:gdLst/>
              <a:ahLst/>
              <a:cxnLst/>
              <a:rect l="l" t="t" r="r" b="b"/>
              <a:pathLst>
                <a:path w="731" h="2892" extrusionOk="0">
                  <a:moveTo>
                    <a:pt x="363" y="0"/>
                  </a:moveTo>
                  <a:cubicBezTo>
                    <a:pt x="345" y="0"/>
                    <a:pt x="327" y="2"/>
                    <a:pt x="309" y="6"/>
                  </a:cubicBezTo>
                  <a:cubicBezTo>
                    <a:pt x="197" y="34"/>
                    <a:pt x="112" y="174"/>
                    <a:pt x="141" y="286"/>
                  </a:cubicBezTo>
                  <a:lnTo>
                    <a:pt x="141" y="314"/>
                  </a:lnTo>
                  <a:cubicBezTo>
                    <a:pt x="169" y="427"/>
                    <a:pt x="253" y="876"/>
                    <a:pt x="253" y="1409"/>
                  </a:cubicBezTo>
                  <a:cubicBezTo>
                    <a:pt x="253" y="1802"/>
                    <a:pt x="197" y="2252"/>
                    <a:pt x="56" y="2560"/>
                  </a:cubicBezTo>
                  <a:cubicBezTo>
                    <a:pt x="0" y="2701"/>
                    <a:pt x="56" y="2841"/>
                    <a:pt x="197" y="2869"/>
                  </a:cubicBezTo>
                  <a:cubicBezTo>
                    <a:pt x="227" y="2884"/>
                    <a:pt x="259" y="2891"/>
                    <a:pt x="291" y="2891"/>
                  </a:cubicBezTo>
                  <a:cubicBezTo>
                    <a:pt x="378" y="2891"/>
                    <a:pt x="464" y="2839"/>
                    <a:pt x="506" y="2757"/>
                  </a:cubicBezTo>
                  <a:cubicBezTo>
                    <a:pt x="674" y="2336"/>
                    <a:pt x="730" y="1858"/>
                    <a:pt x="730" y="1409"/>
                  </a:cubicBezTo>
                  <a:cubicBezTo>
                    <a:pt x="730" y="764"/>
                    <a:pt x="590" y="202"/>
                    <a:pt x="590" y="174"/>
                  </a:cubicBezTo>
                  <a:cubicBezTo>
                    <a:pt x="565" y="76"/>
                    <a:pt x="477" y="0"/>
                    <a:pt x="3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64"/>
            <p:cNvSpPr/>
            <p:nvPr/>
          </p:nvSpPr>
          <p:spPr>
            <a:xfrm>
              <a:off x="4649425" y="3143050"/>
              <a:ext cx="18275" cy="224025"/>
            </a:xfrm>
            <a:custGeom>
              <a:avLst/>
              <a:gdLst/>
              <a:ahLst/>
              <a:cxnLst/>
              <a:rect l="l" t="t" r="r" b="b"/>
              <a:pathLst>
                <a:path w="731" h="8961" extrusionOk="0">
                  <a:moveTo>
                    <a:pt x="463" y="0"/>
                  </a:moveTo>
                  <a:cubicBezTo>
                    <a:pt x="343" y="0"/>
                    <a:pt x="253" y="103"/>
                    <a:pt x="253" y="229"/>
                  </a:cubicBezTo>
                  <a:lnTo>
                    <a:pt x="0" y="8708"/>
                  </a:lnTo>
                  <a:cubicBezTo>
                    <a:pt x="0" y="8848"/>
                    <a:pt x="113" y="8932"/>
                    <a:pt x="225" y="8960"/>
                  </a:cubicBezTo>
                  <a:cubicBezTo>
                    <a:pt x="365" y="8960"/>
                    <a:pt x="478" y="8848"/>
                    <a:pt x="478" y="8736"/>
                  </a:cubicBezTo>
                  <a:lnTo>
                    <a:pt x="730" y="229"/>
                  </a:lnTo>
                  <a:cubicBezTo>
                    <a:pt x="730" y="117"/>
                    <a:pt x="618" y="4"/>
                    <a:pt x="506" y="4"/>
                  </a:cubicBezTo>
                  <a:cubicBezTo>
                    <a:pt x="491" y="2"/>
                    <a:pt x="477" y="0"/>
                    <a:pt x="4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64"/>
            <p:cNvSpPr/>
            <p:nvPr/>
          </p:nvSpPr>
          <p:spPr>
            <a:xfrm>
              <a:off x="4652225" y="3168275"/>
              <a:ext cx="37925" cy="131550"/>
            </a:xfrm>
            <a:custGeom>
              <a:avLst/>
              <a:gdLst/>
              <a:ahLst/>
              <a:cxnLst/>
              <a:rect l="l" t="t" r="r" b="b"/>
              <a:pathLst>
                <a:path w="1517" h="5262" extrusionOk="0">
                  <a:moveTo>
                    <a:pt x="1276" y="1"/>
                  </a:moveTo>
                  <a:cubicBezTo>
                    <a:pt x="1174" y="1"/>
                    <a:pt x="1064" y="80"/>
                    <a:pt x="1039" y="203"/>
                  </a:cubicBezTo>
                  <a:lnTo>
                    <a:pt x="29" y="4975"/>
                  </a:lnTo>
                  <a:cubicBezTo>
                    <a:pt x="1" y="5116"/>
                    <a:pt x="85" y="5228"/>
                    <a:pt x="197" y="5256"/>
                  </a:cubicBezTo>
                  <a:cubicBezTo>
                    <a:pt x="216" y="5260"/>
                    <a:pt x="234" y="5262"/>
                    <a:pt x="251" y="5262"/>
                  </a:cubicBezTo>
                  <a:cubicBezTo>
                    <a:pt x="366" y="5262"/>
                    <a:pt x="454" y="5185"/>
                    <a:pt x="478" y="5088"/>
                  </a:cubicBezTo>
                  <a:lnTo>
                    <a:pt x="1489" y="287"/>
                  </a:lnTo>
                  <a:cubicBezTo>
                    <a:pt x="1517" y="175"/>
                    <a:pt x="1461" y="34"/>
                    <a:pt x="1320" y="6"/>
                  </a:cubicBezTo>
                  <a:cubicBezTo>
                    <a:pt x="1306" y="2"/>
                    <a:pt x="1291" y="1"/>
                    <a:pt x="127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64"/>
            <p:cNvSpPr/>
            <p:nvPr/>
          </p:nvSpPr>
          <p:spPr>
            <a:xfrm>
              <a:off x="3982650" y="3160575"/>
              <a:ext cx="18275" cy="252825"/>
            </a:xfrm>
            <a:custGeom>
              <a:avLst/>
              <a:gdLst/>
              <a:ahLst/>
              <a:cxnLst/>
              <a:rect l="l" t="t" r="r" b="b"/>
              <a:pathLst>
                <a:path w="731" h="10113" extrusionOk="0">
                  <a:moveTo>
                    <a:pt x="260" y="1"/>
                  </a:moveTo>
                  <a:cubicBezTo>
                    <a:pt x="248" y="1"/>
                    <a:pt x="237" y="2"/>
                    <a:pt x="225" y="5"/>
                  </a:cubicBezTo>
                  <a:cubicBezTo>
                    <a:pt x="85" y="5"/>
                    <a:pt x="0" y="118"/>
                    <a:pt x="0" y="230"/>
                  </a:cubicBezTo>
                  <a:lnTo>
                    <a:pt x="253" y="9860"/>
                  </a:lnTo>
                  <a:cubicBezTo>
                    <a:pt x="253" y="10000"/>
                    <a:pt x="365" y="10112"/>
                    <a:pt x="478" y="10112"/>
                  </a:cubicBezTo>
                  <a:cubicBezTo>
                    <a:pt x="618" y="10084"/>
                    <a:pt x="730" y="10000"/>
                    <a:pt x="730" y="9860"/>
                  </a:cubicBezTo>
                  <a:lnTo>
                    <a:pt x="450" y="230"/>
                  </a:lnTo>
                  <a:cubicBezTo>
                    <a:pt x="450" y="104"/>
                    <a:pt x="360" y="1"/>
                    <a:pt x="26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64"/>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64"/>
            <p:cNvSpPr/>
            <p:nvPr/>
          </p:nvSpPr>
          <p:spPr>
            <a:xfrm>
              <a:off x="2591550" y="5031175"/>
              <a:ext cx="1179850" cy="346750"/>
            </a:xfrm>
            <a:custGeom>
              <a:avLst/>
              <a:gdLst/>
              <a:ahLst/>
              <a:cxnLst/>
              <a:rect l="l" t="t" r="r" b="b"/>
              <a:pathLst>
                <a:path w="47194" h="13870" extrusionOk="0">
                  <a:moveTo>
                    <a:pt x="23583" y="1"/>
                  </a:moveTo>
                  <a:cubicBezTo>
                    <a:pt x="10556" y="1"/>
                    <a:pt x="0" y="3117"/>
                    <a:pt x="0" y="6935"/>
                  </a:cubicBezTo>
                  <a:cubicBezTo>
                    <a:pt x="0" y="10753"/>
                    <a:pt x="10556" y="13869"/>
                    <a:pt x="23583" y="13869"/>
                  </a:cubicBezTo>
                  <a:cubicBezTo>
                    <a:pt x="36610" y="13869"/>
                    <a:pt x="47194" y="10753"/>
                    <a:pt x="47194" y="6935"/>
                  </a:cubicBezTo>
                  <a:cubicBezTo>
                    <a:pt x="47194" y="3117"/>
                    <a:pt x="36610" y="1"/>
                    <a:pt x="2358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64"/>
            <p:cNvSpPr/>
            <p:nvPr/>
          </p:nvSpPr>
          <p:spPr>
            <a:xfrm>
              <a:off x="3400100" y="2659400"/>
              <a:ext cx="126350" cy="233900"/>
            </a:xfrm>
            <a:custGeom>
              <a:avLst/>
              <a:gdLst/>
              <a:ahLst/>
              <a:cxnLst/>
              <a:rect l="l" t="t" r="r" b="b"/>
              <a:pathLst>
                <a:path w="5054" h="9356" extrusionOk="0">
                  <a:moveTo>
                    <a:pt x="1156" y="1"/>
                  </a:moveTo>
                  <a:cubicBezTo>
                    <a:pt x="1015" y="1"/>
                    <a:pt x="904" y="7"/>
                    <a:pt x="843" y="7"/>
                  </a:cubicBezTo>
                  <a:cubicBezTo>
                    <a:pt x="618" y="7"/>
                    <a:pt x="393" y="147"/>
                    <a:pt x="674" y="540"/>
                  </a:cubicBezTo>
                  <a:cubicBezTo>
                    <a:pt x="983" y="905"/>
                    <a:pt x="1881" y="990"/>
                    <a:pt x="1881" y="1355"/>
                  </a:cubicBezTo>
                  <a:lnTo>
                    <a:pt x="1881" y="3713"/>
                  </a:lnTo>
                  <a:cubicBezTo>
                    <a:pt x="1881" y="3713"/>
                    <a:pt x="1516" y="2646"/>
                    <a:pt x="1292" y="2028"/>
                  </a:cubicBezTo>
                  <a:cubicBezTo>
                    <a:pt x="1135" y="1618"/>
                    <a:pt x="653" y="1384"/>
                    <a:pt x="345" y="1384"/>
                  </a:cubicBezTo>
                  <a:cubicBezTo>
                    <a:pt x="211" y="1384"/>
                    <a:pt x="110" y="1429"/>
                    <a:pt x="85" y="1523"/>
                  </a:cubicBezTo>
                  <a:cubicBezTo>
                    <a:pt x="0" y="1804"/>
                    <a:pt x="534" y="2337"/>
                    <a:pt x="758" y="3179"/>
                  </a:cubicBezTo>
                  <a:cubicBezTo>
                    <a:pt x="983" y="3994"/>
                    <a:pt x="899" y="5594"/>
                    <a:pt x="899" y="5594"/>
                  </a:cubicBezTo>
                  <a:cubicBezTo>
                    <a:pt x="899" y="5594"/>
                    <a:pt x="843" y="6492"/>
                    <a:pt x="1516" y="7250"/>
                  </a:cubicBezTo>
                  <a:cubicBezTo>
                    <a:pt x="2190" y="8008"/>
                    <a:pt x="3482" y="9356"/>
                    <a:pt x="3482" y="9356"/>
                  </a:cubicBezTo>
                  <a:lnTo>
                    <a:pt x="5054" y="8149"/>
                  </a:lnTo>
                  <a:cubicBezTo>
                    <a:pt x="5054" y="8149"/>
                    <a:pt x="4520" y="6801"/>
                    <a:pt x="4689" y="6127"/>
                  </a:cubicBezTo>
                  <a:cubicBezTo>
                    <a:pt x="4829" y="5425"/>
                    <a:pt x="4913" y="4387"/>
                    <a:pt x="4520" y="3544"/>
                  </a:cubicBezTo>
                  <a:cubicBezTo>
                    <a:pt x="4155" y="2730"/>
                    <a:pt x="2948" y="2562"/>
                    <a:pt x="2948" y="2562"/>
                  </a:cubicBezTo>
                  <a:cubicBezTo>
                    <a:pt x="2948" y="2562"/>
                    <a:pt x="3032" y="2281"/>
                    <a:pt x="3032" y="1888"/>
                  </a:cubicBezTo>
                  <a:cubicBezTo>
                    <a:pt x="3032" y="1523"/>
                    <a:pt x="3032" y="821"/>
                    <a:pt x="2499" y="372"/>
                  </a:cubicBezTo>
                  <a:cubicBezTo>
                    <a:pt x="2111" y="45"/>
                    <a:pt x="1530" y="1"/>
                    <a:pt x="1156"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64"/>
            <p:cNvSpPr/>
            <p:nvPr/>
          </p:nvSpPr>
          <p:spPr>
            <a:xfrm>
              <a:off x="3395875" y="2653250"/>
              <a:ext cx="136900" cy="245950"/>
            </a:xfrm>
            <a:custGeom>
              <a:avLst/>
              <a:gdLst/>
              <a:ahLst/>
              <a:cxnLst/>
              <a:rect l="l" t="t" r="r" b="b"/>
              <a:pathLst>
                <a:path w="5476" h="9838" extrusionOk="0">
                  <a:moveTo>
                    <a:pt x="1292" y="478"/>
                  </a:moveTo>
                  <a:cubicBezTo>
                    <a:pt x="1461" y="478"/>
                    <a:pt x="1685" y="478"/>
                    <a:pt x="1910" y="534"/>
                  </a:cubicBezTo>
                  <a:cubicBezTo>
                    <a:pt x="2135" y="590"/>
                    <a:pt x="2359" y="674"/>
                    <a:pt x="2500" y="814"/>
                  </a:cubicBezTo>
                  <a:cubicBezTo>
                    <a:pt x="2724" y="983"/>
                    <a:pt x="2836" y="1236"/>
                    <a:pt x="2893" y="1460"/>
                  </a:cubicBezTo>
                  <a:cubicBezTo>
                    <a:pt x="2949" y="1713"/>
                    <a:pt x="2949" y="1937"/>
                    <a:pt x="2949" y="2134"/>
                  </a:cubicBezTo>
                  <a:cubicBezTo>
                    <a:pt x="2949" y="2302"/>
                    <a:pt x="2949" y="2471"/>
                    <a:pt x="2921" y="2583"/>
                  </a:cubicBezTo>
                  <a:cubicBezTo>
                    <a:pt x="2921" y="2639"/>
                    <a:pt x="2921" y="2695"/>
                    <a:pt x="2893" y="2724"/>
                  </a:cubicBezTo>
                  <a:lnTo>
                    <a:pt x="2893" y="2752"/>
                  </a:lnTo>
                  <a:cubicBezTo>
                    <a:pt x="2865" y="2836"/>
                    <a:pt x="2893" y="2892"/>
                    <a:pt x="2921" y="2948"/>
                  </a:cubicBezTo>
                  <a:cubicBezTo>
                    <a:pt x="2977" y="3004"/>
                    <a:pt x="3033" y="3032"/>
                    <a:pt x="3089" y="3060"/>
                  </a:cubicBezTo>
                  <a:cubicBezTo>
                    <a:pt x="3145" y="3060"/>
                    <a:pt x="3426" y="3117"/>
                    <a:pt x="3735" y="3229"/>
                  </a:cubicBezTo>
                  <a:cubicBezTo>
                    <a:pt x="4044" y="3369"/>
                    <a:pt x="4352" y="3594"/>
                    <a:pt x="4493" y="3903"/>
                  </a:cubicBezTo>
                  <a:cubicBezTo>
                    <a:pt x="4661" y="4296"/>
                    <a:pt x="4746" y="4773"/>
                    <a:pt x="4746" y="5222"/>
                  </a:cubicBezTo>
                  <a:cubicBezTo>
                    <a:pt x="4746" y="5643"/>
                    <a:pt x="4689" y="6008"/>
                    <a:pt x="4633" y="6317"/>
                  </a:cubicBezTo>
                  <a:cubicBezTo>
                    <a:pt x="4605" y="6429"/>
                    <a:pt x="4605" y="6542"/>
                    <a:pt x="4605" y="6654"/>
                  </a:cubicBezTo>
                  <a:cubicBezTo>
                    <a:pt x="4605" y="7047"/>
                    <a:pt x="4689" y="7496"/>
                    <a:pt x="4802" y="7861"/>
                  </a:cubicBezTo>
                  <a:cubicBezTo>
                    <a:pt x="4861" y="8055"/>
                    <a:pt x="4913" y="8217"/>
                    <a:pt x="4952" y="8326"/>
                  </a:cubicBezTo>
                  <a:lnTo>
                    <a:pt x="4952" y="8326"/>
                  </a:lnTo>
                  <a:lnTo>
                    <a:pt x="3676" y="9306"/>
                  </a:lnTo>
                  <a:lnTo>
                    <a:pt x="3676" y="9306"/>
                  </a:lnTo>
                  <a:cubicBezTo>
                    <a:pt x="3541" y="9161"/>
                    <a:pt x="3325" y="8928"/>
                    <a:pt x="3089" y="8675"/>
                  </a:cubicBezTo>
                  <a:cubicBezTo>
                    <a:pt x="2696" y="8254"/>
                    <a:pt x="2191" y="7721"/>
                    <a:pt x="1854" y="7328"/>
                  </a:cubicBezTo>
                  <a:cubicBezTo>
                    <a:pt x="1348" y="6794"/>
                    <a:pt x="1320" y="6121"/>
                    <a:pt x="1320" y="5924"/>
                  </a:cubicBezTo>
                  <a:lnTo>
                    <a:pt x="1320" y="5868"/>
                  </a:lnTo>
                  <a:lnTo>
                    <a:pt x="1320" y="5840"/>
                  </a:lnTo>
                  <a:cubicBezTo>
                    <a:pt x="1320" y="5840"/>
                    <a:pt x="1320" y="5587"/>
                    <a:pt x="1320" y="5222"/>
                  </a:cubicBezTo>
                  <a:cubicBezTo>
                    <a:pt x="1320" y="4689"/>
                    <a:pt x="1292" y="3903"/>
                    <a:pt x="1152" y="3369"/>
                  </a:cubicBezTo>
                  <a:cubicBezTo>
                    <a:pt x="1040" y="2948"/>
                    <a:pt x="843" y="2611"/>
                    <a:pt x="703" y="2330"/>
                  </a:cubicBezTo>
                  <a:cubicBezTo>
                    <a:pt x="647" y="2190"/>
                    <a:pt x="562" y="2078"/>
                    <a:pt x="534" y="1994"/>
                  </a:cubicBezTo>
                  <a:cubicBezTo>
                    <a:pt x="498" y="1939"/>
                    <a:pt x="485" y="1885"/>
                    <a:pt x="481" y="1853"/>
                  </a:cubicBezTo>
                  <a:lnTo>
                    <a:pt x="506" y="1853"/>
                  </a:lnTo>
                  <a:cubicBezTo>
                    <a:pt x="590" y="1853"/>
                    <a:pt x="759" y="1909"/>
                    <a:pt x="899" y="1994"/>
                  </a:cubicBezTo>
                  <a:cubicBezTo>
                    <a:pt x="1068" y="2078"/>
                    <a:pt x="1180" y="2218"/>
                    <a:pt x="1236" y="2359"/>
                  </a:cubicBezTo>
                  <a:cubicBezTo>
                    <a:pt x="1348" y="2667"/>
                    <a:pt x="1489" y="3088"/>
                    <a:pt x="1629" y="3425"/>
                  </a:cubicBezTo>
                  <a:cubicBezTo>
                    <a:pt x="1707" y="3660"/>
                    <a:pt x="1785" y="3853"/>
                    <a:pt x="1826" y="3949"/>
                  </a:cubicBezTo>
                  <a:lnTo>
                    <a:pt x="1826" y="3949"/>
                  </a:lnTo>
                  <a:lnTo>
                    <a:pt x="1826" y="3959"/>
                  </a:lnTo>
                  <a:lnTo>
                    <a:pt x="1830" y="3959"/>
                  </a:lnTo>
                  <a:cubicBezTo>
                    <a:pt x="1845" y="3995"/>
                    <a:pt x="1854" y="4015"/>
                    <a:pt x="1854" y="4015"/>
                  </a:cubicBezTo>
                  <a:cubicBezTo>
                    <a:pt x="1882" y="4127"/>
                    <a:pt x="1994" y="4183"/>
                    <a:pt x="2107" y="4183"/>
                  </a:cubicBezTo>
                  <a:cubicBezTo>
                    <a:pt x="2219" y="4155"/>
                    <a:pt x="2303" y="4071"/>
                    <a:pt x="2303" y="3959"/>
                  </a:cubicBezTo>
                  <a:lnTo>
                    <a:pt x="2303" y="1601"/>
                  </a:lnTo>
                  <a:cubicBezTo>
                    <a:pt x="2303" y="1516"/>
                    <a:pt x="2275" y="1432"/>
                    <a:pt x="2219" y="1348"/>
                  </a:cubicBezTo>
                  <a:cubicBezTo>
                    <a:pt x="2135" y="1236"/>
                    <a:pt x="2022" y="1151"/>
                    <a:pt x="1910" y="1095"/>
                  </a:cubicBezTo>
                  <a:cubicBezTo>
                    <a:pt x="1742" y="1011"/>
                    <a:pt x="1545" y="927"/>
                    <a:pt x="1377" y="871"/>
                  </a:cubicBezTo>
                  <a:cubicBezTo>
                    <a:pt x="1236" y="786"/>
                    <a:pt x="1096" y="702"/>
                    <a:pt x="1040" y="618"/>
                  </a:cubicBezTo>
                  <a:cubicBezTo>
                    <a:pt x="984" y="590"/>
                    <a:pt x="955" y="534"/>
                    <a:pt x="955" y="506"/>
                  </a:cubicBezTo>
                  <a:lnTo>
                    <a:pt x="948" y="499"/>
                  </a:lnTo>
                  <a:lnTo>
                    <a:pt x="948" y="499"/>
                  </a:lnTo>
                  <a:lnTo>
                    <a:pt x="1012" y="478"/>
                  </a:lnTo>
                  <a:close/>
                  <a:moveTo>
                    <a:pt x="1292" y="0"/>
                  </a:moveTo>
                  <a:cubicBezTo>
                    <a:pt x="1152" y="0"/>
                    <a:pt x="1040" y="28"/>
                    <a:pt x="1012" y="28"/>
                  </a:cubicBezTo>
                  <a:cubicBezTo>
                    <a:pt x="899" y="28"/>
                    <a:pt x="787" y="28"/>
                    <a:pt x="675" y="113"/>
                  </a:cubicBezTo>
                  <a:cubicBezTo>
                    <a:pt x="562" y="169"/>
                    <a:pt x="478" y="309"/>
                    <a:pt x="478" y="478"/>
                  </a:cubicBezTo>
                  <a:cubicBezTo>
                    <a:pt x="478" y="618"/>
                    <a:pt x="562" y="758"/>
                    <a:pt x="675" y="927"/>
                  </a:cubicBezTo>
                  <a:cubicBezTo>
                    <a:pt x="787" y="1067"/>
                    <a:pt x="927" y="1151"/>
                    <a:pt x="1068" y="1207"/>
                  </a:cubicBezTo>
                  <a:cubicBezTo>
                    <a:pt x="1264" y="1320"/>
                    <a:pt x="1489" y="1404"/>
                    <a:pt x="1657" y="1488"/>
                  </a:cubicBezTo>
                  <a:cubicBezTo>
                    <a:pt x="1742" y="1516"/>
                    <a:pt x="1798" y="1572"/>
                    <a:pt x="1798" y="1601"/>
                  </a:cubicBezTo>
                  <a:lnTo>
                    <a:pt x="1826" y="1601"/>
                  </a:lnTo>
                  <a:lnTo>
                    <a:pt x="1826" y="2597"/>
                  </a:lnTo>
                  <a:lnTo>
                    <a:pt x="1826" y="2597"/>
                  </a:lnTo>
                  <a:cubicBezTo>
                    <a:pt x="1776" y="2460"/>
                    <a:pt x="1728" y="2331"/>
                    <a:pt x="1685" y="2218"/>
                  </a:cubicBezTo>
                  <a:cubicBezTo>
                    <a:pt x="1573" y="1937"/>
                    <a:pt x="1377" y="1741"/>
                    <a:pt x="1152" y="1601"/>
                  </a:cubicBezTo>
                  <a:cubicBezTo>
                    <a:pt x="927" y="1460"/>
                    <a:pt x="703" y="1404"/>
                    <a:pt x="506" y="1404"/>
                  </a:cubicBezTo>
                  <a:cubicBezTo>
                    <a:pt x="394" y="1404"/>
                    <a:pt x="310" y="1404"/>
                    <a:pt x="226" y="1460"/>
                  </a:cubicBezTo>
                  <a:cubicBezTo>
                    <a:pt x="147" y="1486"/>
                    <a:pt x="68" y="1562"/>
                    <a:pt x="35" y="1687"/>
                  </a:cubicBezTo>
                  <a:lnTo>
                    <a:pt x="35" y="1687"/>
                  </a:lnTo>
                  <a:lnTo>
                    <a:pt x="29" y="1685"/>
                  </a:lnTo>
                  <a:cubicBezTo>
                    <a:pt x="1" y="1741"/>
                    <a:pt x="1" y="1797"/>
                    <a:pt x="1" y="1825"/>
                  </a:cubicBezTo>
                  <a:cubicBezTo>
                    <a:pt x="1" y="1965"/>
                    <a:pt x="57" y="2078"/>
                    <a:pt x="113" y="2190"/>
                  </a:cubicBezTo>
                  <a:cubicBezTo>
                    <a:pt x="282" y="2527"/>
                    <a:pt x="562" y="2948"/>
                    <a:pt x="703" y="3482"/>
                  </a:cubicBezTo>
                  <a:cubicBezTo>
                    <a:pt x="815" y="3931"/>
                    <a:pt x="871" y="4689"/>
                    <a:pt x="871" y="5222"/>
                  </a:cubicBezTo>
                  <a:cubicBezTo>
                    <a:pt x="871" y="5391"/>
                    <a:pt x="843" y="5559"/>
                    <a:pt x="843" y="5643"/>
                  </a:cubicBezTo>
                  <a:cubicBezTo>
                    <a:pt x="843" y="5756"/>
                    <a:pt x="843" y="5812"/>
                    <a:pt x="843" y="5812"/>
                  </a:cubicBezTo>
                  <a:cubicBezTo>
                    <a:pt x="843" y="5812"/>
                    <a:pt x="843" y="5868"/>
                    <a:pt x="843" y="5924"/>
                  </a:cubicBezTo>
                  <a:cubicBezTo>
                    <a:pt x="843" y="6177"/>
                    <a:pt x="899" y="6963"/>
                    <a:pt x="1517" y="7665"/>
                  </a:cubicBezTo>
                  <a:cubicBezTo>
                    <a:pt x="2191" y="8423"/>
                    <a:pt x="3482" y="9770"/>
                    <a:pt x="3482" y="9770"/>
                  </a:cubicBezTo>
                  <a:cubicBezTo>
                    <a:pt x="3529" y="9817"/>
                    <a:pt x="3592" y="9837"/>
                    <a:pt x="3654" y="9837"/>
                  </a:cubicBezTo>
                  <a:cubicBezTo>
                    <a:pt x="3704" y="9837"/>
                    <a:pt x="3753" y="9824"/>
                    <a:pt x="3791" y="9798"/>
                  </a:cubicBezTo>
                  <a:lnTo>
                    <a:pt x="5363" y="8591"/>
                  </a:lnTo>
                  <a:cubicBezTo>
                    <a:pt x="5447" y="8535"/>
                    <a:pt x="5475" y="8423"/>
                    <a:pt x="5447" y="8310"/>
                  </a:cubicBezTo>
                  <a:lnTo>
                    <a:pt x="5419" y="8282"/>
                  </a:lnTo>
                  <a:cubicBezTo>
                    <a:pt x="5391" y="8170"/>
                    <a:pt x="5307" y="7917"/>
                    <a:pt x="5223" y="7609"/>
                  </a:cubicBezTo>
                  <a:cubicBezTo>
                    <a:pt x="5139" y="7272"/>
                    <a:pt x="5054" y="6935"/>
                    <a:pt x="5054" y="6654"/>
                  </a:cubicBezTo>
                  <a:cubicBezTo>
                    <a:pt x="5054" y="6570"/>
                    <a:pt x="5054" y="6486"/>
                    <a:pt x="5082" y="6401"/>
                  </a:cubicBezTo>
                  <a:cubicBezTo>
                    <a:pt x="5167" y="6092"/>
                    <a:pt x="5223" y="5671"/>
                    <a:pt x="5223" y="5222"/>
                  </a:cubicBezTo>
                  <a:cubicBezTo>
                    <a:pt x="5223" y="4717"/>
                    <a:pt x="5139" y="4183"/>
                    <a:pt x="4914" y="3706"/>
                  </a:cubicBezTo>
                  <a:cubicBezTo>
                    <a:pt x="4689" y="3201"/>
                    <a:pt x="4240" y="2920"/>
                    <a:pt x="3847" y="2780"/>
                  </a:cubicBezTo>
                  <a:cubicBezTo>
                    <a:pt x="3674" y="2700"/>
                    <a:pt x="3513" y="2651"/>
                    <a:pt x="3389" y="2623"/>
                  </a:cubicBezTo>
                  <a:lnTo>
                    <a:pt x="3389" y="2623"/>
                  </a:lnTo>
                  <a:cubicBezTo>
                    <a:pt x="3408" y="2496"/>
                    <a:pt x="3426" y="2327"/>
                    <a:pt x="3426" y="2134"/>
                  </a:cubicBezTo>
                  <a:cubicBezTo>
                    <a:pt x="3426" y="1937"/>
                    <a:pt x="3426" y="1657"/>
                    <a:pt x="3342" y="1348"/>
                  </a:cubicBezTo>
                  <a:cubicBezTo>
                    <a:pt x="3286" y="1039"/>
                    <a:pt x="3117" y="702"/>
                    <a:pt x="2808" y="449"/>
                  </a:cubicBezTo>
                  <a:cubicBezTo>
                    <a:pt x="2584" y="253"/>
                    <a:pt x="2275" y="141"/>
                    <a:pt x="2022" y="84"/>
                  </a:cubicBezTo>
                  <a:cubicBezTo>
                    <a:pt x="1742" y="28"/>
                    <a:pt x="1489" y="0"/>
                    <a:pt x="12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64"/>
            <p:cNvSpPr/>
            <p:nvPr/>
          </p:nvSpPr>
          <p:spPr>
            <a:xfrm>
              <a:off x="3487125" y="2863100"/>
              <a:ext cx="346050" cy="500625"/>
            </a:xfrm>
            <a:custGeom>
              <a:avLst/>
              <a:gdLst/>
              <a:ahLst/>
              <a:cxnLst/>
              <a:rect l="l" t="t" r="r" b="b"/>
              <a:pathLst>
                <a:path w="13842" h="20025" extrusionOk="0">
                  <a:moveTo>
                    <a:pt x="1573" y="1"/>
                  </a:moveTo>
                  <a:lnTo>
                    <a:pt x="1" y="1208"/>
                  </a:lnTo>
                  <a:cubicBezTo>
                    <a:pt x="1" y="1208"/>
                    <a:pt x="8732" y="19007"/>
                    <a:pt x="9546" y="19597"/>
                  </a:cubicBezTo>
                  <a:cubicBezTo>
                    <a:pt x="9893" y="19851"/>
                    <a:pt x="10274" y="20025"/>
                    <a:pt x="10686" y="20025"/>
                  </a:cubicBezTo>
                  <a:cubicBezTo>
                    <a:pt x="11273" y="20025"/>
                    <a:pt x="11925" y="19672"/>
                    <a:pt x="12634" y="18698"/>
                  </a:cubicBezTo>
                  <a:cubicBezTo>
                    <a:pt x="13841" y="17042"/>
                    <a:pt x="13701" y="15975"/>
                    <a:pt x="12859" y="14094"/>
                  </a:cubicBezTo>
                  <a:cubicBezTo>
                    <a:pt x="12045" y="12213"/>
                    <a:pt x="1573" y="1"/>
                    <a:pt x="15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64"/>
            <p:cNvSpPr/>
            <p:nvPr/>
          </p:nvSpPr>
          <p:spPr>
            <a:xfrm>
              <a:off x="3480800" y="2857400"/>
              <a:ext cx="350275" cy="512475"/>
            </a:xfrm>
            <a:custGeom>
              <a:avLst/>
              <a:gdLst/>
              <a:ahLst/>
              <a:cxnLst/>
              <a:rect l="l" t="t" r="r" b="b"/>
              <a:pathLst>
                <a:path w="14011" h="20499" extrusionOk="0">
                  <a:moveTo>
                    <a:pt x="1802" y="551"/>
                  </a:moveTo>
                  <a:cubicBezTo>
                    <a:pt x="1878" y="634"/>
                    <a:pt x="1981" y="752"/>
                    <a:pt x="2107" y="902"/>
                  </a:cubicBezTo>
                  <a:cubicBezTo>
                    <a:pt x="3117" y="2082"/>
                    <a:pt x="5644" y="5086"/>
                    <a:pt x="8002" y="7949"/>
                  </a:cubicBezTo>
                  <a:cubicBezTo>
                    <a:pt x="9181" y="9409"/>
                    <a:pt x="10332" y="10813"/>
                    <a:pt x="11231" y="11992"/>
                  </a:cubicBezTo>
                  <a:cubicBezTo>
                    <a:pt x="11680" y="12553"/>
                    <a:pt x="12045" y="13087"/>
                    <a:pt x="12354" y="13508"/>
                  </a:cubicBezTo>
                  <a:cubicBezTo>
                    <a:pt x="12635" y="13929"/>
                    <a:pt x="12831" y="14238"/>
                    <a:pt x="12915" y="14434"/>
                  </a:cubicBezTo>
                  <a:cubicBezTo>
                    <a:pt x="13308" y="15333"/>
                    <a:pt x="13533" y="16035"/>
                    <a:pt x="13533" y="16680"/>
                  </a:cubicBezTo>
                  <a:cubicBezTo>
                    <a:pt x="13533" y="17326"/>
                    <a:pt x="13308" y="17972"/>
                    <a:pt x="12719" y="18786"/>
                  </a:cubicBezTo>
                  <a:cubicBezTo>
                    <a:pt x="12354" y="19263"/>
                    <a:pt x="12045" y="19572"/>
                    <a:pt x="11736" y="19769"/>
                  </a:cubicBezTo>
                  <a:cubicBezTo>
                    <a:pt x="11455" y="19965"/>
                    <a:pt x="11175" y="20021"/>
                    <a:pt x="10950" y="20021"/>
                  </a:cubicBezTo>
                  <a:cubicBezTo>
                    <a:pt x="10585" y="20021"/>
                    <a:pt x="10248" y="19881"/>
                    <a:pt x="9939" y="19656"/>
                  </a:cubicBezTo>
                  <a:cubicBezTo>
                    <a:pt x="9939" y="19656"/>
                    <a:pt x="9911" y="19628"/>
                    <a:pt x="9883" y="19572"/>
                  </a:cubicBezTo>
                  <a:cubicBezTo>
                    <a:pt x="9715" y="19376"/>
                    <a:pt x="9462" y="18926"/>
                    <a:pt x="9097" y="18337"/>
                  </a:cubicBezTo>
                  <a:cubicBezTo>
                    <a:pt x="7890" y="16175"/>
                    <a:pt x="5728" y="11936"/>
                    <a:pt x="3875" y="8230"/>
                  </a:cubicBezTo>
                  <a:cubicBezTo>
                    <a:pt x="2949" y="6377"/>
                    <a:pt x="2078" y="4636"/>
                    <a:pt x="1461" y="3401"/>
                  </a:cubicBezTo>
                  <a:cubicBezTo>
                    <a:pt x="1152" y="2755"/>
                    <a:pt x="899" y="2250"/>
                    <a:pt x="731" y="1885"/>
                  </a:cubicBezTo>
                  <a:cubicBezTo>
                    <a:pt x="655" y="1732"/>
                    <a:pt x="590" y="1609"/>
                    <a:pt x="542" y="1519"/>
                  </a:cubicBezTo>
                  <a:lnTo>
                    <a:pt x="542" y="1519"/>
                  </a:lnTo>
                  <a:lnTo>
                    <a:pt x="1802" y="551"/>
                  </a:lnTo>
                  <a:close/>
                  <a:moveTo>
                    <a:pt x="1852" y="0"/>
                  </a:moveTo>
                  <a:cubicBezTo>
                    <a:pt x="1796" y="0"/>
                    <a:pt x="1738" y="21"/>
                    <a:pt x="1685" y="60"/>
                  </a:cubicBezTo>
                  <a:lnTo>
                    <a:pt x="113" y="1267"/>
                  </a:lnTo>
                  <a:cubicBezTo>
                    <a:pt x="29" y="1324"/>
                    <a:pt x="1" y="1436"/>
                    <a:pt x="29" y="1548"/>
                  </a:cubicBezTo>
                  <a:cubicBezTo>
                    <a:pt x="29" y="1548"/>
                    <a:pt x="2219" y="5984"/>
                    <a:pt x="4493" y="10532"/>
                  </a:cubicBezTo>
                  <a:cubicBezTo>
                    <a:pt x="5644" y="12778"/>
                    <a:pt x="6823" y="15052"/>
                    <a:pt x="7750" y="16821"/>
                  </a:cubicBezTo>
                  <a:cubicBezTo>
                    <a:pt x="8227" y="17691"/>
                    <a:pt x="8620" y="18449"/>
                    <a:pt x="8957" y="18983"/>
                  </a:cubicBezTo>
                  <a:cubicBezTo>
                    <a:pt x="9125" y="19263"/>
                    <a:pt x="9238" y="19488"/>
                    <a:pt x="9378" y="19656"/>
                  </a:cubicBezTo>
                  <a:cubicBezTo>
                    <a:pt x="9434" y="19741"/>
                    <a:pt x="9462" y="19825"/>
                    <a:pt x="9518" y="19881"/>
                  </a:cubicBezTo>
                  <a:cubicBezTo>
                    <a:pt x="9574" y="19937"/>
                    <a:pt x="9603" y="19993"/>
                    <a:pt x="9659" y="20021"/>
                  </a:cubicBezTo>
                  <a:cubicBezTo>
                    <a:pt x="10024" y="20302"/>
                    <a:pt x="10473" y="20499"/>
                    <a:pt x="10950" y="20499"/>
                  </a:cubicBezTo>
                  <a:cubicBezTo>
                    <a:pt x="11287" y="20499"/>
                    <a:pt x="11652" y="20386"/>
                    <a:pt x="11989" y="20162"/>
                  </a:cubicBezTo>
                  <a:cubicBezTo>
                    <a:pt x="12354" y="19937"/>
                    <a:pt x="12719" y="19572"/>
                    <a:pt x="13084" y="19067"/>
                  </a:cubicBezTo>
                  <a:cubicBezTo>
                    <a:pt x="13730" y="18196"/>
                    <a:pt x="14010" y="17467"/>
                    <a:pt x="14010" y="16680"/>
                  </a:cubicBezTo>
                  <a:cubicBezTo>
                    <a:pt x="14010" y="15922"/>
                    <a:pt x="13758" y="15164"/>
                    <a:pt x="13336" y="14238"/>
                  </a:cubicBezTo>
                  <a:cubicBezTo>
                    <a:pt x="13224" y="13957"/>
                    <a:pt x="12971" y="13564"/>
                    <a:pt x="12578" y="13031"/>
                  </a:cubicBezTo>
                  <a:cubicBezTo>
                    <a:pt x="11315" y="11234"/>
                    <a:pt x="8676" y="8005"/>
                    <a:pt x="6346" y="5198"/>
                  </a:cubicBezTo>
                  <a:cubicBezTo>
                    <a:pt x="4016" y="2418"/>
                    <a:pt x="2022" y="88"/>
                    <a:pt x="2022" y="88"/>
                  </a:cubicBezTo>
                  <a:cubicBezTo>
                    <a:pt x="1977" y="28"/>
                    <a:pt x="1916" y="0"/>
                    <a:pt x="18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64"/>
            <p:cNvSpPr/>
            <p:nvPr/>
          </p:nvSpPr>
          <p:spPr>
            <a:xfrm>
              <a:off x="3115850" y="2418375"/>
              <a:ext cx="301125" cy="330350"/>
            </a:xfrm>
            <a:custGeom>
              <a:avLst/>
              <a:gdLst/>
              <a:ahLst/>
              <a:cxnLst/>
              <a:rect l="l" t="t" r="r" b="b"/>
              <a:pathLst>
                <a:path w="12045" h="13214" extrusionOk="0">
                  <a:moveTo>
                    <a:pt x="7069" y="1"/>
                  </a:moveTo>
                  <a:cubicBezTo>
                    <a:pt x="6062" y="1"/>
                    <a:pt x="4893" y="75"/>
                    <a:pt x="3818" y="327"/>
                  </a:cubicBezTo>
                  <a:cubicBezTo>
                    <a:pt x="1179" y="945"/>
                    <a:pt x="0" y="3359"/>
                    <a:pt x="786" y="5746"/>
                  </a:cubicBezTo>
                  <a:cubicBezTo>
                    <a:pt x="1572" y="8104"/>
                    <a:pt x="2358" y="9564"/>
                    <a:pt x="2358" y="9564"/>
                  </a:cubicBezTo>
                  <a:lnTo>
                    <a:pt x="2246" y="12877"/>
                  </a:lnTo>
                  <a:lnTo>
                    <a:pt x="4324" y="12877"/>
                  </a:lnTo>
                  <a:cubicBezTo>
                    <a:pt x="5390" y="12877"/>
                    <a:pt x="8086" y="13213"/>
                    <a:pt x="8086" y="13213"/>
                  </a:cubicBezTo>
                  <a:lnTo>
                    <a:pt x="8198" y="11080"/>
                  </a:lnTo>
                  <a:cubicBezTo>
                    <a:pt x="8198" y="11080"/>
                    <a:pt x="9130" y="11257"/>
                    <a:pt x="9869" y="11257"/>
                  </a:cubicBezTo>
                  <a:cubicBezTo>
                    <a:pt x="9961" y="11257"/>
                    <a:pt x="10051" y="11254"/>
                    <a:pt x="10135" y="11248"/>
                  </a:cubicBezTo>
                  <a:cubicBezTo>
                    <a:pt x="10865" y="11192"/>
                    <a:pt x="11258" y="11136"/>
                    <a:pt x="11258" y="10350"/>
                  </a:cubicBezTo>
                  <a:cubicBezTo>
                    <a:pt x="11258" y="9564"/>
                    <a:pt x="11427" y="7149"/>
                    <a:pt x="11427" y="7149"/>
                  </a:cubicBezTo>
                  <a:cubicBezTo>
                    <a:pt x="11427" y="7149"/>
                    <a:pt x="11595" y="6981"/>
                    <a:pt x="11820" y="6532"/>
                  </a:cubicBezTo>
                  <a:cubicBezTo>
                    <a:pt x="12044" y="6082"/>
                    <a:pt x="11651" y="5914"/>
                    <a:pt x="11314" y="5324"/>
                  </a:cubicBezTo>
                  <a:cubicBezTo>
                    <a:pt x="10977" y="4763"/>
                    <a:pt x="10809" y="4201"/>
                    <a:pt x="10809" y="3528"/>
                  </a:cubicBezTo>
                  <a:cubicBezTo>
                    <a:pt x="10809" y="2854"/>
                    <a:pt x="9658" y="159"/>
                    <a:pt x="9658" y="159"/>
                  </a:cubicBezTo>
                  <a:cubicBezTo>
                    <a:pt x="9658" y="159"/>
                    <a:pt x="8534" y="1"/>
                    <a:pt x="7069"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64"/>
            <p:cNvSpPr/>
            <p:nvPr/>
          </p:nvSpPr>
          <p:spPr>
            <a:xfrm>
              <a:off x="3123550" y="2412500"/>
              <a:ext cx="294825" cy="342125"/>
            </a:xfrm>
            <a:custGeom>
              <a:avLst/>
              <a:gdLst/>
              <a:ahLst/>
              <a:cxnLst/>
              <a:rect l="l" t="t" r="r" b="b"/>
              <a:pathLst>
                <a:path w="11793" h="13685" extrusionOk="0">
                  <a:moveTo>
                    <a:pt x="6767" y="478"/>
                  </a:moveTo>
                  <a:cubicBezTo>
                    <a:pt x="7497" y="478"/>
                    <a:pt x="8143" y="506"/>
                    <a:pt x="8592" y="562"/>
                  </a:cubicBezTo>
                  <a:cubicBezTo>
                    <a:pt x="8816" y="562"/>
                    <a:pt x="9013" y="590"/>
                    <a:pt x="9125" y="590"/>
                  </a:cubicBezTo>
                  <a:cubicBezTo>
                    <a:pt x="9152" y="596"/>
                    <a:pt x="9177" y="600"/>
                    <a:pt x="9198" y="604"/>
                  </a:cubicBezTo>
                  <a:lnTo>
                    <a:pt x="9198" y="604"/>
                  </a:lnTo>
                  <a:cubicBezTo>
                    <a:pt x="9226" y="681"/>
                    <a:pt x="9267" y="791"/>
                    <a:pt x="9322" y="927"/>
                  </a:cubicBezTo>
                  <a:cubicBezTo>
                    <a:pt x="9490" y="1320"/>
                    <a:pt x="9715" y="1910"/>
                    <a:pt x="9911" y="2471"/>
                  </a:cubicBezTo>
                  <a:cubicBezTo>
                    <a:pt x="10024" y="2780"/>
                    <a:pt x="10108" y="3033"/>
                    <a:pt x="10164" y="3257"/>
                  </a:cubicBezTo>
                  <a:cubicBezTo>
                    <a:pt x="10220" y="3510"/>
                    <a:pt x="10248" y="3678"/>
                    <a:pt x="10248" y="3763"/>
                  </a:cubicBezTo>
                  <a:cubicBezTo>
                    <a:pt x="10248" y="4493"/>
                    <a:pt x="10445" y="5110"/>
                    <a:pt x="10782" y="5700"/>
                  </a:cubicBezTo>
                  <a:cubicBezTo>
                    <a:pt x="10950" y="5924"/>
                    <a:pt x="11090" y="6121"/>
                    <a:pt x="11203" y="6233"/>
                  </a:cubicBezTo>
                  <a:cubicBezTo>
                    <a:pt x="11259" y="6317"/>
                    <a:pt x="11287" y="6374"/>
                    <a:pt x="11315" y="6402"/>
                  </a:cubicBezTo>
                  <a:cubicBezTo>
                    <a:pt x="11315" y="6458"/>
                    <a:pt x="11343" y="6486"/>
                    <a:pt x="11343" y="6514"/>
                  </a:cubicBezTo>
                  <a:cubicBezTo>
                    <a:pt x="11343" y="6542"/>
                    <a:pt x="11315" y="6570"/>
                    <a:pt x="11287" y="6654"/>
                  </a:cubicBezTo>
                  <a:cubicBezTo>
                    <a:pt x="11175" y="6879"/>
                    <a:pt x="11090" y="7019"/>
                    <a:pt x="11034" y="7104"/>
                  </a:cubicBezTo>
                  <a:cubicBezTo>
                    <a:pt x="11006" y="7132"/>
                    <a:pt x="10978" y="7160"/>
                    <a:pt x="10950" y="7188"/>
                  </a:cubicBezTo>
                  <a:lnTo>
                    <a:pt x="10950" y="7216"/>
                  </a:lnTo>
                  <a:cubicBezTo>
                    <a:pt x="10894" y="7244"/>
                    <a:pt x="10866" y="7300"/>
                    <a:pt x="10866" y="7356"/>
                  </a:cubicBezTo>
                  <a:cubicBezTo>
                    <a:pt x="10866" y="7356"/>
                    <a:pt x="10697" y="9771"/>
                    <a:pt x="10697" y="10585"/>
                  </a:cubicBezTo>
                  <a:cubicBezTo>
                    <a:pt x="10697" y="10753"/>
                    <a:pt x="10669" y="10894"/>
                    <a:pt x="10641" y="10950"/>
                  </a:cubicBezTo>
                  <a:cubicBezTo>
                    <a:pt x="10613" y="11062"/>
                    <a:pt x="10557" y="11118"/>
                    <a:pt x="10417" y="11146"/>
                  </a:cubicBezTo>
                  <a:cubicBezTo>
                    <a:pt x="10276" y="11202"/>
                    <a:pt x="10080" y="11231"/>
                    <a:pt x="9799" y="11259"/>
                  </a:cubicBezTo>
                  <a:lnTo>
                    <a:pt x="9546" y="11259"/>
                  </a:lnTo>
                  <a:cubicBezTo>
                    <a:pt x="9209" y="11259"/>
                    <a:pt x="8816" y="11202"/>
                    <a:pt x="8479" y="11174"/>
                  </a:cubicBezTo>
                  <a:cubicBezTo>
                    <a:pt x="8339" y="11146"/>
                    <a:pt x="8199" y="11118"/>
                    <a:pt x="8086" y="11118"/>
                  </a:cubicBezTo>
                  <a:cubicBezTo>
                    <a:pt x="8002" y="11090"/>
                    <a:pt x="7946" y="11090"/>
                    <a:pt x="7946" y="11090"/>
                  </a:cubicBezTo>
                  <a:cubicBezTo>
                    <a:pt x="7930" y="11082"/>
                    <a:pt x="7911" y="11079"/>
                    <a:pt x="7891" y="11079"/>
                  </a:cubicBezTo>
                  <a:cubicBezTo>
                    <a:pt x="7843" y="11079"/>
                    <a:pt x="7789" y="11098"/>
                    <a:pt x="7750" y="11118"/>
                  </a:cubicBezTo>
                  <a:cubicBezTo>
                    <a:pt x="7693" y="11174"/>
                    <a:pt x="7665" y="11231"/>
                    <a:pt x="7665" y="11315"/>
                  </a:cubicBezTo>
                  <a:lnTo>
                    <a:pt x="7566" y="13195"/>
                  </a:lnTo>
                  <a:lnTo>
                    <a:pt x="7566" y="13195"/>
                  </a:lnTo>
                  <a:cubicBezTo>
                    <a:pt x="7300" y="13163"/>
                    <a:pt x="6837" y="13109"/>
                    <a:pt x="6318" y="13055"/>
                  </a:cubicBezTo>
                  <a:cubicBezTo>
                    <a:pt x="5504" y="12971"/>
                    <a:pt x="4577" y="12887"/>
                    <a:pt x="4016" y="12887"/>
                  </a:cubicBezTo>
                  <a:lnTo>
                    <a:pt x="2170" y="12887"/>
                  </a:lnTo>
                  <a:lnTo>
                    <a:pt x="2275" y="9799"/>
                  </a:lnTo>
                  <a:lnTo>
                    <a:pt x="2247" y="9686"/>
                  </a:lnTo>
                  <a:cubicBezTo>
                    <a:pt x="2247" y="9686"/>
                    <a:pt x="2247" y="9658"/>
                    <a:pt x="2219" y="9630"/>
                  </a:cubicBezTo>
                  <a:cubicBezTo>
                    <a:pt x="2050" y="9321"/>
                    <a:pt x="1377" y="7946"/>
                    <a:pt x="703" y="5896"/>
                  </a:cubicBezTo>
                  <a:cubicBezTo>
                    <a:pt x="534" y="5419"/>
                    <a:pt x="478" y="4970"/>
                    <a:pt x="478" y="4521"/>
                  </a:cubicBezTo>
                  <a:cubicBezTo>
                    <a:pt x="478" y="3650"/>
                    <a:pt x="731" y="2836"/>
                    <a:pt x="1264" y="2190"/>
                  </a:cubicBezTo>
                  <a:cubicBezTo>
                    <a:pt x="1798" y="1517"/>
                    <a:pt x="2556" y="1039"/>
                    <a:pt x="3566" y="787"/>
                  </a:cubicBezTo>
                  <a:cubicBezTo>
                    <a:pt x="4605" y="534"/>
                    <a:pt x="5784" y="478"/>
                    <a:pt x="6767" y="478"/>
                  </a:cubicBezTo>
                  <a:close/>
                  <a:moveTo>
                    <a:pt x="6767" y="1"/>
                  </a:moveTo>
                  <a:cubicBezTo>
                    <a:pt x="5756" y="1"/>
                    <a:pt x="4549" y="85"/>
                    <a:pt x="3454" y="338"/>
                  </a:cubicBezTo>
                  <a:cubicBezTo>
                    <a:pt x="2359" y="590"/>
                    <a:pt x="1489" y="1152"/>
                    <a:pt x="899" y="1882"/>
                  </a:cubicBezTo>
                  <a:cubicBezTo>
                    <a:pt x="310" y="2640"/>
                    <a:pt x="1" y="3566"/>
                    <a:pt x="1" y="4521"/>
                  </a:cubicBezTo>
                  <a:cubicBezTo>
                    <a:pt x="1" y="5026"/>
                    <a:pt x="85" y="5531"/>
                    <a:pt x="254" y="6037"/>
                  </a:cubicBezTo>
                  <a:cubicBezTo>
                    <a:pt x="961" y="8185"/>
                    <a:pt x="1669" y="9583"/>
                    <a:pt x="1824" y="9861"/>
                  </a:cubicBezTo>
                  <a:lnTo>
                    <a:pt x="1824" y="9861"/>
                  </a:lnTo>
                  <a:lnTo>
                    <a:pt x="1713" y="13112"/>
                  </a:lnTo>
                  <a:cubicBezTo>
                    <a:pt x="1685" y="13168"/>
                    <a:pt x="1713" y="13224"/>
                    <a:pt x="1770" y="13280"/>
                  </a:cubicBezTo>
                  <a:cubicBezTo>
                    <a:pt x="1798" y="13336"/>
                    <a:pt x="1882" y="13336"/>
                    <a:pt x="1938" y="13336"/>
                  </a:cubicBezTo>
                  <a:lnTo>
                    <a:pt x="4016" y="13336"/>
                  </a:lnTo>
                  <a:cubicBezTo>
                    <a:pt x="4521" y="13336"/>
                    <a:pt x="5475" y="13420"/>
                    <a:pt x="6290" y="13505"/>
                  </a:cubicBezTo>
                  <a:cubicBezTo>
                    <a:pt x="7076" y="13589"/>
                    <a:pt x="7750" y="13673"/>
                    <a:pt x="7750" y="13673"/>
                  </a:cubicBezTo>
                  <a:cubicBezTo>
                    <a:pt x="7774" y="13681"/>
                    <a:pt x="7796" y="13685"/>
                    <a:pt x="7817" y="13685"/>
                  </a:cubicBezTo>
                  <a:cubicBezTo>
                    <a:pt x="7867" y="13685"/>
                    <a:pt x="7906" y="13665"/>
                    <a:pt x="7946" y="13645"/>
                  </a:cubicBezTo>
                  <a:cubicBezTo>
                    <a:pt x="7974" y="13589"/>
                    <a:pt x="8030" y="13533"/>
                    <a:pt x="8030" y="13476"/>
                  </a:cubicBezTo>
                  <a:lnTo>
                    <a:pt x="8128" y="11590"/>
                  </a:lnTo>
                  <a:lnTo>
                    <a:pt x="8128" y="11590"/>
                  </a:lnTo>
                  <a:cubicBezTo>
                    <a:pt x="8459" y="11648"/>
                    <a:pt x="9040" y="11736"/>
                    <a:pt x="9546" y="11736"/>
                  </a:cubicBezTo>
                  <a:cubicBezTo>
                    <a:pt x="9659" y="11736"/>
                    <a:pt x="9743" y="11736"/>
                    <a:pt x="9827" y="11708"/>
                  </a:cubicBezTo>
                  <a:cubicBezTo>
                    <a:pt x="10192" y="11680"/>
                    <a:pt x="10501" y="11680"/>
                    <a:pt x="10782" y="11511"/>
                  </a:cubicBezTo>
                  <a:cubicBezTo>
                    <a:pt x="10922" y="11427"/>
                    <a:pt x="11006" y="11287"/>
                    <a:pt x="11090" y="11146"/>
                  </a:cubicBezTo>
                  <a:cubicBezTo>
                    <a:pt x="11147" y="10978"/>
                    <a:pt x="11175" y="10809"/>
                    <a:pt x="11175" y="10585"/>
                  </a:cubicBezTo>
                  <a:cubicBezTo>
                    <a:pt x="11175" y="10192"/>
                    <a:pt x="11203" y="9406"/>
                    <a:pt x="11259" y="8704"/>
                  </a:cubicBezTo>
                  <a:cubicBezTo>
                    <a:pt x="11280" y="8167"/>
                    <a:pt x="11318" y="7679"/>
                    <a:pt x="11335" y="7480"/>
                  </a:cubicBezTo>
                  <a:lnTo>
                    <a:pt x="11335" y="7480"/>
                  </a:lnTo>
                  <a:cubicBezTo>
                    <a:pt x="11407" y="7383"/>
                    <a:pt x="11550" y="7186"/>
                    <a:pt x="11708" y="6851"/>
                  </a:cubicBezTo>
                  <a:cubicBezTo>
                    <a:pt x="11764" y="6739"/>
                    <a:pt x="11792" y="6626"/>
                    <a:pt x="11792" y="6514"/>
                  </a:cubicBezTo>
                  <a:cubicBezTo>
                    <a:pt x="11792" y="6402"/>
                    <a:pt x="11764" y="6289"/>
                    <a:pt x="11736" y="6205"/>
                  </a:cubicBezTo>
                  <a:cubicBezTo>
                    <a:pt x="11596" y="5924"/>
                    <a:pt x="11371" y="5756"/>
                    <a:pt x="11203" y="5447"/>
                  </a:cubicBezTo>
                  <a:cubicBezTo>
                    <a:pt x="10866" y="4914"/>
                    <a:pt x="10725" y="4408"/>
                    <a:pt x="10725" y="3763"/>
                  </a:cubicBezTo>
                  <a:cubicBezTo>
                    <a:pt x="10725" y="3538"/>
                    <a:pt x="10641" y="3257"/>
                    <a:pt x="10529" y="2892"/>
                  </a:cubicBezTo>
                  <a:cubicBezTo>
                    <a:pt x="10220" y="1825"/>
                    <a:pt x="9574" y="309"/>
                    <a:pt x="9574" y="309"/>
                  </a:cubicBezTo>
                  <a:cubicBezTo>
                    <a:pt x="9546" y="225"/>
                    <a:pt x="9490" y="169"/>
                    <a:pt x="9406" y="169"/>
                  </a:cubicBezTo>
                  <a:cubicBezTo>
                    <a:pt x="9378" y="169"/>
                    <a:pt x="8255" y="1"/>
                    <a:pt x="67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64"/>
            <p:cNvSpPr/>
            <p:nvPr/>
          </p:nvSpPr>
          <p:spPr>
            <a:xfrm>
              <a:off x="3035125" y="2305125"/>
              <a:ext cx="402900" cy="383475"/>
            </a:xfrm>
            <a:custGeom>
              <a:avLst/>
              <a:gdLst/>
              <a:ahLst/>
              <a:cxnLst/>
              <a:rect l="l" t="t" r="r" b="b"/>
              <a:pathLst>
                <a:path w="16116" h="15339" extrusionOk="0">
                  <a:moveTo>
                    <a:pt x="10367" y="1"/>
                  </a:moveTo>
                  <a:cubicBezTo>
                    <a:pt x="10158" y="1"/>
                    <a:pt x="9948" y="42"/>
                    <a:pt x="9742" y="141"/>
                  </a:cubicBezTo>
                  <a:cubicBezTo>
                    <a:pt x="8451" y="758"/>
                    <a:pt x="8339" y="1544"/>
                    <a:pt x="8339" y="1544"/>
                  </a:cubicBezTo>
                  <a:cubicBezTo>
                    <a:pt x="8339" y="1544"/>
                    <a:pt x="3622" y="1769"/>
                    <a:pt x="1825" y="3678"/>
                  </a:cubicBezTo>
                  <a:cubicBezTo>
                    <a:pt x="0" y="5587"/>
                    <a:pt x="1545" y="10051"/>
                    <a:pt x="2780" y="11679"/>
                  </a:cubicBezTo>
                  <a:cubicBezTo>
                    <a:pt x="4015" y="13308"/>
                    <a:pt x="4970" y="15048"/>
                    <a:pt x="6093" y="15273"/>
                  </a:cubicBezTo>
                  <a:cubicBezTo>
                    <a:pt x="6311" y="15316"/>
                    <a:pt x="6565" y="15339"/>
                    <a:pt x="6839" y="15339"/>
                  </a:cubicBezTo>
                  <a:cubicBezTo>
                    <a:pt x="7974" y="15339"/>
                    <a:pt x="9446" y="14953"/>
                    <a:pt x="10079" y="14094"/>
                  </a:cubicBezTo>
                  <a:cubicBezTo>
                    <a:pt x="10865" y="13027"/>
                    <a:pt x="10472" y="11399"/>
                    <a:pt x="10472" y="11399"/>
                  </a:cubicBezTo>
                  <a:lnTo>
                    <a:pt x="10978" y="11174"/>
                  </a:lnTo>
                  <a:cubicBezTo>
                    <a:pt x="10978" y="11174"/>
                    <a:pt x="12157" y="10837"/>
                    <a:pt x="11932" y="9798"/>
                  </a:cubicBezTo>
                  <a:cubicBezTo>
                    <a:pt x="11708" y="8788"/>
                    <a:pt x="11315" y="8338"/>
                    <a:pt x="11371" y="8170"/>
                  </a:cubicBezTo>
                  <a:cubicBezTo>
                    <a:pt x="11427" y="8001"/>
                    <a:pt x="12325" y="7665"/>
                    <a:pt x="12325" y="6935"/>
                  </a:cubicBezTo>
                  <a:cubicBezTo>
                    <a:pt x="12325" y="6205"/>
                    <a:pt x="11371" y="5812"/>
                    <a:pt x="11371" y="5812"/>
                  </a:cubicBezTo>
                  <a:cubicBezTo>
                    <a:pt x="11371" y="5812"/>
                    <a:pt x="15554" y="4520"/>
                    <a:pt x="15835" y="3341"/>
                  </a:cubicBezTo>
                  <a:cubicBezTo>
                    <a:pt x="16115" y="2162"/>
                    <a:pt x="15554" y="983"/>
                    <a:pt x="14431" y="983"/>
                  </a:cubicBezTo>
                  <a:cubicBezTo>
                    <a:pt x="13308" y="983"/>
                    <a:pt x="12971" y="1151"/>
                    <a:pt x="12718" y="1151"/>
                  </a:cubicBezTo>
                  <a:cubicBezTo>
                    <a:pt x="12530" y="1151"/>
                    <a:pt x="11468" y="1"/>
                    <a:pt x="103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64"/>
            <p:cNvSpPr/>
            <p:nvPr/>
          </p:nvSpPr>
          <p:spPr>
            <a:xfrm>
              <a:off x="3054075" y="2298800"/>
              <a:ext cx="384650" cy="395875"/>
            </a:xfrm>
            <a:custGeom>
              <a:avLst/>
              <a:gdLst/>
              <a:ahLst/>
              <a:cxnLst/>
              <a:rect l="l" t="t" r="r" b="b"/>
              <a:pathLst>
                <a:path w="15386" h="15835" extrusionOk="0">
                  <a:moveTo>
                    <a:pt x="9630" y="478"/>
                  </a:moveTo>
                  <a:cubicBezTo>
                    <a:pt x="10079" y="478"/>
                    <a:pt x="10585" y="730"/>
                    <a:pt x="11006" y="1011"/>
                  </a:cubicBezTo>
                  <a:cubicBezTo>
                    <a:pt x="11202" y="1152"/>
                    <a:pt x="11399" y="1292"/>
                    <a:pt x="11539" y="1404"/>
                  </a:cubicBezTo>
                  <a:cubicBezTo>
                    <a:pt x="11623" y="1460"/>
                    <a:pt x="11680" y="1517"/>
                    <a:pt x="11736" y="1545"/>
                  </a:cubicBezTo>
                  <a:lnTo>
                    <a:pt x="11820" y="1601"/>
                  </a:lnTo>
                  <a:cubicBezTo>
                    <a:pt x="11876" y="1601"/>
                    <a:pt x="11904" y="1629"/>
                    <a:pt x="11960" y="1629"/>
                  </a:cubicBezTo>
                  <a:cubicBezTo>
                    <a:pt x="12157" y="1629"/>
                    <a:pt x="12269" y="1573"/>
                    <a:pt x="12522" y="1545"/>
                  </a:cubicBezTo>
                  <a:cubicBezTo>
                    <a:pt x="12746" y="1517"/>
                    <a:pt x="13111" y="1460"/>
                    <a:pt x="13673" y="1460"/>
                  </a:cubicBezTo>
                  <a:cubicBezTo>
                    <a:pt x="14066" y="1460"/>
                    <a:pt x="14347" y="1629"/>
                    <a:pt x="14571" y="1910"/>
                  </a:cubicBezTo>
                  <a:cubicBezTo>
                    <a:pt x="14768" y="2162"/>
                    <a:pt x="14908" y="2555"/>
                    <a:pt x="14908" y="2976"/>
                  </a:cubicBezTo>
                  <a:cubicBezTo>
                    <a:pt x="14908" y="3173"/>
                    <a:pt x="14880" y="3341"/>
                    <a:pt x="14852" y="3538"/>
                  </a:cubicBezTo>
                  <a:cubicBezTo>
                    <a:pt x="14824" y="3622"/>
                    <a:pt x="14740" y="3734"/>
                    <a:pt x="14627" y="3875"/>
                  </a:cubicBezTo>
                  <a:cubicBezTo>
                    <a:pt x="14403" y="4099"/>
                    <a:pt x="14038" y="4352"/>
                    <a:pt x="13617" y="4577"/>
                  </a:cubicBezTo>
                  <a:cubicBezTo>
                    <a:pt x="12971" y="4942"/>
                    <a:pt x="12213" y="5250"/>
                    <a:pt x="11595" y="5475"/>
                  </a:cubicBezTo>
                  <a:cubicBezTo>
                    <a:pt x="11287" y="5587"/>
                    <a:pt x="11034" y="5700"/>
                    <a:pt x="10837" y="5756"/>
                  </a:cubicBezTo>
                  <a:cubicBezTo>
                    <a:pt x="10669" y="5812"/>
                    <a:pt x="10557" y="5840"/>
                    <a:pt x="10557" y="5840"/>
                  </a:cubicBezTo>
                  <a:cubicBezTo>
                    <a:pt x="10472" y="5868"/>
                    <a:pt x="10388" y="5952"/>
                    <a:pt x="10388" y="6065"/>
                  </a:cubicBezTo>
                  <a:cubicBezTo>
                    <a:pt x="10388" y="6149"/>
                    <a:pt x="10444" y="6261"/>
                    <a:pt x="10529" y="6289"/>
                  </a:cubicBezTo>
                  <a:cubicBezTo>
                    <a:pt x="10585" y="6317"/>
                    <a:pt x="10809" y="6402"/>
                    <a:pt x="11006" y="6570"/>
                  </a:cubicBezTo>
                  <a:cubicBezTo>
                    <a:pt x="11090" y="6654"/>
                    <a:pt x="11174" y="6767"/>
                    <a:pt x="11258" y="6851"/>
                  </a:cubicBezTo>
                  <a:cubicBezTo>
                    <a:pt x="11315" y="6963"/>
                    <a:pt x="11343" y="7075"/>
                    <a:pt x="11343" y="7188"/>
                  </a:cubicBezTo>
                  <a:cubicBezTo>
                    <a:pt x="11343" y="7328"/>
                    <a:pt x="11315" y="7440"/>
                    <a:pt x="11230" y="7553"/>
                  </a:cubicBezTo>
                  <a:cubicBezTo>
                    <a:pt x="11146" y="7721"/>
                    <a:pt x="10978" y="7861"/>
                    <a:pt x="10809" y="7974"/>
                  </a:cubicBezTo>
                  <a:cubicBezTo>
                    <a:pt x="10725" y="8030"/>
                    <a:pt x="10669" y="8086"/>
                    <a:pt x="10585" y="8142"/>
                  </a:cubicBezTo>
                  <a:lnTo>
                    <a:pt x="10500" y="8226"/>
                  </a:lnTo>
                  <a:cubicBezTo>
                    <a:pt x="10472" y="8254"/>
                    <a:pt x="10416" y="8283"/>
                    <a:pt x="10388" y="8367"/>
                  </a:cubicBezTo>
                  <a:lnTo>
                    <a:pt x="10403" y="8371"/>
                  </a:lnTo>
                  <a:lnTo>
                    <a:pt x="10403" y="8371"/>
                  </a:lnTo>
                  <a:cubicBezTo>
                    <a:pt x="10388" y="8415"/>
                    <a:pt x="10388" y="8456"/>
                    <a:pt x="10388" y="8479"/>
                  </a:cubicBezTo>
                  <a:cubicBezTo>
                    <a:pt x="10388" y="8591"/>
                    <a:pt x="10416" y="8676"/>
                    <a:pt x="10472" y="8760"/>
                  </a:cubicBezTo>
                  <a:cubicBezTo>
                    <a:pt x="10585" y="9041"/>
                    <a:pt x="10809" y="9434"/>
                    <a:pt x="10950" y="10107"/>
                  </a:cubicBezTo>
                  <a:cubicBezTo>
                    <a:pt x="10978" y="10192"/>
                    <a:pt x="10978" y="10248"/>
                    <a:pt x="10978" y="10304"/>
                  </a:cubicBezTo>
                  <a:cubicBezTo>
                    <a:pt x="10978" y="10472"/>
                    <a:pt x="10922" y="10585"/>
                    <a:pt x="10865" y="10697"/>
                  </a:cubicBezTo>
                  <a:cubicBezTo>
                    <a:pt x="10753" y="10865"/>
                    <a:pt x="10585" y="11006"/>
                    <a:pt x="10416" y="11090"/>
                  </a:cubicBezTo>
                  <a:cubicBezTo>
                    <a:pt x="10360" y="11118"/>
                    <a:pt x="10276" y="11146"/>
                    <a:pt x="10248" y="11174"/>
                  </a:cubicBezTo>
                  <a:lnTo>
                    <a:pt x="10192" y="11174"/>
                  </a:lnTo>
                  <a:lnTo>
                    <a:pt x="10164" y="11202"/>
                  </a:lnTo>
                  <a:lnTo>
                    <a:pt x="10135" y="11202"/>
                  </a:lnTo>
                  <a:lnTo>
                    <a:pt x="9630" y="11427"/>
                  </a:lnTo>
                  <a:cubicBezTo>
                    <a:pt x="9518" y="11483"/>
                    <a:pt x="9462" y="11595"/>
                    <a:pt x="9490" y="11708"/>
                  </a:cubicBezTo>
                  <a:cubicBezTo>
                    <a:pt x="9518" y="11792"/>
                    <a:pt x="9574" y="12129"/>
                    <a:pt x="9574" y="12578"/>
                  </a:cubicBezTo>
                  <a:cubicBezTo>
                    <a:pt x="9602" y="13111"/>
                    <a:pt x="9490" y="13729"/>
                    <a:pt x="9153" y="14206"/>
                  </a:cubicBezTo>
                  <a:cubicBezTo>
                    <a:pt x="8872" y="14571"/>
                    <a:pt x="8367" y="14880"/>
                    <a:pt x="7805" y="15077"/>
                  </a:cubicBezTo>
                  <a:cubicBezTo>
                    <a:pt x="7244" y="15273"/>
                    <a:pt x="6626" y="15357"/>
                    <a:pt x="6093" y="15357"/>
                  </a:cubicBezTo>
                  <a:cubicBezTo>
                    <a:pt x="5812" y="15357"/>
                    <a:pt x="5587" y="15329"/>
                    <a:pt x="5391" y="15301"/>
                  </a:cubicBezTo>
                  <a:cubicBezTo>
                    <a:pt x="4914" y="15217"/>
                    <a:pt x="4408" y="14768"/>
                    <a:pt x="3903" y="14094"/>
                  </a:cubicBezTo>
                  <a:cubicBezTo>
                    <a:pt x="3369" y="13448"/>
                    <a:pt x="2836" y="12606"/>
                    <a:pt x="2190" y="11792"/>
                  </a:cubicBezTo>
                  <a:cubicBezTo>
                    <a:pt x="1797" y="11258"/>
                    <a:pt x="1376" y="10416"/>
                    <a:pt x="1039" y="9462"/>
                  </a:cubicBezTo>
                  <a:cubicBezTo>
                    <a:pt x="702" y="8507"/>
                    <a:pt x="450" y="7440"/>
                    <a:pt x="450" y="6458"/>
                  </a:cubicBezTo>
                  <a:cubicBezTo>
                    <a:pt x="450" y="5503"/>
                    <a:pt x="702" y="4661"/>
                    <a:pt x="1236" y="4099"/>
                  </a:cubicBezTo>
                  <a:cubicBezTo>
                    <a:pt x="2050" y="3201"/>
                    <a:pt x="3650" y="2668"/>
                    <a:pt x="5054" y="2359"/>
                  </a:cubicBezTo>
                  <a:cubicBezTo>
                    <a:pt x="5728" y="2218"/>
                    <a:pt x="6373" y="2134"/>
                    <a:pt x="6851" y="2078"/>
                  </a:cubicBezTo>
                  <a:cubicBezTo>
                    <a:pt x="7075" y="2078"/>
                    <a:pt x="7272" y="2050"/>
                    <a:pt x="7384" y="2050"/>
                  </a:cubicBezTo>
                  <a:cubicBezTo>
                    <a:pt x="7525" y="2022"/>
                    <a:pt x="7581" y="2022"/>
                    <a:pt x="7609" y="2022"/>
                  </a:cubicBezTo>
                  <a:cubicBezTo>
                    <a:pt x="7693" y="2022"/>
                    <a:pt x="7805" y="1938"/>
                    <a:pt x="7805" y="1825"/>
                  </a:cubicBezTo>
                  <a:lnTo>
                    <a:pt x="7833" y="1797"/>
                  </a:lnTo>
                  <a:cubicBezTo>
                    <a:pt x="7861" y="1685"/>
                    <a:pt x="8058" y="1095"/>
                    <a:pt x="9097" y="590"/>
                  </a:cubicBezTo>
                  <a:cubicBezTo>
                    <a:pt x="9265" y="506"/>
                    <a:pt x="9434" y="478"/>
                    <a:pt x="9630" y="478"/>
                  </a:cubicBezTo>
                  <a:close/>
                  <a:moveTo>
                    <a:pt x="9630" y="0"/>
                  </a:moveTo>
                  <a:cubicBezTo>
                    <a:pt x="9377" y="0"/>
                    <a:pt x="9125" y="57"/>
                    <a:pt x="8900" y="169"/>
                  </a:cubicBezTo>
                  <a:cubicBezTo>
                    <a:pt x="7888" y="644"/>
                    <a:pt x="7529" y="1256"/>
                    <a:pt x="7410" y="1569"/>
                  </a:cubicBezTo>
                  <a:lnTo>
                    <a:pt x="7410" y="1569"/>
                  </a:lnTo>
                  <a:cubicBezTo>
                    <a:pt x="7031" y="1607"/>
                    <a:pt x="6064" y="1689"/>
                    <a:pt x="4942" y="1910"/>
                  </a:cubicBezTo>
                  <a:cubicBezTo>
                    <a:pt x="3510" y="2218"/>
                    <a:pt x="1853" y="2752"/>
                    <a:pt x="899" y="3763"/>
                  </a:cubicBezTo>
                  <a:cubicBezTo>
                    <a:pt x="225" y="4464"/>
                    <a:pt x="1" y="5447"/>
                    <a:pt x="1" y="6458"/>
                  </a:cubicBezTo>
                  <a:cubicBezTo>
                    <a:pt x="1" y="7496"/>
                    <a:pt x="253" y="8619"/>
                    <a:pt x="590" y="9602"/>
                  </a:cubicBezTo>
                  <a:cubicBezTo>
                    <a:pt x="927" y="10613"/>
                    <a:pt x="1376" y="11483"/>
                    <a:pt x="1825" y="12073"/>
                  </a:cubicBezTo>
                  <a:cubicBezTo>
                    <a:pt x="2443" y="12859"/>
                    <a:pt x="2976" y="13701"/>
                    <a:pt x="3538" y="14403"/>
                  </a:cubicBezTo>
                  <a:cubicBezTo>
                    <a:pt x="4071" y="15077"/>
                    <a:pt x="4633" y="15610"/>
                    <a:pt x="5279" y="15750"/>
                  </a:cubicBezTo>
                  <a:cubicBezTo>
                    <a:pt x="5531" y="15807"/>
                    <a:pt x="5784" y="15835"/>
                    <a:pt x="6093" y="15835"/>
                  </a:cubicBezTo>
                  <a:cubicBezTo>
                    <a:pt x="6682" y="15835"/>
                    <a:pt x="7356" y="15722"/>
                    <a:pt x="7974" y="15498"/>
                  </a:cubicBezTo>
                  <a:cubicBezTo>
                    <a:pt x="8591" y="15301"/>
                    <a:pt x="9153" y="14964"/>
                    <a:pt x="9518" y="14487"/>
                  </a:cubicBezTo>
                  <a:cubicBezTo>
                    <a:pt x="9967" y="13869"/>
                    <a:pt x="10051" y="13168"/>
                    <a:pt x="10051" y="12578"/>
                  </a:cubicBezTo>
                  <a:cubicBezTo>
                    <a:pt x="10051" y="12242"/>
                    <a:pt x="10011" y="11956"/>
                    <a:pt x="9979" y="11780"/>
                  </a:cubicBezTo>
                  <a:lnTo>
                    <a:pt x="9979" y="11780"/>
                  </a:lnTo>
                  <a:lnTo>
                    <a:pt x="10299" y="11638"/>
                  </a:lnTo>
                  <a:lnTo>
                    <a:pt x="10299" y="11638"/>
                  </a:lnTo>
                  <a:lnTo>
                    <a:pt x="10304" y="11652"/>
                  </a:lnTo>
                  <a:cubicBezTo>
                    <a:pt x="10304" y="11623"/>
                    <a:pt x="10585" y="11567"/>
                    <a:pt x="10865" y="11371"/>
                  </a:cubicBezTo>
                  <a:cubicBezTo>
                    <a:pt x="11006" y="11258"/>
                    <a:pt x="11146" y="11146"/>
                    <a:pt x="11258" y="10950"/>
                  </a:cubicBezTo>
                  <a:cubicBezTo>
                    <a:pt x="11371" y="10781"/>
                    <a:pt x="11455" y="10557"/>
                    <a:pt x="11455" y="10304"/>
                  </a:cubicBezTo>
                  <a:cubicBezTo>
                    <a:pt x="11455" y="10220"/>
                    <a:pt x="11427" y="10107"/>
                    <a:pt x="11427" y="10023"/>
                  </a:cubicBezTo>
                  <a:cubicBezTo>
                    <a:pt x="11315" y="9518"/>
                    <a:pt x="11146" y="9153"/>
                    <a:pt x="11034" y="8900"/>
                  </a:cubicBezTo>
                  <a:cubicBezTo>
                    <a:pt x="10978" y="8760"/>
                    <a:pt x="10922" y="8648"/>
                    <a:pt x="10894" y="8563"/>
                  </a:cubicBezTo>
                  <a:lnTo>
                    <a:pt x="10875" y="8508"/>
                  </a:lnTo>
                  <a:lnTo>
                    <a:pt x="10875" y="8508"/>
                  </a:lnTo>
                  <a:cubicBezTo>
                    <a:pt x="10908" y="8484"/>
                    <a:pt x="10957" y="8444"/>
                    <a:pt x="11006" y="8395"/>
                  </a:cubicBezTo>
                  <a:cubicBezTo>
                    <a:pt x="11146" y="8311"/>
                    <a:pt x="11343" y="8170"/>
                    <a:pt x="11511" y="7974"/>
                  </a:cubicBezTo>
                  <a:cubicBezTo>
                    <a:pt x="11680" y="7777"/>
                    <a:pt x="11820" y="7525"/>
                    <a:pt x="11820" y="7188"/>
                  </a:cubicBezTo>
                  <a:cubicBezTo>
                    <a:pt x="11820" y="6963"/>
                    <a:pt x="11736" y="6738"/>
                    <a:pt x="11623" y="6570"/>
                  </a:cubicBezTo>
                  <a:cubicBezTo>
                    <a:pt x="11493" y="6375"/>
                    <a:pt x="11329" y="6230"/>
                    <a:pt x="11184" y="6122"/>
                  </a:cubicBezTo>
                  <a:lnTo>
                    <a:pt x="11184" y="6122"/>
                  </a:lnTo>
                  <a:cubicBezTo>
                    <a:pt x="11590" y="5978"/>
                    <a:pt x="12201" y="5750"/>
                    <a:pt x="12831" y="5475"/>
                  </a:cubicBezTo>
                  <a:cubicBezTo>
                    <a:pt x="13392" y="5250"/>
                    <a:pt x="13926" y="4970"/>
                    <a:pt x="14375" y="4661"/>
                  </a:cubicBezTo>
                  <a:cubicBezTo>
                    <a:pt x="14599" y="4521"/>
                    <a:pt x="14796" y="4352"/>
                    <a:pt x="14964" y="4212"/>
                  </a:cubicBezTo>
                  <a:cubicBezTo>
                    <a:pt x="15133" y="4043"/>
                    <a:pt x="15245" y="3847"/>
                    <a:pt x="15301" y="3650"/>
                  </a:cubicBezTo>
                  <a:cubicBezTo>
                    <a:pt x="15357" y="3426"/>
                    <a:pt x="15385" y="3201"/>
                    <a:pt x="15385" y="2976"/>
                  </a:cubicBezTo>
                  <a:cubicBezTo>
                    <a:pt x="15385" y="2471"/>
                    <a:pt x="15217" y="1994"/>
                    <a:pt x="14936" y="1601"/>
                  </a:cubicBezTo>
                  <a:cubicBezTo>
                    <a:pt x="14656" y="1236"/>
                    <a:pt x="14206" y="983"/>
                    <a:pt x="13673" y="983"/>
                  </a:cubicBezTo>
                  <a:cubicBezTo>
                    <a:pt x="13083" y="983"/>
                    <a:pt x="12718" y="1039"/>
                    <a:pt x="12438" y="1095"/>
                  </a:cubicBezTo>
                  <a:cubicBezTo>
                    <a:pt x="12233" y="1118"/>
                    <a:pt x="12084" y="1159"/>
                    <a:pt x="12005" y="1159"/>
                  </a:cubicBezTo>
                  <a:cubicBezTo>
                    <a:pt x="12000" y="1159"/>
                    <a:pt x="11995" y="1159"/>
                    <a:pt x="11990" y="1159"/>
                  </a:cubicBezTo>
                  <a:lnTo>
                    <a:pt x="11990" y="1159"/>
                  </a:lnTo>
                  <a:cubicBezTo>
                    <a:pt x="11943" y="1121"/>
                    <a:pt x="11840" y="1038"/>
                    <a:pt x="11736" y="955"/>
                  </a:cubicBezTo>
                  <a:cubicBezTo>
                    <a:pt x="11511" y="787"/>
                    <a:pt x="11202" y="562"/>
                    <a:pt x="10837" y="365"/>
                  </a:cubicBezTo>
                  <a:cubicBezTo>
                    <a:pt x="10472" y="169"/>
                    <a:pt x="10051" y="0"/>
                    <a:pt x="96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64"/>
            <p:cNvSpPr/>
            <p:nvPr/>
          </p:nvSpPr>
          <p:spPr>
            <a:xfrm>
              <a:off x="3253400" y="2545500"/>
              <a:ext cx="71625" cy="89550"/>
            </a:xfrm>
            <a:custGeom>
              <a:avLst/>
              <a:gdLst/>
              <a:ahLst/>
              <a:cxnLst/>
              <a:rect l="l" t="t" r="r" b="b"/>
              <a:pathLst>
                <a:path w="2865" h="3582" extrusionOk="0">
                  <a:moveTo>
                    <a:pt x="1093" y="1"/>
                  </a:moveTo>
                  <a:cubicBezTo>
                    <a:pt x="1007" y="1"/>
                    <a:pt x="924" y="23"/>
                    <a:pt x="843" y="71"/>
                  </a:cubicBezTo>
                  <a:cubicBezTo>
                    <a:pt x="1" y="604"/>
                    <a:pt x="618" y="2513"/>
                    <a:pt x="1180" y="3131"/>
                  </a:cubicBezTo>
                  <a:cubicBezTo>
                    <a:pt x="1479" y="3460"/>
                    <a:pt x="1809" y="3582"/>
                    <a:pt x="2095" y="3582"/>
                  </a:cubicBezTo>
                  <a:cubicBezTo>
                    <a:pt x="2347" y="3582"/>
                    <a:pt x="2564" y="3487"/>
                    <a:pt x="2696" y="3356"/>
                  </a:cubicBezTo>
                  <a:lnTo>
                    <a:pt x="2864" y="1952"/>
                  </a:lnTo>
                  <a:cubicBezTo>
                    <a:pt x="2864" y="1952"/>
                    <a:pt x="1900" y="1"/>
                    <a:pt x="109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64"/>
            <p:cNvSpPr/>
            <p:nvPr/>
          </p:nvSpPr>
          <p:spPr>
            <a:xfrm>
              <a:off x="3258325" y="2540250"/>
              <a:ext cx="73725" cy="100375"/>
            </a:xfrm>
            <a:custGeom>
              <a:avLst/>
              <a:gdLst/>
              <a:ahLst/>
              <a:cxnLst/>
              <a:rect l="l" t="t" r="r" b="b"/>
              <a:pathLst>
                <a:path w="2949" h="4015" extrusionOk="0">
                  <a:moveTo>
                    <a:pt x="899" y="0"/>
                  </a:moveTo>
                  <a:cubicBezTo>
                    <a:pt x="786" y="0"/>
                    <a:pt x="646" y="28"/>
                    <a:pt x="534" y="84"/>
                  </a:cubicBezTo>
                  <a:cubicBezTo>
                    <a:pt x="337" y="225"/>
                    <a:pt x="197" y="393"/>
                    <a:pt x="113" y="590"/>
                  </a:cubicBezTo>
                  <a:cubicBezTo>
                    <a:pt x="28" y="786"/>
                    <a:pt x="0" y="1011"/>
                    <a:pt x="0" y="1236"/>
                  </a:cubicBezTo>
                  <a:cubicBezTo>
                    <a:pt x="0" y="1657"/>
                    <a:pt x="113" y="2106"/>
                    <a:pt x="253" y="2499"/>
                  </a:cubicBezTo>
                  <a:cubicBezTo>
                    <a:pt x="421" y="2892"/>
                    <a:pt x="590" y="3257"/>
                    <a:pt x="814" y="3481"/>
                  </a:cubicBezTo>
                  <a:cubicBezTo>
                    <a:pt x="1151" y="3875"/>
                    <a:pt x="1544" y="4015"/>
                    <a:pt x="1909" y="4015"/>
                  </a:cubicBezTo>
                  <a:cubicBezTo>
                    <a:pt x="2218" y="4015"/>
                    <a:pt x="2499" y="3903"/>
                    <a:pt x="2667" y="3734"/>
                  </a:cubicBezTo>
                  <a:cubicBezTo>
                    <a:pt x="2752" y="3622"/>
                    <a:pt x="2780" y="3481"/>
                    <a:pt x="2667" y="3397"/>
                  </a:cubicBezTo>
                  <a:cubicBezTo>
                    <a:pt x="2625" y="3355"/>
                    <a:pt x="2569" y="3334"/>
                    <a:pt x="2513" y="3334"/>
                  </a:cubicBezTo>
                  <a:cubicBezTo>
                    <a:pt x="2457" y="3334"/>
                    <a:pt x="2401" y="3355"/>
                    <a:pt x="2359" y="3397"/>
                  </a:cubicBezTo>
                  <a:cubicBezTo>
                    <a:pt x="2286" y="3470"/>
                    <a:pt x="2149" y="3543"/>
                    <a:pt x="1987" y="3543"/>
                  </a:cubicBezTo>
                  <a:cubicBezTo>
                    <a:pt x="1961" y="3543"/>
                    <a:pt x="1936" y="3541"/>
                    <a:pt x="1909" y="3538"/>
                  </a:cubicBezTo>
                  <a:cubicBezTo>
                    <a:pt x="1685" y="3538"/>
                    <a:pt x="1432" y="3453"/>
                    <a:pt x="1151" y="3173"/>
                  </a:cubicBezTo>
                  <a:cubicBezTo>
                    <a:pt x="1011" y="3004"/>
                    <a:pt x="843" y="2695"/>
                    <a:pt x="702" y="2330"/>
                  </a:cubicBezTo>
                  <a:cubicBezTo>
                    <a:pt x="562" y="1965"/>
                    <a:pt x="478" y="1572"/>
                    <a:pt x="478" y="1236"/>
                  </a:cubicBezTo>
                  <a:cubicBezTo>
                    <a:pt x="478" y="1067"/>
                    <a:pt x="506" y="899"/>
                    <a:pt x="562" y="758"/>
                  </a:cubicBezTo>
                  <a:cubicBezTo>
                    <a:pt x="590" y="646"/>
                    <a:pt x="674" y="562"/>
                    <a:pt x="786" y="506"/>
                  </a:cubicBezTo>
                  <a:cubicBezTo>
                    <a:pt x="814" y="477"/>
                    <a:pt x="871" y="449"/>
                    <a:pt x="899" y="449"/>
                  </a:cubicBezTo>
                  <a:cubicBezTo>
                    <a:pt x="1011" y="449"/>
                    <a:pt x="1179" y="534"/>
                    <a:pt x="1376" y="702"/>
                  </a:cubicBezTo>
                  <a:cubicBezTo>
                    <a:pt x="1657" y="955"/>
                    <a:pt x="1937" y="1348"/>
                    <a:pt x="2134" y="1657"/>
                  </a:cubicBezTo>
                  <a:cubicBezTo>
                    <a:pt x="2246" y="1825"/>
                    <a:pt x="2330" y="1965"/>
                    <a:pt x="2387" y="2078"/>
                  </a:cubicBezTo>
                  <a:cubicBezTo>
                    <a:pt x="2415" y="2134"/>
                    <a:pt x="2443" y="2190"/>
                    <a:pt x="2443" y="2218"/>
                  </a:cubicBezTo>
                  <a:lnTo>
                    <a:pt x="2471" y="2246"/>
                  </a:lnTo>
                  <a:cubicBezTo>
                    <a:pt x="2512" y="2328"/>
                    <a:pt x="2598" y="2381"/>
                    <a:pt x="2686" y="2381"/>
                  </a:cubicBezTo>
                  <a:cubicBezTo>
                    <a:pt x="2717" y="2381"/>
                    <a:pt x="2750" y="2374"/>
                    <a:pt x="2780" y="2358"/>
                  </a:cubicBezTo>
                  <a:cubicBezTo>
                    <a:pt x="2892" y="2302"/>
                    <a:pt x="2948" y="2162"/>
                    <a:pt x="2892" y="2050"/>
                  </a:cubicBezTo>
                  <a:cubicBezTo>
                    <a:pt x="2892" y="2050"/>
                    <a:pt x="2639" y="1544"/>
                    <a:pt x="2274" y="1039"/>
                  </a:cubicBezTo>
                  <a:cubicBezTo>
                    <a:pt x="2106" y="814"/>
                    <a:pt x="1909" y="562"/>
                    <a:pt x="1685" y="337"/>
                  </a:cubicBezTo>
                  <a:cubicBezTo>
                    <a:pt x="1460" y="141"/>
                    <a:pt x="1207" y="0"/>
                    <a:pt x="8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64"/>
            <p:cNvSpPr/>
            <p:nvPr/>
          </p:nvSpPr>
          <p:spPr>
            <a:xfrm>
              <a:off x="3096175" y="2715150"/>
              <a:ext cx="256925" cy="96750"/>
            </a:xfrm>
            <a:custGeom>
              <a:avLst/>
              <a:gdLst/>
              <a:ahLst/>
              <a:cxnLst/>
              <a:rect l="l" t="t" r="r" b="b"/>
              <a:pathLst>
                <a:path w="10277" h="3870" extrusionOk="0">
                  <a:moveTo>
                    <a:pt x="5011" y="0"/>
                  </a:moveTo>
                  <a:cubicBezTo>
                    <a:pt x="3592" y="0"/>
                    <a:pt x="2176" y="434"/>
                    <a:pt x="1517" y="1006"/>
                  </a:cubicBezTo>
                  <a:cubicBezTo>
                    <a:pt x="675" y="1735"/>
                    <a:pt x="113" y="3195"/>
                    <a:pt x="113" y="3195"/>
                  </a:cubicBezTo>
                  <a:lnTo>
                    <a:pt x="1" y="3869"/>
                  </a:lnTo>
                  <a:cubicBezTo>
                    <a:pt x="1" y="3869"/>
                    <a:pt x="2247" y="3027"/>
                    <a:pt x="5447" y="3027"/>
                  </a:cubicBezTo>
                  <a:cubicBezTo>
                    <a:pt x="8648" y="3027"/>
                    <a:pt x="10276" y="3813"/>
                    <a:pt x="10276" y="3813"/>
                  </a:cubicBezTo>
                  <a:cubicBezTo>
                    <a:pt x="10276" y="3813"/>
                    <a:pt x="9996" y="2522"/>
                    <a:pt x="9659" y="1735"/>
                  </a:cubicBezTo>
                  <a:cubicBezTo>
                    <a:pt x="9322" y="949"/>
                    <a:pt x="7918" y="444"/>
                    <a:pt x="6177" y="107"/>
                  </a:cubicBezTo>
                  <a:cubicBezTo>
                    <a:pt x="5799" y="34"/>
                    <a:pt x="5405" y="0"/>
                    <a:pt x="50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64"/>
            <p:cNvSpPr/>
            <p:nvPr/>
          </p:nvSpPr>
          <p:spPr>
            <a:xfrm>
              <a:off x="3089875" y="2709400"/>
              <a:ext cx="269550" cy="108575"/>
            </a:xfrm>
            <a:custGeom>
              <a:avLst/>
              <a:gdLst/>
              <a:ahLst/>
              <a:cxnLst/>
              <a:rect l="l" t="t" r="r" b="b"/>
              <a:pathLst>
                <a:path w="10782" h="4343" extrusionOk="0">
                  <a:moveTo>
                    <a:pt x="5250" y="478"/>
                  </a:moveTo>
                  <a:cubicBezTo>
                    <a:pt x="5643" y="478"/>
                    <a:pt x="6036" y="506"/>
                    <a:pt x="6401" y="562"/>
                  </a:cubicBezTo>
                  <a:cubicBezTo>
                    <a:pt x="7244" y="730"/>
                    <a:pt x="8030" y="955"/>
                    <a:pt x="8619" y="1207"/>
                  </a:cubicBezTo>
                  <a:cubicBezTo>
                    <a:pt x="9209" y="1460"/>
                    <a:pt x="9574" y="1769"/>
                    <a:pt x="9714" y="2050"/>
                  </a:cubicBezTo>
                  <a:cubicBezTo>
                    <a:pt x="9855" y="2443"/>
                    <a:pt x="10023" y="2948"/>
                    <a:pt x="10135" y="3369"/>
                  </a:cubicBezTo>
                  <a:cubicBezTo>
                    <a:pt x="10165" y="3473"/>
                    <a:pt x="10195" y="3578"/>
                    <a:pt x="10220" y="3673"/>
                  </a:cubicBezTo>
                  <a:lnTo>
                    <a:pt x="10220" y="3673"/>
                  </a:lnTo>
                  <a:cubicBezTo>
                    <a:pt x="9538" y="3434"/>
                    <a:pt x="8028" y="3032"/>
                    <a:pt x="5699" y="3032"/>
                  </a:cubicBezTo>
                  <a:cubicBezTo>
                    <a:pt x="3223" y="3032"/>
                    <a:pt x="1315" y="3519"/>
                    <a:pt x="543" y="3765"/>
                  </a:cubicBezTo>
                  <a:lnTo>
                    <a:pt x="543" y="3765"/>
                  </a:lnTo>
                  <a:lnTo>
                    <a:pt x="590" y="3481"/>
                  </a:lnTo>
                  <a:lnTo>
                    <a:pt x="577" y="3478"/>
                  </a:lnTo>
                  <a:lnTo>
                    <a:pt x="577" y="3478"/>
                  </a:lnTo>
                  <a:lnTo>
                    <a:pt x="590" y="3453"/>
                  </a:lnTo>
                  <a:cubicBezTo>
                    <a:pt x="702" y="3173"/>
                    <a:pt x="1236" y="1994"/>
                    <a:pt x="1909" y="1404"/>
                  </a:cubicBezTo>
                  <a:cubicBezTo>
                    <a:pt x="2218" y="1151"/>
                    <a:pt x="2695" y="927"/>
                    <a:pt x="3285" y="758"/>
                  </a:cubicBezTo>
                  <a:cubicBezTo>
                    <a:pt x="3875" y="562"/>
                    <a:pt x="4576" y="478"/>
                    <a:pt x="5250" y="478"/>
                  </a:cubicBezTo>
                  <a:close/>
                  <a:moveTo>
                    <a:pt x="5250" y="0"/>
                  </a:moveTo>
                  <a:cubicBezTo>
                    <a:pt x="4520" y="0"/>
                    <a:pt x="3790" y="113"/>
                    <a:pt x="3173" y="309"/>
                  </a:cubicBezTo>
                  <a:cubicBezTo>
                    <a:pt x="2527" y="478"/>
                    <a:pt x="1994" y="730"/>
                    <a:pt x="1601" y="1067"/>
                  </a:cubicBezTo>
                  <a:cubicBezTo>
                    <a:pt x="1151" y="1460"/>
                    <a:pt x="786" y="2022"/>
                    <a:pt x="534" y="2499"/>
                  </a:cubicBezTo>
                  <a:cubicBezTo>
                    <a:pt x="281" y="2976"/>
                    <a:pt x="141" y="3341"/>
                    <a:pt x="141" y="3341"/>
                  </a:cubicBezTo>
                  <a:lnTo>
                    <a:pt x="113" y="3397"/>
                  </a:lnTo>
                  <a:lnTo>
                    <a:pt x="0" y="4071"/>
                  </a:lnTo>
                  <a:cubicBezTo>
                    <a:pt x="0" y="4155"/>
                    <a:pt x="28" y="4240"/>
                    <a:pt x="85" y="4296"/>
                  </a:cubicBezTo>
                  <a:cubicBezTo>
                    <a:pt x="134" y="4329"/>
                    <a:pt x="183" y="4342"/>
                    <a:pt x="233" y="4342"/>
                  </a:cubicBezTo>
                  <a:cubicBezTo>
                    <a:pt x="267" y="4342"/>
                    <a:pt x="302" y="4335"/>
                    <a:pt x="337" y="4324"/>
                  </a:cubicBezTo>
                  <a:cubicBezTo>
                    <a:pt x="590" y="4240"/>
                    <a:pt x="2724" y="3510"/>
                    <a:pt x="5699" y="3510"/>
                  </a:cubicBezTo>
                  <a:cubicBezTo>
                    <a:pt x="7300" y="3510"/>
                    <a:pt x="8479" y="3706"/>
                    <a:pt x="9265" y="3875"/>
                  </a:cubicBezTo>
                  <a:cubicBezTo>
                    <a:pt x="9658" y="3987"/>
                    <a:pt x="9967" y="4071"/>
                    <a:pt x="10163" y="4155"/>
                  </a:cubicBezTo>
                  <a:cubicBezTo>
                    <a:pt x="10248" y="4183"/>
                    <a:pt x="10332" y="4211"/>
                    <a:pt x="10388" y="4240"/>
                  </a:cubicBezTo>
                  <a:lnTo>
                    <a:pt x="10416" y="4268"/>
                  </a:lnTo>
                  <a:lnTo>
                    <a:pt x="10444" y="4268"/>
                  </a:lnTo>
                  <a:cubicBezTo>
                    <a:pt x="10479" y="4279"/>
                    <a:pt x="10514" y="4286"/>
                    <a:pt x="10549" y="4286"/>
                  </a:cubicBezTo>
                  <a:cubicBezTo>
                    <a:pt x="10598" y="4286"/>
                    <a:pt x="10647" y="4272"/>
                    <a:pt x="10697" y="4240"/>
                  </a:cubicBezTo>
                  <a:cubicBezTo>
                    <a:pt x="10753" y="4183"/>
                    <a:pt x="10781" y="4099"/>
                    <a:pt x="10781" y="4015"/>
                  </a:cubicBezTo>
                  <a:cubicBezTo>
                    <a:pt x="10781" y="3987"/>
                    <a:pt x="10500" y="2695"/>
                    <a:pt x="10135" y="1881"/>
                  </a:cubicBezTo>
                  <a:cubicBezTo>
                    <a:pt x="9911" y="1404"/>
                    <a:pt x="9433" y="1039"/>
                    <a:pt x="8788" y="758"/>
                  </a:cubicBezTo>
                  <a:cubicBezTo>
                    <a:pt x="8170" y="506"/>
                    <a:pt x="7356" y="281"/>
                    <a:pt x="6486" y="113"/>
                  </a:cubicBezTo>
                  <a:cubicBezTo>
                    <a:pt x="6093" y="28"/>
                    <a:pt x="5671" y="0"/>
                    <a:pt x="525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64"/>
            <p:cNvSpPr/>
            <p:nvPr/>
          </p:nvSpPr>
          <p:spPr>
            <a:xfrm>
              <a:off x="2812625" y="5107575"/>
              <a:ext cx="230250" cy="130200"/>
            </a:xfrm>
            <a:custGeom>
              <a:avLst/>
              <a:gdLst/>
              <a:ahLst/>
              <a:cxnLst/>
              <a:rect l="l" t="t" r="r" b="b"/>
              <a:pathLst>
                <a:path w="9210" h="5208" extrusionOk="0">
                  <a:moveTo>
                    <a:pt x="2579" y="0"/>
                  </a:moveTo>
                  <a:cubicBezTo>
                    <a:pt x="2040" y="0"/>
                    <a:pt x="1483" y="27"/>
                    <a:pt x="1124" y="117"/>
                  </a:cubicBezTo>
                  <a:cubicBezTo>
                    <a:pt x="225" y="342"/>
                    <a:pt x="1" y="1128"/>
                    <a:pt x="394" y="1689"/>
                  </a:cubicBezTo>
                  <a:cubicBezTo>
                    <a:pt x="787" y="2251"/>
                    <a:pt x="1629" y="3261"/>
                    <a:pt x="2191" y="3711"/>
                  </a:cubicBezTo>
                  <a:cubicBezTo>
                    <a:pt x="2752" y="4160"/>
                    <a:pt x="4549" y="4384"/>
                    <a:pt x="5335" y="4777"/>
                  </a:cubicBezTo>
                  <a:cubicBezTo>
                    <a:pt x="5783" y="5002"/>
                    <a:pt x="6287" y="5208"/>
                    <a:pt x="6835" y="5208"/>
                  </a:cubicBezTo>
                  <a:cubicBezTo>
                    <a:pt x="7247" y="5208"/>
                    <a:pt x="7684" y="5091"/>
                    <a:pt x="8142" y="4777"/>
                  </a:cubicBezTo>
                  <a:cubicBezTo>
                    <a:pt x="9209" y="4047"/>
                    <a:pt x="8592" y="1296"/>
                    <a:pt x="8592" y="1296"/>
                  </a:cubicBezTo>
                  <a:lnTo>
                    <a:pt x="8592" y="1296"/>
                  </a:lnTo>
                  <a:cubicBezTo>
                    <a:pt x="8592" y="1296"/>
                    <a:pt x="8272" y="1350"/>
                    <a:pt x="7780" y="1350"/>
                  </a:cubicBezTo>
                  <a:cubicBezTo>
                    <a:pt x="6858" y="1350"/>
                    <a:pt x="5328" y="1159"/>
                    <a:pt x="4156" y="61"/>
                  </a:cubicBezTo>
                  <a:cubicBezTo>
                    <a:pt x="4156" y="61"/>
                    <a:pt x="3388" y="0"/>
                    <a:pt x="257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64"/>
            <p:cNvSpPr/>
            <p:nvPr/>
          </p:nvSpPr>
          <p:spPr>
            <a:xfrm>
              <a:off x="2811925" y="5102075"/>
              <a:ext cx="226025" cy="141800"/>
            </a:xfrm>
            <a:custGeom>
              <a:avLst/>
              <a:gdLst/>
              <a:ahLst/>
              <a:cxnLst/>
              <a:rect l="l" t="t" r="r" b="b"/>
              <a:pathLst>
                <a:path w="9041" h="5672" extrusionOk="0">
                  <a:moveTo>
                    <a:pt x="2612" y="449"/>
                  </a:moveTo>
                  <a:cubicBezTo>
                    <a:pt x="3005" y="449"/>
                    <a:pt x="3398" y="477"/>
                    <a:pt x="3679" y="477"/>
                  </a:cubicBezTo>
                  <a:cubicBezTo>
                    <a:pt x="3863" y="494"/>
                    <a:pt x="3998" y="501"/>
                    <a:pt x="4076" y="504"/>
                  </a:cubicBezTo>
                  <a:lnTo>
                    <a:pt x="4076" y="504"/>
                  </a:lnTo>
                  <a:cubicBezTo>
                    <a:pt x="5329" y="1607"/>
                    <a:pt x="6866" y="1797"/>
                    <a:pt x="7805" y="1797"/>
                  </a:cubicBezTo>
                  <a:cubicBezTo>
                    <a:pt x="8075" y="1797"/>
                    <a:pt x="8287" y="1783"/>
                    <a:pt x="8435" y="1768"/>
                  </a:cubicBezTo>
                  <a:lnTo>
                    <a:pt x="8435" y="1768"/>
                  </a:lnTo>
                  <a:cubicBezTo>
                    <a:pt x="8490" y="2045"/>
                    <a:pt x="8564" y="2597"/>
                    <a:pt x="8564" y="3173"/>
                  </a:cubicBezTo>
                  <a:cubicBezTo>
                    <a:pt x="8564" y="3509"/>
                    <a:pt x="8535" y="3874"/>
                    <a:pt x="8451" y="4155"/>
                  </a:cubicBezTo>
                  <a:cubicBezTo>
                    <a:pt x="8367" y="4464"/>
                    <a:pt x="8227" y="4689"/>
                    <a:pt x="8058" y="4801"/>
                  </a:cubicBezTo>
                  <a:cubicBezTo>
                    <a:pt x="7609" y="5110"/>
                    <a:pt x="7244" y="5194"/>
                    <a:pt x="6879" y="5194"/>
                  </a:cubicBezTo>
                  <a:cubicBezTo>
                    <a:pt x="6374" y="5194"/>
                    <a:pt x="5896" y="5025"/>
                    <a:pt x="5475" y="4801"/>
                  </a:cubicBezTo>
                  <a:cubicBezTo>
                    <a:pt x="5026" y="4576"/>
                    <a:pt x="4380" y="4436"/>
                    <a:pt x="3763" y="4267"/>
                  </a:cubicBezTo>
                  <a:cubicBezTo>
                    <a:pt x="3454" y="4183"/>
                    <a:pt x="3173" y="4099"/>
                    <a:pt x="2920" y="4015"/>
                  </a:cubicBezTo>
                  <a:cubicBezTo>
                    <a:pt x="2668" y="3931"/>
                    <a:pt x="2471" y="3846"/>
                    <a:pt x="2359" y="3762"/>
                  </a:cubicBezTo>
                  <a:cubicBezTo>
                    <a:pt x="1826" y="3341"/>
                    <a:pt x="983" y="2330"/>
                    <a:pt x="618" y="1769"/>
                  </a:cubicBezTo>
                  <a:cubicBezTo>
                    <a:pt x="506" y="1628"/>
                    <a:pt x="478" y="1488"/>
                    <a:pt x="478" y="1348"/>
                  </a:cubicBezTo>
                  <a:cubicBezTo>
                    <a:pt x="478" y="1179"/>
                    <a:pt x="506" y="1011"/>
                    <a:pt x="646" y="898"/>
                  </a:cubicBezTo>
                  <a:cubicBezTo>
                    <a:pt x="759" y="758"/>
                    <a:pt x="927" y="618"/>
                    <a:pt x="1208" y="562"/>
                  </a:cubicBezTo>
                  <a:cubicBezTo>
                    <a:pt x="1517" y="477"/>
                    <a:pt x="2078" y="449"/>
                    <a:pt x="2612" y="449"/>
                  </a:cubicBezTo>
                  <a:close/>
                  <a:moveTo>
                    <a:pt x="2612" y="0"/>
                  </a:moveTo>
                  <a:cubicBezTo>
                    <a:pt x="2050" y="0"/>
                    <a:pt x="1489" y="0"/>
                    <a:pt x="1096" y="112"/>
                  </a:cubicBezTo>
                  <a:cubicBezTo>
                    <a:pt x="731" y="197"/>
                    <a:pt x="478" y="365"/>
                    <a:pt x="281" y="590"/>
                  </a:cubicBezTo>
                  <a:cubicBezTo>
                    <a:pt x="85" y="814"/>
                    <a:pt x="1" y="1067"/>
                    <a:pt x="1" y="1348"/>
                  </a:cubicBezTo>
                  <a:cubicBezTo>
                    <a:pt x="1" y="1600"/>
                    <a:pt x="85" y="1825"/>
                    <a:pt x="225" y="2050"/>
                  </a:cubicBezTo>
                  <a:cubicBezTo>
                    <a:pt x="646" y="2639"/>
                    <a:pt x="1461" y="3650"/>
                    <a:pt x="2078" y="4127"/>
                  </a:cubicBezTo>
                  <a:cubicBezTo>
                    <a:pt x="2247" y="4267"/>
                    <a:pt x="2499" y="4352"/>
                    <a:pt x="2752" y="4464"/>
                  </a:cubicBezTo>
                  <a:cubicBezTo>
                    <a:pt x="3173" y="4604"/>
                    <a:pt x="3650" y="4717"/>
                    <a:pt x="4128" y="4829"/>
                  </a:cubicBezTo>
                  <a:cubicBezTo>
                    <a:pt x="4577" y="4969"/>
                    <a:pt x="4998" y="5082"/>
                    <a:pt x="5251" y="5222"/>
                  </a:cubicBezTo>
                  <a:cubicBezTo>
                    <a:pt x="5728" y="5447"/>
                    <a:pt x="6261" y="5671"/>
                    <a:pt x="6879" y="5671"/>
                  </a:cubicBezTo>
                  <a:cubicBezTo>
                    <a:pt x="7328" y="5671"/>
                    <a:pt x="7805" y="5531"/>
                    <a:pt x="8311" y="5194"/>
                  </a:cubicBezTo>
                  <a:cubicBezTo>
                    <a:pt x="8620" y="4997"/>
                    <a:pt x="8788" y="4660"/>
                    <a:pt x="8900" y="4296"/>
                  </a:cubicBezTo>
                  <a:cubicBezTo>
                    <a:pt x="9013" y="3931"/>
                    <a:pt x="9041" y="3538"/>
                    <a:pt x="9041" y="3173"/>
                  </a:cubicBezTo>
                  <a:cubicBezTo>
                    <a:pt x="9041" y="2274"/>
                    <a:pt x="8872" y="1488"/>
                    <a:pt x="8844" y="1460"/>
                  </a:cubicBezTo>
                  <a:cubicBezTo>
                    <a:pt x="8844" y="1362"/>
                    <a:pt x="8738" y="1286"/>
                    <a:pt x="8637" y="1286"/>
                  </a:cubicBezTo>
                  <a:cubicBezTo>
                    <a:pt x="8622" y="1286"/>
                    <a:pt x="8606" y="1288"/>
                    <a:pt x="8592" y="1292"/>
                  </a:cubicBezTo>
                  <a:lnTo>
                    <a:pt x="8535" y="1292"/>
                  </a:lnTo>
                  <a:cubicBezTo>
                    <a:pt x="8423" y="1320"/>
                    <a:pt x="8170" y="1348"/>
                    <a:pt x="7805" y="1348"/>
                  </a:cubicBezTo>
                  <a:cubicBezTo>
                    <a:pt x="6935" y="1348"/>
                    <a:pt x="5447" y="1151"/>
                    <a:pt x="4352" y="112"/>
                  </a:cubicBezTo>
                  <a:cubicBezTo>
                    <a:pt x="4296" y="84"/>
                    <a:pt x="4268" y="56"/>
                    <a:pt x="4212" y="56"/>
                  </a:cubicBezTo>
                  <a:cubicBezTo>
                    <a:pt x="4212" y="56"/>
                    <a:pt x="3426" y="0"/>
                    <a:pt x="26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64"/>
            <p:cNvSpPr/>
            <p:nvPr/>
          </p:nvSpPr>
          <p:spPr>
            <a:xfrm>
              <a:off x="2816150" y="5125225"/>
              <a:ext cx="209875" cy="112550"/>
            </a:xfrm>
            <a:custGeom>
              <a:avLst/>
              <a:gdLst/>
              <a:ahLst/>
              <a:cxnLst/>
              <a:rect l="l" t="t" r="r" b="b"/>
              <a:pathLst>
                <a:path w="8395" h="4502" extrusionOk="0">
                  <a:moveTo>
                    <a:pt x="169" y="1"/>
                  </a:moveTo>
                  <a:lnTo>
                    <a:pt x="169" y="1"/>
                  </a:lnTo>
                  <a:cubicBezTo>
                    <a:pt x="0" y="309"/>
                    <a:pt x="28" y="674"/>
                    <a:pt x="253" y="983"/>
                  </a:cubicBezTo>
                  <a:cubicBezTo>
                    <a:pt x="646" y="1545"/>
                    <a:pt x="1488" y="2555"/>
                    <a:pt x="2050" y="3005"/>
                  </a:cubicBezTo>
                  <a:cubicBezTo>
                    <a:pt x="2611" y="3454"/>
                    <a:pt x="4408" y="3678"/>
                    <a:pt x="5194" y="4071"/>
                  </a:cubicBezTo>
                  <a:cubicBezTo>
                    <a:pt x="5642" y="4296"/>
                    <a:pt x="6146" y="4502"/>
                    <a:pt x="6694" y="4502"/>
                  </a:cubicBezTo>
                  <a:cubicBezTo>
                    <a:pt x="7106" y="4502"/>
                    <a:pt x="7543" y="4385"/>
                    <a:pt x="8001" y="4071"/>
                  </a:cubicBezTo>
                  <a:cubicBezTo>
                    <a:pt x="8170" y="3959"/>
                    <a:pt x="8310" y="3791"/>
                    <a:pt x="8395" y="3594"/>
                  </a:cubicBezTo>
                  <a:lnTo>
                    <a:pt x="8395" y="3594"/>
                  </a:lnTo>
                  <a:cubicBezTo>
                    <a:pt x="8001" y="3734"/>
                    <a:pt x="7608" y="3847"/>
                    <a:pt x="7272" y="3903"/>
                  </a:cubicBezTo>
                  <a:cubicBezTo>
                    <a:pt x="7141" y="3925"/>
                    <a:pt x="6996" y="3935"/>
                    <a:pt x="6840" y="3935"/>
                  </a:cubicBezTo>
                  <a:cubicBezTo>
                    <a:pt x="5786" y="3935"/>
                    <a:pt x="4198" y="3457"/>
                    <a:pt x="2780" y="2724"/>
                  </a:cubicBezTo>
                  <a:cubicBezTo>
                    <a:pt x="1629" y="2134"/>
                    <a:pt x="646" y="759"/>
                    <a:pt x="16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64"/>
            <p:cNvSpPr/>
            <p:nvPr/>
          </p:nvSpPr>
          <p:spPr>
            <a:xfrm>
              <a:off x="2811925" y="5119425"/>
              <a:ext cx="220425" cy="124450"/>
            </a:xfrm>
            <a:custGeom>
              <a:avLst/>
              <a:gdLst/>
              <a:ahLst/>
              <a:cxnLst/>
              <a:rect l="l" t="t" r="r" b="b"/>
              <a:pathLst>
                <a:path w="8817" h="4978" extrusionOk="0">
                  <a:moveTo>
                    <a:pt x="527" y="923"/>
                  </a:moveTo>
                  <a:lnTo>
                    <a:pt x="527" y="923"/>
                  </a:lnTo>
                  <a:cubicBezTo>
                    <a:pt x="1069" y="1699"/>
                    <a:pt x="1866" y="2673"/>
                    <a:pt x="2836" y="3180"/>
                  </a:cubicBezTo>
                  <a:cubicBezTo>
                    <a:pt x="3071" y="3298"/>
                    <a:pt x="3309" y="3409"/>
                    <a:pt x="3548" y="3514"/>
                  </a:cubicBezTo>
                  <a:lnTo>
                    <a:pt x="3548" y="3514"/>
                  </a:lnTo>
                  <a:cubicBezTo>
                    <a:pt x="3323" y="3449"/>
                    <a:pt x="3113" y="3385"/>
                    <a:pt x="2920" y="3321"/>
                  </a:cubicBezTo>
                  <a:cubicBezTo>
                    <a:pt x="2668" y="3237"/>
                    <a:pt x="2471" y="3152"/>
                    <a:pt x="2359" y="3068"/>
                  </a:cubicBezTo>
                  <a:cubicBezTo>
                    <a:pt x="1826" y="2647"/>
                    <a:pt x="983" y="1636"/>
                    <a:pt x="618" y="1075"/>
                  </a:cubicBezTo>
                  <a:cubicBezTo>
                    <a:pt x="578" y="1024"/>
                    <a:pt x="548" y="974"/>
                    <a:pt x="527" y="923"/>
                  </a:cubicBezTo>
                  <a:close/>
                  <a:moveTo>
                    <a:pt x="5819" y="4271"/>
                  </a:moveTo>
                  <a:cubicBezTo>
                    <a:pt x="6254" y="4364"/>
                    <a:pt x="6661" y="4416"/>
                    <a:pt x="7019" y="4416"/>
                  </a:cubicBezTo>
                  <a:cubicBezTo>
                    <a:pt x="7188" y="4416"/>
                    <a:pt x="7328" y="4388"/>
                    <a:pt x="7497" y="4388"/>
                  </a:cubicBezTo>
                  <a:cubicBezTo>
                    <a:pt x="7528" y="4380"/>
                    <a:pt x="7560" y="4372"/>
                    <a:pt x="7593" y="4363"/>
                  </a:cubicBezTo>
                  <a:lnTo>
                    <a:pt x="7593" y="4363"/>
                  </a:lnTo>
                  <a:cubicBezTo>
                    <a:pt x="7341" y="4466"/>
                    <a:pt x="7110" y="4500"/>
                    <a:pt x="6879" y="4500"/>
                  </a:cubicBezTo>
                  <a:cubicBezTo>
                    <a:pt x="6507" y="4500"/>
                    <a:pt x="6150" y="4408"/>
                    <a:pt x="5819" y="4271"/>
                  </a:cubicBezTo>
                  <a:close/>
                  <a:moveTo>
                    <a:pt x="382" y="1"/>
                  </a:moveTo>
                  <a:cubicBezTo>
                    <a:pt x="367" y="1"/>
                    <a:pt x="353" y="3"/>
                    <a:pt x="338" y="8"/>
                  </a:cubicBezTo>
                  <a:cubicBezTo>
                    <a:pt x="253" y="8"/>
                    <a:pt x="169" y="36"/>
                    <a:pt x="141" y="120"/>
                  </a:cubicBezTo>
                  <a:cubicBezTo>
                    <a:pt x="57" y="289"/>
                    <a:pt x="1" y="485"/>
                    <a:pt x="1" y="654"/>
                  </a:cubicBezTo>
                  <a:cubicBezTo>
                    <a:pt x="1" y="906"/>
                    <a:pt x="85" y="1131"/>
                    <a:pt x="225" y="1356"/>
                  </a:cubicBezTo>
                  <a:cubicBezTo>
                    <a:pt x="646" y="1945"/>
                    <a:pt x="1461" y="2956"/>
                    <a:pt x="2078" y="3433"/>
                  </a:cubicBezTo>
                  <a:cubicBezTo>
                    <a:pt x="2247" y="3573"/>
                    <a:pt x="2499" y="3658"/>
                    <a:pt x="2752" y="3770"/>
                  </a:cubicBezTo>
                  <a:cubicBezTo>
                    <a:pt x="3173" y="3910"/>
                    <a:pt x="3650" y="4023"/>
                    <a:pt x="4128" y="4135"/>
                  </a:cubicBezTo>
                  <a:cubicBezTo>
                    <a:pt x="4577" y="4275"/>
                    <a:pt x="4998" y="4388"/>
                    <a:pt x="5251" y="4528"/>
                  </a:cubicBezTo>
                  <a:cubicBezTo>
                    <a:pt x="5728" y="4753"/>
                    <a:pt x="6261" y="4977"/>
                    <a:pt x="6879" y="4977"/>
                  </a:cubicBezTo>
                  <a:cubicBezTo>
                    <a:pt x="7328" y="4977"/>
                    <a:pt x="7805" y="4837"/>
                    <a:pt x="8311" y="4500"/>
                  </a:cubicBezTo>
                  <a:cubicBezTo>
                    <a:pt x="8535" y="4360"/>
                    <a:pt x="8676" y="4163"/>
                    <a:pt x="8760" y="3938"/>
                  </a:cubicBezTo>
                  <a:cubicBezTo>
                    <a:pt x="8816" y="3854"/>
                    <a:pt x="8788" y="3742"/>
                    <a:pt x="8732" y="3686"/>
                  </a:cubicBezTo>
                  <a:cubicBezTo>
                    <a:pt x="8696" y="3631"/>
                    <a:pt x="8636" y="3600"/>
                    <a:pt x="8576" y="3600"/>
                  </a:cubicBezTo>
                  <a:cubicBezTo>
                    <a:pt x="8542" y="3600"/>
                    <a:pt x="8509" y="3610"/>
                    <a:pt x="8479" y="3630"/>
                  </a:cubicBezTo>
                  <a:cubicBezTo>
                    <a:pt x="8114" y="3742"/>
                    <a:pt x="7721" y="3854"/>
                    <a:pt x="7412" y="3910"/>
                  </a:cubicBezTo>
                  <a:cubicBezTo>
                    <a:pt x="7300" y="3938"/>
                    <a:pt x="7160" y="3938"/>
                    <a:pt x="7019" y="3938"/>
                  </a:cubicBezTo>
                  <a:cubicBezTo>
                    <a:pt x="6037" y="3938"/>
                    <a:pt x="4437" y="3489"/>
                    <a:pt x="3061" y="2759"/>
                  </a:cubicBezTo>
                  <a:cubicBezTo>
                    <a:pt x="1994" y="2198"/>
                    <a:pt x="1011" y="850"/>
                    <a:pt x="534" y="120"/>
                  </a:cubicBezTo>
                  <a:cubicBezTo>
                    <a:pt x="511" y="51"/>
                    <a:pt x="450" y="1"/>
                    <a:pt x="3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4" name="Google Shape;4224;p64"/>
            <p:cNvSpPr/>
            <p:nvPr/>
          </p:nvSpPr>
          <p:spPr>
            <a:xfrm>
              <a:off x="3328500" y="5107575"/>
              <a:ext cx="230250" cy="130200"/>
            </a:xfrm>
            <a:custGeom>
              <a:avLst/>
              <a:gdLst/>
              <a:ahLst/>
              <a:cxnLst/>
              <a:rect l="l" t="t" r="r" b="b"/>
              <a:pathLst>
                <a:path w="9210" h="5208" extrusionOk="0">
                  <a:moveTo>
                    <a:pt x="6631" y="0"/>
                  </a:moveTo>
                  <a:cubicBezTo>
                    <a:pt x="5822" y="0"/>
                    <a:pt x="5054" y="61"/>
                    <a:pt x="5054" y="61"/>
                  </a:cubicBezTo>
                  <a:cubicBezTo>
                    <a:pt x="3882" y="1159"/>
                    <a:pt x="2352" y="1350"/>
                    <a:pt x="1430" y="1350"/>
                  </a:cubicBezTo>
                  <a:cubicBezTo>
                    <a:pt x="938" y="1350"/>
                    <a:pt x="618" y="1296"/>
                    <a:pt x="618" y="1296"/>
                  </a:cubicBezTo>
                  <a:lnTo>
                    <a:pt x="618" y="1296"/>
                  </a:lnTo>
                  <a:cubicBezTo>
                    <a:pt x="618" y="1296"/>
                    <a:pt x="1" y="4047"/>
                    <a:pt x="1068" y="4777"/>
                  </a:cubicBezTo>
                  <a:cubicBezTo>
                    <a:pt x="1526" y="5091"/>
                    <a:pt x="1963" y="5208"/>
                    <a:pt x="2376" y="5208"/>
                  </a:cubicBezTo>
                  <a:cubicBezTo>
                    <a:pt x="2923" y="5208"/>
                    <a:pt x="3427" y="5002"/>
                    <a:pt x="3875" y="4777"/>
                  </a:cubicBezTo>
                  <a:cubicBezTo>
                    <a:pt x="4661" y="4384"/>
                    <a:pt x="6458" y="4160"/>
                    <a:pt x="7019" y="3711"/>
                  </a:cubicBezTo>
                  <a:cubicBezTo>
                    <a:pt x="7581" y="3261"/>
                    <a:pt x="8423" y="2251"/>
                    <a:pt x="8816" y="1689"/>
                  </a:cubicBezTo>
                  <a:cubicBezTo>
                    <a:pt x="9209" y="1128"/>
                    <a:pt x="8985" y="342"/>
                    <a:pt x="8086" y="117"/>
                  </a:cubicBezTo>
                  <a:cubicBezTo>
                    <a:pt x="7727" y="27"/>
                    <a:pt x="7170" y="0"/>
                    <a:pt x="663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5" name="Google Shape;4225;p64"/>
            <p:cNvSpPr/>
            <p:nvPr/>
          </p:nvSpPr>
          <p:spPr>
            <a:xfrm>
              <a:off x="3333425" y="5102075"/>
              <a:ext cx="226025" cy="141800"/>
            </a:xfrm>
            <a:custGeom>
              <a:avLst/>
              <a:gdLst/>
              <a:ahLst/>
              <a:cxnLst/>
              <a:rect l="l" t="t" r="r" b="b"/>
              <a:pathLst>
                <a:path w="9041" h="5672" extrusionOk="0">
                  <a:moveTo>
                    <a:pt x="6429" y="449"/>
                  </a:moveTo>
                  <a:cubicBezTo>
                    <a:pt x="6963" y="449"/>
                    <a:pt x="7524" y="477"/>
                    <a:pt x="7833" y="562"/>
                  </a:cubicBezTo>
                  <a:cubicBezTo>
                    <a:pt x="8114" y="618"/>
                    <a:pt x="8282" y="758"/>
                    <a:pt x="8423" y="898"/>
                  </a:cubicBezTo>
                  <a:cubicBezTo>
                    <a:pt x="8535" y="1011"/>
                    <a:pt x="8591" y="1179"/>
                    <a:pt x="8591" y="1348"/>
                  </a:cubicBezTo>
                  <a:cubicBezTo>
                    <a:pt x="8591" y="1488"/>
                    <a:pt x="8535" y="1628"/>
                    <a:pt x="8451" y="1769"/>
                  </a:cubicBezTo>
                  <a:cubicBezTo>
                    <a:pt x="8058" y="2330"/>
                    <a:pt x="7215" y="3341"/>
                    <a:pt x="6682" y="3762"/>
                  </a:cubicBezTo>
                  <a:cubicBezTo>
                    <a:pt x="6570" y="3846"/>
                    <a:pt x="6373" y="3931"/>
                    <a:pt x="6121" y="4015"/>
                  </a:cubicBezTo>
                  <a:cubicBezTo>
                    <a:pt x="5756" y="4155"/>
                    <a:pt x="5278" y="4267"/>
                    <a:pt x="4801" y="4380"/>
                  </a:cubicBezTo>
                  <a:cubicBezTo>
                    <a:pt x="4352" y="4520"/>
                    <a:pt x="3903" y="4632"/>
                    <a:pt x="3566" y="4801"/>
                  </a:cubicBezTo>
                  <a:cubicBezTo>
                    <a:pt x="3145" y="5025"/>
                    <a:pt x="2667" y="5194"/>
                    <a:pt x="2190" y="5194"/>
                  </a:cubicBezTo>
                  <a:cubicBezTo>
                    <a:pt x="1797" y="5194"/>
                    <a:pt x="1432" y="5110"/>
                    <a:pt x="1011" y="4801"/>
                  </a:cubicBezTo>
                  <a:cubicBezTo>
                    <a:pt x="814" y="4689"/>
                    <a:pt x="674" y="4464"/>
                    <a:pt x="590" y="4155"/>
                  </a:cubicBezTo>
                  <a:cubicBezTo>
                    <a:pt x="506" y="3874"/>
                    <a:pt x="478" y="3509"/>
                    <a:pt x="478" y="3173"/>
                  </a:cubicBezTo>
                  <a:cubicBezTo>
                    <a:pt x="478" y="2751"/>
                    <a:pt x="506" y="2358"/>
                    <a:pt x="562" y="2050"/>
                  </a:cubicBezTo>
                  <a:cubicBezTo>
                    <a:pt x="584" y="1938"/>
                    <a:pt x="589" y="1843"/>
                    <a:pt x="604" y="1767"/>
                  </a:cubicBezTo>
                  <a:lnTo>
                    <a:pt x="604" y="1767"/>
                  </a:lnTo>
                  <a:cubicBezTo>
                    <a:pt x="756" y="1782"/>
                    <a:pt x="973" y="1797"/>
                    <a:pt x="1236" y="1797"/>
                  </a:cubicBezTo>
                  <a:cubicBezTo>
                    <a:pt x="2175" y="1797"/>
                    <a:pt x="3739" y="1607"/>
                    <a:pt x="4966" y="504"/>
                  </a:cubicBezTo>
                  <a:lnTo>
                    <a:pt x="4966" y="504"/>
                  </a:lnTo>
                  <a:cubicBezTo>
                    <a:pt x="5049" y="501"/>
                    <a:pt x="5190" y="495"/>
                    <a:pt x="5363" y="477"/>
                  </a:cubicBezTo>
                  <a:cubicBezTo>
                    <a:pt x="5643" y="477"/>
                    <a:pt x="6036" y="449"/>
                    <a:pt x="6429" y="449"/>
                  </a:cubicBezTo>
                  <a:close/>
                  <a:moveTo>
                    <a:pt x="6429" y="0"/>
                  </a:moveTo>
                  <a:cubicBezTo>
                    <a:pt x="5615" y="0"/>
                    <a:pt x="4857" y="56"/>
                    <a:pt x="4829" y="56"/>
                  </a:cubicBezTo>
                  <a:cubicBezTo>
                    <a:pt x="4801" y="56"/>
                    <a:pt x="4745" y="84"/>
                    <a:pt x="4689" y="112"/>
                  </a:cubicBezTo>
                  <a:cubicBezTo>
                    <a:pt x="3594" y="1151"/>
                    <a:pt x="2134" y="1348"/>
                    <a:pt x="1236" y="1348"/>
                  </a:cubicBezTo>
                  <a:cubicBezTo>
                    <a:pt x="983" y="1348"/>
                    <a:pt x="786" y="1320"/>
                    <a:pt x="674" y="1320"/>
                  </a:cubicBezTo>
                  <a:cubicBezTo>
                    <a:pt x="590" y="1320"/>
                    <a:pt x="534" y="1292"/>
                    <a:pt x="506" y="1292"/>
                  </a:cubicBezTo>
                  <a:lnTo>
                    <a:pt x="449" y="1292"/>
                  </a:lnTo>
                  <a:cubicBezTo>
                    <a:pt x="435" y="1288"/>
                    <a:pt x="420" y="1286"/>
                    <a:pt x="405" y="1286"/>
                  </a:cubicBezTo>
                  <a:cubicBezTo>
                    <a:pt x="309" y="1286"/>
                    <a:pt x="221" y="1362"/>
                    <a:pt x="197" y="1460"/>
                  </a:cubicBezTo>
                  <a:cubicBezTo>
                    <a:pt x="197" y="1488"/>
                    <a:pt x="0" y="2274"/>
                    <a:pt x="0" y="3173"/>
                  </a:cubicBezTo>
                  <a:cubicBezTo>
                    <a:pt x="0" y="3538"/>
                    <a:pt x="28" y="3931"/>
                    <a:pt x="141" y="4296"/>
                  </a:cubicBezTo>
                  <a:cubicBezTo>
                    <a:pt x="253" y="4660"/>
                    <a:pt x="421" y="4997"/>
                    <a:pt x="730" y="5194"/>
                  </a:cubicBezTo>
                  <a:cubicBezTo>
                    <a:pt x="1236" y="5531"/>
                    <a:pt x="1713" y="5671"/>
                    <a:pt x="2190" y="5671"/>
                  </a:cubicBezTo>
                  <a:cubicBezTo>
                    <a:pt x="2780" y="5671"/>
                    <a:pt x="3313" y="5447"/>
                    <a:pt x="3790" y="5222"/>
                  </a:cubicBezTo>
                  <a:cubicBezTo>
                    <a:pt x="4127" y="5025"/>
                    <a:pt x="4773" y="4885"/>
                    <a:pt x="5391" y="4717"/>
                  </a:cubicBezTo>
                  <a:cubicBezTo>
                    <a:pt x="5699" y="4632"/>
                    <a:pt x="6008" y="4548"/>
                    <a:pt x="6289" y="4464"/>
                  </a:cubicBezTo>
                  <a:cubicBezTo>
                    <a:pt x="6570" y="4352"/>
                    <a:pt x="6794" y="4267"/>
                    <a:pt x="6963" y="4127"/>
                  </a:cubicBezTo>
                  <a:cubicBezTo>
                    <a:pt x="7580" y="3650"/>
                    <a:pt x="8423" y="2639"/>
                    <a:pt x="8816" y="2050"/>
                  </a:cubicBezTo>
                  <a:cubicBezTo>
                    <a:pt x="8956" y="1825"/>
                    <a:pt x="9040" y="1600"/>
                    <a:pt x="9040" y="1348"/>
                  </a:cubicBezTo>
                  <a:cubicBezTo>
                    <a:pt x="9040" y="1067"/>
                    <a:pt x="8956" y="814"/>
                    <a:pt x="8760" y="590"/>
                  </a:cubicBezTo>
                  <a:cubicBezTo>
                    <a:pt x="8591" y="365"/>
                    <a:pt x="8310" y="197"/>
                    <a:pt x="7945" y="112"/>
                  </a:cubicBezTo>
                  <a:cubicBezTo>
                    <a:pt x="7552" y="0"/>
                    <a:pt x="6991" y="0"/>
                    <a:pt x="642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6" name="Google Shape;4226;p64"/>
            <p:cNvSpPr/>
            <p:nvPr/>
          </p:nvSpPr>
          <p:spPr>
            <a:xfrm>
              <a:off x="3345350" y="5125225"/>
              <a:ext cx="209875" cy="112550"/>
            </a:xfrm>
            <a:custGeom>
              <a:avLst/>
              <a:gdLst/>
              <a:ahLst/>
              <a:cxnLst/>
              <a:rect l="l" t="t" r="r" b="b"/>
              <a:pathLst>
                <a:path w="8395" h="4502" extrusionOk="0">
                  <a:moveTo>
                    <a:pt x="8226" y="1"/>
                  </a:moveTo>
                  <a:lnTo>
                    <a:pt x="8226" y="1"/>
                  </a:lnTo>
                  <a:cubicBezTo>
                    <a:pt x="7749" y="759"/>
                    <a:pt x="6767" y="2134"/>
                    <a:pt x="5615" y="2724"/>
                  </a:cubicBezTo>
                  <a:cubicBezTo>
                    <a:pt x="4197" y="3457"/>
                    <a:pt x="2609" y="3935"/>
                    <a:pt x="1555" y="3935"/>
                  </a:cubicBezTo>
                  <a:cubicBezTo>
                    <a:pt x="1399" y="3935"/>
                    <a:pt x="1254" y="3925"/>
                    <a:pt x="1124" y="3903"/>
                  </a:cubicBezTo>
                  <a:cubicBezTo>
                    <a:pt x="787" y="3847"/>
                    <a:pt x="394" y="3734"/>
                    <a:pt x="1" y="3594"/>
                  </a:cubicBezTo>
                  <a:lnTo>
                    <a:pt x="1" y="3594"/>
                  </a:lnTo>
                  <a:cubicBezTo>
                    <a:pt x="113" y="3791"/>
                    <a:pt x="225" y="3959"/>
                    <a:pt x="394" y="4071"/>
                  </a:cubicBezTo>
                  <a:cubicBezTo>
                    <a:pt x="852" y="4385"/>
                    <a:pt x="1289" y="4502"/>
                    <a:pt x="1702" y="4502"/>
                  </a:cubicBezTo>
                  <a:cubicBezTo>
                    <a:pt x="2249" y="4502"/>
                    <a:pt x="2753" y="4296"/>
                    <a:pt x="3201" y="4071"/>
                  </a:cubicBezTo>
                  <a:cubicBezTo>
                    <a:pt x="3987" y="3678"/>
                    <a:pt x="5784" y="3454"/>
                    <a:pt x="6345" y="3005"/>
                  </a:cubicBezTo>
                  <a:cubicBezTo>
                    <a:pt x="6907" y="2555"/>
                    <a:pt x="7749" y="1545"/>
                    <a:pt x="8142" y="983"/>
                  </a:cubicBezTo>
                  <a:cubicBezTo>
                    <a:pt x="8367" y="674"/>
                    <a:pt x="8395" y="309"/>
                    <a:pt x="8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7" name="Google Shape;4227;p64"/>
            <p:cNvSpPr/>
            <p:nvPr/>
          </p:nvSpPr>
          <p:spPr>
            <a:xfrm>
              <a:off x="3339025" y="5119425"/>
              <a:ext cx="220425" cy="124450"/>
            </a:xfrm>
            <a:custGeom>
              <a:avLst/>
              <a:gdLst/>
              <a:ahLst/>
              <a:cxnLst/>
              <a:rect l="l" t="t" r="r" b="b"/>
              <a:pathLst>
                <a:path w="8817" h="4978" extrusionOk="0">
                  <a:moveTo>
                    <a:pt x="8293" y="934"/>
                  </a:moveTo>
                  <a:cubicBezTo>
                    <a:pt x="8277" y="981"/>
                    <a:pt x="8255" y="1028"/>
                    <a:pt x="8227" y="1075"/>
                  </a:cubicBezTo>
                  <a:cubicBezTo>
                    <a:pt x="7834" y="1636"/>
                    <a:pt x="6991" y="2647"/>
                    <a:pt x="6458" y="3068"/>
                  </a:cubicBezTo>
                  <a:cubicBezTo>
                    <a:pt x="6346" y="3152"/>
                    <a:pt x="6149" y="3237"/>
                    <a:pt x="5897" y="3321"/>
                  </a:cubicBezTo>
                  <a:cubicBezTo>
                    <a:pt x="5707" y="3394"/>
                    <a:pt x="5487" y="3459"/>
                    <a:pt x="5253" y="3521"/>
                  </a:cubicBezTo>
                  <a:lnTo>
                    <a:pt x="5253" y="3521"/>
                  </a:lnTo>
                  <a:cubicBezTo>
                    <a:pt x="5497" y="3414"/>
                    <a:pt x="5741" y="3300"/>
                    <a:pt x="5981" y="3180"/>
                  </a:cubicBezTo>
                  <a:cubicBezTo>
                    <a:pt x="6946" y="2676"/>
                    <a:pt x="7757" y="1708"/>
                    <a:pt x="8293" y="934"/>
                  </a:cubicBezTo>
                  <a:close/>
                  <a:moveTo>
                    <a:pt x="2999" y="4270"/>
                  </a:moveTo>
                  <a:lnTo>
                    <a:pt x="2999" y="4270"/>
                  </a:lnTo>
                  <a:cubicBezTo>
                    <a:pt x="2670" y="4408"/>
                    <a:pt x="2318" y="4500"/>
                    <a:pt x="1966" y="4500"/>
                  </a:cubicBezTo>
                  <a:cubicBezTo>
                    <a:pt x="1712" y="4500"/>
                    <a:pt x="1470" y="4465"/>
                    <a:pt x="1216" y="4356"/>
                  </a:cubicBezTo>
                  <a:lnTo>
                    <a:pt x="1216" y="4356"/>
                  </a:lnTo>
                  <a:cubicBezTo>
                    <a:pt x="1261" y="4367"/>
                    <a:pt x="1305" y="4378"/>
                    <a:pt x="1348" y="4388"/>
                  </a:cubicBezTo>
                  <a:cubicBezTo>
                    <a:pt x="1489" y="4388"/>
                    <a:pt x="1629" y="4416"/>
                    <a:pt x="1798" y="4416"/>
                  </a:cubicBezTo>
                  <a:cubicBezTo>
                    <a:pt x="2156" y="4416"/>
                    <a:pt x="2563" y="4364"/>
                    <a:pt x="2999" y="4270"/>
                  </a:cubicBezTo>
                  <a:close/>
                  <a:moveTo>
                    <a:pt x="8453" y="1"/>
                  </a:moveTo>
                  <a:cubicBezTo>
                    <a:pt x="8375" y="1"/>
                    <a:pt x="8329" y="51"/>
                    <a:pt x="8283" y="120"/>
                  </a:cubicBezTo>
                  <a:cubicBezTo>
                    <a:pt x="7806" y="850"/>
                    <a:pt x="6851" y="2198"/>
                    <a:pt x="5756" y="2759"/>
                  </a:cubicBezTo>
                  <a:cubicBezTo>
                    <a:pt x="4381" y="3489"/>
                    <a:pt x="2808" y="3938"/>
                    <a:pt x="1798" y="3938"/>
                  </a:cubicBezTo>
                  <a:cubicBezTo>
                    <a:pt x="1657" y="3938"/>
                    <a:pt x="1517" y="3938"/>
                    <a:pt x="1405" y="3910"/>
                  </a:cubicBezTo>
                  <a:cubicBezTo>
                    <a:pt x="1096" y="3854"/>
                    <a:pt x="703" y="3742"/>
                    <a:pt x="338" y="3630"/>
                  </a:cubicBezTo>
                  <a:cubicBezTo>
                    <a:pt x="308" y="3610"/>
                    <a:pt x="275" y="3600"/>
                    <a:pt x="241" y="3600"/>
                  </a:cubicBezTo>
                  <a:cubicBezTo>
                    <a:pt x="181" y="3600"/>
                    <a:pt x="121" y="3631"/>
                    <a:pt x="85" y="3686"/>
                  </a:cubicBezTo>
                  <a:cubicBezTo>
                    <a:pt x="29" y="3742"/>
                    <a:pt x="1" y="3854"/>
                    <a:pt x="57" y="3938"/>
                  </a:cubicBezTo>
                  <a:cubicBezTo>
                    <a:pt x="169" y="4163"/>
                    <a:pt x="310" y="4360"/>
                    <a:pt x="506" y="4500"/>
                  </a:cubicBezTo>
                  <a:cubicBezTo>
                    <a:pt x="1012" y="4837"/>
                    <a:pt x="1489" y="4977"/>
                    <a:pt x="1966" y="4977"/>
                  </a:cubicBezTo>
                  <a:cubicBezTo>
                    <a:pt x="2556" y="4977"/>
                    <a:pt x="3089" y="4753"/>
                    <a:pt x="3566" y="4528"/>
                  </a:cubicBezTo>
                  <a:cubicBezTo>
                    <a:pt x="3903" y="4331"/>
                    <a:pt x="4549" y="4191"/>
                    <a:pt x="5167" y="4023"/>
                  </a:cubicBezTo>
                  <a:cubicBezTo>
                    <a:pt x="5475" y="3938"/>
                    <a:pt x="5784" y="3854"/>
                    <a:pt x="6065" y="3770"/>
                  </a:cubicBezTo>
                  <a:cubicBezTo>
                    <a:pt x="6346" y="3658"/>
                    <a:pt x="6570" y="3573"/>
                    <a:pt x="6739" y="3433"/>
                  </a:cubicBezTo>
                  <a:cubicBezTo>
                    <a:pt x="7356" y="2956"/>
                    <a:pt x="8199" y="1945"/>
                    <a:pt x="8592" y="1356"/>
                  </a:cubicBezTo>
                  <a:cubicBezTo>
                    <a:pt x="8732" y="1131"/>
                    <a:pt x="8816" y="906"/>
                    <a:pt x="8816" y="654"/>
                  </a:cubicBezTo>
                  <a:cubicBezTo>
                    <a:pt x="8816" y="485"/>
                    <a:pt x="8788" y="289"/>
                    <a:pt x="8704" y="120"/>
                  </a:cubicBezTo>
                  <a:cubicBezTo>
                    <a:pt x="8648" y="36"/>
                    <a:pt x="8592" y="8"/>
                    <a:pt x="8508" y="8"/>
                  </a:cubicBezTo>
                  <a:cubicBezTo>
                    <a:pt x="8488" y="3"/>
                    <a:pt x="8469" y="1"/>
                    <a:pt x="84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8" name="Google Shape;4228;p64"/>
            <p:cNvSpPr/>
            <p:nvPr/>
          </p:nvSpPr>
          <p:spPr>
            <a:xfrm>
              <a:off x="2910200" y="3517250"/>
              <a:ext cx="615550" cy="1665775"/>
            </a:xfrm>
            <a:custGeom>
              <a:avLst/>
              <a:gdLst/>
              <a:ahLst/>
              <a:cxnLst/>
              <a:rect l="l" t="t" r="r" b="b"/>
              <a:pathLst>
                <a:path w="24622" h="66631" extrusionOk="0">
                  <a:moveTo>
                    <a:pt x="23078" y="0"/>
                  </a:moveTo>
                  <a:cubicBezTo>
                    <a:pt x="23078" y="0"/>
                    <a:pt x="17443" y="2118"/>
                    <a:pt x="10088" y="2118"/>
                  </a:cubicBezTo>
                  <a:cubicBezTo>
                    <a:pt x="8012" y="2118"/>
                    <a:pt x="5799" y="1949"/>
                    <a:pt x="3538" y="1516"/>
                  </a:cubicBezTo>
                  <a:cubicBezTo>
                    <a:pt x="3538" y="1516"/>
                    <a:pt x="3088" y="6738"/>
                    <a:pt x="3032" y="9097"/>
                  </a:cubicBezTo>
                  <a:cubicBezTo>
                    <a:pt x="2976" y="11483"/>
                    <a:pt x="3313" y="13673"/>
                    <a:pt x="3313" y="13673"/>
                  </a:cubicBezTo>
                  <a:lnTo>
                    <a:pt x="2190" y="35290"/>
                  </a:lnTo>
                  <a:cubicBezTo>
                    <a:pt x="2190" y="35290"/>
                    <a:pt x="506" y="49187"/>
                    <a:pt x="506" y="51939"/>
                  </a:cubicBezTo>
                  <a:cubicBezTo>
                    <a:pt x="506" y="54690"/>
                    <a:pt x="730" y="61905"/>
                    <a:pt x="730" y="61905"/>
                  </a:cubicBezTo>
                  <a:cubicBezTo>
                    <a:pt x="730" y="61905"/>
                    <a:pt x="112" y="63140"/>
                    <a:pt x="56" y="63421"/>
                  </a:cubicBezTo>
                  <a:cubicBezTo>
                    <a:pt x="0" y="63702"/>
                    <a:pt x="169" y="65386"/>
                    <a:pt x="169" y="65386"/>
                  </a:cubicBezTo>
                  <a:cubicBezTo>
                    <a:pt x="169" y="65386"/>
                    <a:pt x="1629" y="66285"/>
                    <a:pt x="3032" y="66397"/>
                  </a:cubicBezTo>
                  <a:cubicBezTo>
                    <a:pt x="3106" y="66403"/>
                    <a:pt x="3177" y="66406"/>
                    <a:pt x="3245" y="66406"/>
                  </a:cubicBezTo>
                  <a:cubicBezTo>
                    <a:pt x="4482" y="66406"/>
                    <a:pt x="4891" y="65490"/>
                    <a:pt x="4997" y="65330"/>
                  </a:cubicBezTo>
                  <a:cubicBezTo>
                    <a:pt x="5110" y="65162"/>
                    <a:pt x="5334" y="62860"/>
                    <a:pt x="5391" y="62074"/>
                  </a:cubicBezTo>
                  <a:cubicBezTo>
                    <a:pt x="5447" y="61287"/>
                    <a:pt x="5334" y="60108"/>
                    <a:pt x="5334" y="60108"/>
                  </a:cubicBezTo>
                  <a:cubicBezTo>
                    <a:pt x="5334" y="60108"/>
                    <a:pt x="7833" y="48008"/>
                    <a:pt x="9012" y="43881"/>
                  </a:cubicBezTo>
                  <a:cubicBezTo>
                    <a:pt x="10191" y="39782"/>
                    <a:pt x="12325" y="28637"/>
                    <a:pt x="12437" y="27177"/>
                  </a:cubicBezTo>
                  <a:cubicBezTo>
                    <a:pt x="12550" y="25717"/>
                    <a:pt x="13841" y="18895"/>
                    <a:pt x="13841" y="18895"/>
                  </a:cubicBezTo>
                  <a:cubicBezTo>
                    <a:pt x="13841" y="18895"/>
                    <a:pt x="14964" y="31107"/>
                    <a:pt x="15245" y="33409"/>
                  </a:cubicBezTo>
                  <a:cubicBezTo>
                    <a:pt x="15526" y="35739"/>
                    <a:pt x="14852" y="42140"/>
                    <a:pt x="14852" y="45566"/>
                  </a:cubicBezTo>
                  <a:cubicBezTo>
                    <a:pt x="14852" y="49019"/>
                    <a:pt x="16901" y="62410"/>
                    <a:pt x="16901" y="62410"/>
                  </a:cubicBezTo>
                  <a:cubicBezTo>
                    <a:pt x="16901" y="62410"/>
                    <a:pt x="16901" y="64067"/>
                    <a:pt x="17013" y="64516"/>
                  </a:cubicBezTo>
                  <a:cubicBezTo>
                    <a:pt x="17126" y="64965"/>
                    <a:pt x="17800" y="66509"/>
                    <a:pt x="17800" y="66509"/>
                  </a:cubicBezTo>
                  <a:cubicBezTo>
                    <a:pt x="17800" y="66509"/>
                    <a:pt x="18396" y="66631"/>
                    <a:pt x="19043" y="66631"/>
                  </a:cubicBezTo>
                  <a:cubicBezTo>
                    <a:pt x="19474" y="66631"/>
                    <a:pt x="19928" y="66577"/>
                    <a:pt x="20242" y="66397"/>
                  </a:cubicBezTo>
                  <a:cubicBezTo>
                    <a:pt x="21028" y="65948"/>
                    <a:pt x="22235" y="65190"/>
                    <a:pt x="22348" y="63842"/>
                  </a:cubicBezTo>
                  <a:cubicBezTo>
                    <a:pt x="22460" y="62495"/>
                    <a:pt x="21955" y="59800"/>
                    <a:pt x="21842" y="59041"/>
                  </a:cubicBezTo>
                  <a:cubicBezTo>
                    <a:pt x="21730" y="58255"/>
                    <a:pt x="23751" y="43235"/>
                    <a:pt x="23751" y="37901"/>
                  </a:cubicBezTo>
                  <a:cubicBezTo>
                    <a:pt x="23751" y="32567"/>
                    <a:pt x="24622" y="21000"/>
                    <a:pt x="24622" y="18558"/>
                  </a:cubicBezTo>
                  <a:cubicBezTo>
                    <a:pt x="24622" y="16115"/>
                    <a:pt x="24088" y="7889"/>
                    <a:pt x="24088" y="7889"/>
                  </a:cubicBezTo>
                  <a:lnTo>
                    <a:pt x="23078"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9" name="Google Shape;4229;p64"/>
            <p:cNvSpPr/>
            <p:nvPr/>
          </p:nvSpPr>
          <p:spPr>
            <a:xfrm>
              <a:off x="2905275" y="3511100"/>
              <a:ext cx="626800" cy="1678025"/>
            </a:xfrm>
            <a:custGeom>
              <a:avLst/>
              <a:gdLst/>
              <a:ahLst/>
              <a:cxnLst/>
              <a:rect l="l" t="t" r="r" b="b"/>
              <a:pathLst>
                <a:path w="25072" h="67121" extrusionOk="0">
                  <a:moveTo>
                    <a:pt x="23084" y="546"/>
                  </a:moveTo>
                  <a:lnTo>
                    <a:pt x="24033" y="8163"/>
                  </a:lnTo>
                  <a:lnTo>
                    <a:pt x="24034" y="8163"/>
                  </a:lnTo>
                  <a:lnTo>
                    <a:pt x="24034" y="8163"/>
                  </a:lnTo>
                  <a:cubicBezTo>
                    <a:pt x="24041" y="8282"/>
                    <a:pt x="24068" y="8774"/>
                    <a:pt x="24117" y="9455"/>
                  </a:cubicBezTo>
                  <a:cubicBezTo>
                    <a:pt x="24285" y="11897"/>
                    <a:pt x="24594" y="16979"/>
                    <a:pt x="24594" y="18804"/>
                  </a:cubicBezTo>
                  <a:cubicBezTo>
                    <a:pt x="24594" y="20011"/>
                    <a:pt x="24370" y="23520"/>
                    <a:pt x="24145" y="27395"/>
                  </a:cubicBezTo>
                  <a:cubicBezTo>
                    <a:pt x="23920" y="31241"/>
                    <a:pt x="23696" y="35480"/>
                    <a:pt x="23696" y="38147"/>
                  </a:cubicBezTo>
                  <a:cubicBezTo>
                    <a:pt x="23696" y="40730"/>
                    <a:pt x="23247" y="45615"/>
                    <a:pt x="22769" y="50023"/>
                  </a:cubicBezTo>
                  <a:cubicBezTo>
                    <a:pt x="22517" y="52241"/>
                    <a:pt x="22292" y="54346"/>
                    <a:pt x="22095" y="55975"/>
                  </a:cubicBezTo>
                  <a:cubicBezTo>
                    <a:pt x="22011" y="56789"/>
                    <a:pt x="21955" y="57491"/>
                    <a:pt x="21899" y="58052"/>
                  </a:cubicBezTo>
                  <a:cubicBezTo>
                    <a:pt x="21843" y="58586"/>
                    <a:pt x="21815" y="58979"/>
                    <a:pt x="21815" y="59175"/>
                  </a:cubicBezTo>
                  <a:cubicBezTo>
                    <a:pt x="21815" y="59231"/>
                    <a:pt x="21815" y="59259"/>
                    <a:pt x="21815" y="59316"/>
                  </a:cubicBezTo>
                  <a:cubicBezTo>
                    <a:pt x="21871" y="59681"/>
                    <a:pt x="22011" y="60410"/>
                    <a:pt x="22124" y="61225"/>
                  </a:cubicBezTo>
                  <a:cubicBezTo>
                    <a:pt x="22236" y="62067"/>
                    <a:pt x="22348" y="62965"/>
                    <a:pt x="22348" y="63667"/>
                  </a:cubicBezTo>
                  <a:cubicBezTo>
                    <a:pt x="22348" y="63808"/>
                    <a:pt x="22320" y="63948"/>
                    <a:pt x="22320" y="64060"/>
                  </a:cubicBezTo>
                  <a:cubicBezTo>
                    <a:pt x="22264" y="64678"/>
                    <a:pt x="21983" y="65155"/>
                    <a:pt x="21590" y="65548"/>
                  </a:cubicBezTo>
                  <a:cubicBezTo>
                    <a:pt x="21197" y="65913"/>
                    <a:pt x="20720" y="66222"/>
                    <a:pt x="20327" y="66447"/>
                  </a:cubicBezTo>
                  <a:cubicBezTo>
                    <a:pt x="20074" y="66587"/>
                    <a:pt x="19653" y="66643"/>
                    <a:pt x="19260" y="66643"/>
                  </a:cubicBezTo>
                  <a:cubicBezTo>
                    <a:pt x="18923" y="66643"/>
                    <a:pt x="18642" y="66615"/>
                    <a:pt x="18418" y="66587"/>
                  </a:cubicBezTo>
                  <a:cubicBezTo>
                    <a:pt x="18326" y="66564"/>
                    <a:pt x="18234" y="66560"/>
                    <a:pt x="18173" y="66559"/>
                  </a:cubicBezTo>
                  <a:lnTo>
                    <a:pt x="18173" y="66559"/>
                  </a:lnTo>
                  <a:cubicBezTo>
                    <a:pt x="18109" y="66411"/>
                    <a:pt x="17989" y="66133"/>
                    <a:pt x="17856" y="65829"/>
                  </a:cubicBezTo>
                  <a:cubicBezTo>
                    <a:pt x="17688" y="65408"/>
                    <a:pt x="17491" y="64874"/>
                    <a:pt x="17435" y="64706"/>
                  </a:cubicBezTo>
                  <a:cubicBezTo>
                    <a:pt x="17435" y="64622"/>
                    <a:pt x="17407" y="64425"/>
                    <a:pt x="17379" y="64229"/>
                  </a:cubicBezTo>
                  <a:cubicBezTo>
                    <a:pt x="17379" y="63892"/>
                    <a:pt x="17351" y="63499"/>
                    <a:pt x="17351" y="63190"/>
                  </a:cubicBezTo>
                  <a:cubicBezTo>
                    <a:pt x="17351" y="62881"/>
                    <a:pt x="17351" y="62656"/>
                    <a:pt x="17351" y="62656"/>
                  </a:cubicBezTo>
                  <a:lnTo>
                    <a:pt x="17351" y="62600"/>
                  </a:lnTo>
                  <a:cubicBezTo>
                    <a:pt x="17351" y="62600"/>
                    <a:pt x="17210" y="61786"/>
                    <a:pt x="17014" y="60467"/>
                  </a:cubicBezTo>
                  <a:cubicBezTo>
                    <a:pt x="16733" y="58501"/>
                    <a:pt x="16284" y="55497"/>
                    <a:pt x="15919" y="52634"/>
                  </a:cubicBezTo>
                  <a:cubicBezTo>
                    <a:pt x="15554" y="49770"/>
                    <a:pt x="15273" y="47103"/>
                    <a:pt x="15273" y="45812"/>
                  </a:cubicBezTo>
                  <a:cubicBezTo>
                    <a:pt x="15273" y="42976"/>
                    <a:pt x="15751" y="38091"/>
                    <a:pt x="15751" y="35171"/>
                  </a:cubicBezTo>
                  <a:cubicBezTo>
                    <a:pt x="15751" y="34554"/>
                    <a:pt x="15723" y="34048"/>
                    <a:pt x="15694" y="33627"/>
                  </a:cubicBezTo>
                  <a:cubicBezTo>
                    <a:pt x="15554" y="32504"/>
                    <a:pt x="15189" y="28854"/>
                    <a:pt x="14880" y="25514"/>
                  </a:cubicBezTo>
                  <a:cubicBezTo>
                    <a:pt x="14712" y="23857"/>
                    <a:pt x="14571" y="22257"/>
                    <a:pt x="14459" y="21078"/>
                  </a:cubicBezTo>
                  <a:cubicBezTo>
                    <a:pt x="14347" y="19899"/>
                    <a:pt x="14263" y="19113"/>
                    <a:pt x="14263" y="19113"/>
                  </a:cubicBezTo>
                  <a:cubicBezTo>
                    <a:pt x="14263" y="19000"/>
                    <a:pt x="14178" y="18916"/>
                    <a:pt x="14066" y="18916"/>
                  </a:cubicBezTo>
                  <a:cubicBezTo>
                    <a:pt x="13926" y="18916"/>
                    <a:pt x="13842" y="19000"/>
                    <a:pt x="13813" y="19113"/>
                  </a:cubicBezTo>
                  <a:cubicBezTo>
                    <a:pt x="13813" y="19113"/>
                    <a:pt x="13477" y="20797"/>
                    <a:pt x="13140" y="22706"/>
                  </a:cubicBezTo>
                  <a:cubicBezTo>
                    <a:pt x="12803" y="24587"/>
                    <a:pt x="12466" y="26637"/>
                    <a:pt x="12410" y="27395"/>
                  </a:cubicBezTo>
                  <a:cubicBezTo>
                    <a:pt x="12382" y="27731"/>
                    <a:pt x="12213" y="28714"/>
                    <a:pt x="11989" y="30034"/>
                  </a:cubicBezTo>
                  <a:cubicBezTo>
                    <a:pt x="11287" y="33964"/>
                    <a:pt x="9855" y="41011"/>
                    <a:pt x="8985" y="44071"/>
                  </a:cubicBezTo>
                  <a:cubicBezTo>
                    <a:pt x="7777" y="48198"/>
                    <a:pt x="5307" y="60298"/>
                    <a:pt x="5307" y="60298"/>
                  </a:cubicBezTo>
                  <a:lnTo>
                    <a:pt x="5307" y="60354"/>
                  </a:lnTo>
                  <a:cubicBezTo>
                    <a:pt x="5307" y="60354"/>
                    <a:pt x="5335" y="60551"/>
                    <a:pt x="5335" y="60832"/>
                  </a:cubicBezTo>
                  <a:cubicBezTo>
                    <a:pt x="5363" y="61084"/>
                    <a:pt x="5391" y="61449"/>
                    <a:pt x="5391" y="61814"/>
                  </a:cubicBezTo>
                  <a:cubicBezTo>
                    <a:pt x="5391" y="61983"/>
                    <a:pt x="5391" y="62151"/>
                    <a:pt x="5363" y="62291"/>
                  </a:cubicBezTo>
                  <a:cubicBezTo>
                    <a:pt x="5335" y="62685"/>
                    <a:pt x="5279" y="63471"/>
                    <a:pt x="5194" y="64144"/>
                  </a:cubicBezTo>
                  <a:cubicBezTo>
                    <a:pt x="5166" y="64509"/>
                    <a:pt x="5110" y="64818"/>
                    <a:pt x="5082" y="65071"/>
                  </a:cubicBezTo>
                  <a:cubicBezTo>
                    <a:pt x="5054" y="65183"/>
                    <a:pt x="5054" y="65295"/>
                    <a:pt x="5026" y="65380"/>
                  </a:cubicBezTo>
                  <a:lnTo>
                    <a:pt x="4998" y="65464"/>
                  </a:lnTo>
                  <a:lnTo>
                    <a:pt x="5005" y="65468"/>
                  </a:lnTo>
                  <a:lnTo>
                    <a:pt x="5005" y="65468"/>
                  </a:lnTo>
                  <a:cubicBezTo>
                    <a:pt x="4962" y="65536"/>
                    <a:pt x="4931" y="65591"/>
                    <a:pt x="4858" y="65689"/>
                  </a:cubicBezTo>
                  <a:cubicBezTo>
                    <a:pt x="4773" y="65829"/>
                    <a:pt x="4605" y="66025"/>
                    <a:pt x="4380" y="66166"/>
                  </a:cubicBezTo>
                  <a:cubicBezTo>
                    <a:pt x="4156" y="66306"/>
                    <a:pt x="3875" y="66418"/>
                    <a:pt x="3454" y="66418"/>
                  </a:cubicBezTo>
                  <a:lnTo>
                    <a:pt x="3257" y="66418"/>
                  </a:lnTo>
                  <a:cubicBezTo>
                    <a:pt x="2584" y="66362"/>
                    <a:pt x="1910" y="66110"/>
                    <a:pt x="1376" y="65885"/>
                  </a:cubicBezTo>
                  <a:cubicBezTo>
                    <a:pt x="1096" y="65773"/>
                    <a:pt x="871" y="65660"/>
                    <a:pt x="731" y="65576"/>
                  </a:cubicBezTo>
                  <a:cubicBezTo>
                    <a:pt x="661" y="65530"/>
                    <a:pt x="610" y="65502"/>
                    <a:pt x="579" y="65479"/>
                  </a:cubicBezTo>
                  <a:lnTo>
                    <a:pt x="579" y="65479"/>
                  </a:lnTo>
                  <a:cubicBezTo>
                    <a:pt x="568" y="65355"/>
                    <a:pt x="551" y="65153"/>
                    <a:pt x="534" y="64931"/>
                  </a:cubicBezTo>
                  <a:cubicBezTo>
                    <a:pt x="506" y="64566"/>
                    <a:pt x="478" y="64116"/>
                    <a:pt x="478" y="63864"/>
                  </a:cubicBezTo>
                  <a:cubicBezTo>
                    <a:pt x="478" y="63779"/>
                    <a:pt x="478" y="63723"/>
                    <a:pt x="478" y="63695"/>
                  </a:cubicBezTo>
                  <a:cubicBezTo>
                    <a:pt x="478" y="63667"/>
                    <a:pt x="534" y="63555"/>
                    <a:pt x="590" y="63386"/>
                  </a:cubicBezTo>
                  <a:cubicBezTo>
                    <a:pt x="703" y="63162"/>
                    <a:pt x="843" y="62881"/>
                    <a:pt x="955" y="62656"/>
                  </a:cubicBezTo>
                  <a:cubicBezTo>
                    <a:pt x="1039" y="62432"/>
                    <a:pt x="1152" y="62235"/>
                    <a:pt x="1152" y="62235"/>
                  </a:cubicBezTo>
                  <a:lnTo>
                    <a:pt x="1152" y="62123"/>
                  </a:lnTo>
                  <a:cubicBezTo>
                    <a:pt x="1152" y="62123"/>
                    <a:pt x="1152" y="61674"/>
                    <a:pt x="1124" y="60972"/>
                  </a:cubicBezTo>
                  <a:cubicBezTo>
                    <a:pt x="1067" y="58810"/>
                    <a:pt x="927" y="54234"/>
                    <a:pt x="927" y="52185"/>
                  </a:cubicBezTo>
                  <a:cubicBezTo>
                    <a:pt x="927" y="51511"/>
                    <a:pt x="1039" y="50135"/>
                    <a:pt x="1208" y="48423"/>
                  </a:cubicBezTo>
                  <a:cubicBezTo>
                    <a:pt x="1432" y="45896"/>
                    <a:pt x="1797" y="42667"/>
                    <a:pt x="2078" y="40084"/>
                  </a:cubicBezTo>
                  <a:cubicBezTo>
                    <a:pt x="2247" y="38793"/>
                    <a:pt x="2359" y="37670"/>
                    <a:pt x="2471" y="36856"/>
                  </a:cubicBezTo>
                  <a:cubicBezTo>
                    <a:pt x="2555" y="36042"/>
                    <a:pt x="2612" y="35564"/>
                    <a:pt x="2612" y="35564"/>
                  </a:cubicBezTo>
                  <a:lnTo>
                    <a:pt x="2640" y="35536"/>
                  </a:lnTo>
                  <a:lnTo>
                    <a:pt x="3763" y="13919"/>
                  </a:lnTo>
                  <a:lnTo>
                    <a:pt x="3763" y="13863"/>
                  </a:lnTo>
                  <a:cubicBezTo>
                    <a:pt x="3763" y="13863"/>
                    <a:pt x="3735" y="13750"/>
                    <a:pt x="3707" y="13554"/>
                  </a:cubicBezTo>
                  <a:cubicBezTo>
                    <a:pt x="3622" y="12936"/>
                    <a:pt x="3454" y="11504"/>
                    <a:pt x="3454" y="9904"/>
                  </a:cubicBezTo>
                  <a:cubicBezTo>
                    <a:pt x="3454" y="9707"/>
                    <a:pt x="3454" y="9539"/>
                    <a:pt x="3482" y="9371"/>
                  </a:cubicBezTo>
                  <a:cubicBezTo>
                    <a:pt x="3510" y="8191"/>
                    <a:pt x="3622" y="6282"/>
                    <a:pt x="3735" y="4682"/>
                  </a:cubicBezTo>
                  <a:cubicBezTo>
                    <a:pt x="3791" y="3896"/>
                    <a:pt x="3875" y="3166"/>
                    <a:pt x="3903" y="2633"/>
                  </a:cubicBezTo>
                  <a:cubicBezTo>
                    <a:pt x="3930" y="2381"/>
                    <a:pt x="3950" y="2179"/>
                    <a:pt x="3964" y="2034"/>
                  </a:cubicBezTo>
                  <a:lnTo>
                    <a:pt x="3964" y="2034"/>
                  </a:lnTo>
                  <a:cubicBezTo>
                    <a:pt x="6148" y="2423"/>
                    <a:pt x="8277" y="2605"/>
                    <a:pt x="10276" y="2605"/>
                  </a:cubicBezTo>
                  <a:cubicBezTo>
                    <a:pt x="16746" y="2580"/>
                    <a:pt x="21867" y="973"/>
                    <a:pt x="23084" y="546"/>
                  </a:cubicBezTo>
                  <a:close/>
                  <a:moveTo>
                    <a:pt x="23289" y="1"/>
                  </a:moveTo>
                  <a:cubicBezTo>
                    <a:pt x="23254" y="1"/>
                    <a:pt x="23218" y="8"/>
                    <a:pt x="23190" y="22"/>
                  </a:cubicBezTo>
                  <a:cubicBezTo>
                    <a:pt x="23190" y="22"/>
                    <a:pt x="23106" y="50"/>
                    <a:pt x="22938" y="106"/>
                  </a:cubicBezTo>
                  <a:cubicBezTo>
                    <a:pt x="21787" y="499"/>
                    <a:pt x="16677" y="2127"/>
                    <a:pt x="10276" y="2127"/>
                  </a:cubicBezTo>
                  <a:cubicBezTo>
                    <a:pt x="8227" y="2127"/>
                    <a:pt x="6037" y="1959"/>
                    <a:pt x="3791" y="1538"/>
                  </a:cubicBezTo>
                  <a:cubicBezTo>
                    <a:pt x="3774" y="1529"/>
                    <a:pt x="3755" y="1526"/>
                    <a:pt x="3736" y="1526"/>
                  </a:cubicBezTo>
                  <a:cubicBezTo>
                    <a:pt x="3688" y="1526"/>
                    <a:pt x="3634" y="1546"/>
                    <a:pt x="3594" y="1566"/>
                  </a:cubicBezTo>
                  <a:cubicBezTo>
                    <a:pt x="3538" y="1622"/>
                    <a:pt x="3510" y="1678"/>
                    <a:pt x="3510" y="1734"/>
                  </a:cubicBezTo>
                  <a:cubicBezTo>
                    <a:pt x="3510" y="1734"/>
                    <a:pt x="3061" y="6956"/>
                    <a:pt x="3005" y="9343"/>
                  </a:cubicBezTo>
                  <a:cubicBezTo>
                    <a:pt x="3005" y="9539"/>
                    <a:pt x="3005" y="9707"/>
                    <a:pt x="3005" y="9904"/>
                  </a:cubicBezTo>
                  <a:cubicBezTo>
                    <a:pt x="3005" y="11955"/>
                    <a:pt x="3257" y="13752"/>
                    <a:pt x="3283" y="13932"/>
                  </a:cubicBezTo>
                  <a:lnTo>
                    <a:pt x="3283" y="13932"/>
                  </a:lnTo>
                  <a:lnTo>
                    <a:pt x="2164" y="35480"/>
                  </a:lnTo>
                  <a:lnTo>
                    <a:pt x="2162" y="35480"/>
                  </a:lnTo>
                  <a:cubicBezTo>
                    <a:pt x="2162" y="35508"/>
                    <a:pt x="1741" y="38961"/>
                    <a:pt x="1320" y="42780"/>
                  </a:cubicBezTo>
                  <a:cubicBezTo>
                    <a:pt x="1096" y="44717"/>
                    <a:pt x="899" y="46710"/>
                    <a:pt x="731" y="48394"/>
                  </a:cubicBezTo>
                  <a:cubicBezTo>
                    <a:pt x="590" y="50079"/>
                    <a:pt x="478" y="51483"/>
                    <a:pt x="478" y="52185"/>
                  </a:cubicBezTo>
                  <a:cubicBezTo>
                    <a:pt x="478" y="54793"/>
                    <a:pt x="680" y="61411"/>
                    <a:pt x="701" y="62094"/>
                  </a:cubicBezTo>
                  <a:lnTo>
                    <a:pt x="701" y="62094"/>
                  </a:lnTo>
                  <a:cubicBezTo>
                    <a:pt x="645" y="62198"/>
                    <a:pt x="519" y="62433"/>
                    <a:pt x="394" y="62685"/>
                  </a:cubicBezTo>
                  <a:cubicBezTo>
                    <a:pt x="309" y="62881"/>
                    <a:pt x="225" y="63050"/>
                    <a:pt x="169" y="63218"/>
                  </a:cubicBezTo>
                  <a:cubicBezTo>
                    <a:pt x="113" y="63386"/>
                    <a:pt x="57" y="63499"/>
                    <a:pt x="29" y="63611"/>
                  </a:cubicBezTo>
                  <a:cubicBezTo>
                    <a:pt x="1" y="63695"/>
                    <a:pt x="1" y="63751"/>
                    <a:pt x="1" y="63864"/>
                  </a:cubicBezTo>
                  <a:cubicBezTo>
                    <a:pt x="1" y="64425"/>
                    <a:pt x="141" y="65660"/>
                    <a:pt x="141" y="65660"/>
                  </a:cubicBezTo>
                  <a:cubicBezTo>
                    <a:pt x="141" y="65717"/>
                    <a:pt x="169" y="65801"/>
                    <a:pt x="253" y="65829"/>
                  </a:cubicBezTo>
                  <a:cubicBezTo>
                    <a:pt x="253" y="65829"/>
                    <a:pt x="1741" y="66755"/>
                    <a:pt x="3229" y="66868"/>
                  </a:cubicBezTo>
                  <a:cubicBezTo>
                    <a:pt x="3285" y="66896"/>
                    <a:pt x="3370" y="66896"/>
                    <a:pt x="3454" y="66896"/>
                  </a:cubicBezTo>
                  <a:cubicBezTo>
                    <a:pt x="4128" y="66896"/>
                    <a:pt x="4605" y="66615"/>
                    <a:pt x="4914" y="66334"/>
                  </a:cubicBezTo>
                  <a:cubicBezTo>
                    <a:pt x="5054" y="66194"/>
                    <a:pt x="5166" y="66054"/>
                    <a:pt x="5251" y="65941"/>
                  </a:cubicBezTo>
                  <a:cubicBezTo>
                    <a:pt x="5335" y="65829"/>
                    <a:pt x="5391" y="65717"/>
                    <a:pt x="5391" y="65717"/>
                  </a:cubicBezTo>
                  <a:cubicBezTo>
                    <a:pt x="5447" y="65660"/>
                    <a:pt x="5447" y="65632"/>
                    <a:pt x="5447" y="65576"/>
                  </a:cubicBezTo>
                  <a:cubicBezTo>
                    <a:pt x="5503" y="65464"/>
                    <a:pt x="5531" y="65267"/>
                    <a:pt x="5559" y="64987"/>
                  </a:cubicBezTo>
                  <a:cubicBezTo>
                    <a:pt x="5672" y="64201"/>
                    <a:pt x="5784" y="62881"/>
                    <a:pt x="5840" y="62320"/>
                  </a:cubicBezTo>
                  <a:cubicBezTo>
                    <a:pt x="5840" y="62151"/>
                    <a:pt x="5840" y="61983"/>
                    <a:pt x="5840" y="61814"/>
                  </a:cubicBezTo>
                  <a:cubicBezTo>
                    <a:pt x="5840" y="61184"/>
                    <a:pt x="5798" y="60534"/>
                    <a:pt x="5787" y="60367"/>
                  </a:cubicBezTo>
                  <a:lnTo>
                    <a:pt x="5787" y="60367"/>
                  </a:lnTo>
                  <a:cubicBezTo>
                    <a:pt x="5808" y="60254"/>
                    <a:pt x="5945" y="59527"/>
                    <a:pt x="6177" y="58445"/>
                  </a:cubicBezTo>
                  <a:cubicBezTo>
                    <a:pt x="6935" y="54852"/>
                    <a:pt x="8535" y="47272"/>
                    <a:pt x="9434" y="44211"/>
                  </a:cubicBezTo>
                  <a:cubicBezTo>
                    <a:pt x="10023" y="42134"/>
                    <a:pt x="10866" y="38316"/>
                    <a:pt x="11539" y="34834"/>
                  </a:cubicBezTo>
                  <a:cubicBezTo>
                    <a:pt x="11904" y="33094"/>
                    <a:pt x="12213" y="31437"/>
                    <a:pt x="12438" y="30118"/>
                  </a:cubicBezTo>
                  <a:cubicBezTo>
                    <a:pt x="12690" y="28798"/>
                    <a:pt x="12831" y="27816"/>
                    <a:pt x="12859" y="27451"/>
                  </a:cubicBezTo>
                  <a:cubicBezTo>
                    <a:pt x="12915" y="26721"/>
                    <a:pt x="13280" y="24643"/>
                    <a:pt x="13617" y="22762"/>
                  </a:cubicBezTo>
                  <a:cubicBezTo>
                    <a:pt x="13741" y="22078"/>
                    <a:pt x="13866" y="21409"/>
                    <a:pt x="13967" y="20835"/>
                  </a:cubicBezTo>
                  <a:lnTo>
                    <a:pt x="13967" y="20835"/>
                  </a:lnTo>
                  <a:cubicBezTo>
                    <a:pt x="14285" y="24258"/>
                    <a:pt x="15001" y="31910"/>
                    <a:pt x="15217" y="33683"/>
                  </a:cubicBezTo>
                  <a:cubicBezTo>
                    <a:pt x="15273" y="34076"/>
                    <a:pt x="15273" y="34582"/>
                    <a:pt x="15273" y="35171"/>
                  </a:cubicBezTo>
                  <a:cubicBezTo>
                    <a:pt x="15273" y="38035"/>
                    <a:pt x="14824" y="42948"/>
                    <a:pt x="14796" y="45812"/>
                  </a:cubicBezTo>
                  <a:cubicBezTo>
                    <a:pt x="14824" y="47580"/>
                    <a:pt x="15329" y="51792"/>
                    <a:pt x="15835" y="55554"/>
                  </a:cubicBezTo>
                  <a:cubicBezTo>
                    <a:pt x="16368" y="59344"/>
                    <a:pt x="16874" y="62685"/>
                    <a:pt x="16874" y="62685"/>
                  </a:cubicBezTo>
                  <a:lnTo>
                    <a:pt x="16874" y="62685"/>
                  </a:lnTo>
                  <a:lnTo>
                    <a:pt x="16874" y="62685"/>
                  </a:lnTo>
                  <a:cubicBezTo>
                    <a:pt x="16874" y="62782"/>
                    <a:pt x="16878" y="63125"/>
                    <a:pt x="16902" y="63527"/>
                  </a:cubicBezTo>
                  <a:cubicBezTo>
                    <a:pt x="16902" y="63779"/>
                    <a:pt x="16902" y="64032"/>
                    <a:pt x="16930" y="64257"/>
                  </a:cubicBezTo>
                  <a:cubicBezTo>
                    <a:pt x="16930" y="64481"/>
                    <a:pt x="16958" y="64678"/>
                    <a:pt x="16986" y="64818"/>
                  </a:cubicBezTo>
                  <a:cubicBezTo>
                    <a:pt x="17070" y="65071"/>
                    <a:pt x="17239" y="65548"/>
                    <a:pt x="17435" y="65997"/>
                  </a:cubicBezTo>
                  <a:cubicBezTo>
                    <a:pt x="17604" y="66447"/>
                    <a:pt x="17772" y="66840"/>
                    <a:pt x="17772" y="66840"/>
                  </a:cubicBezTo>
                  <a:cubicBezTo>
                    <a:pt x="17800" y="66924"/>
                    <a:pt x="17884" y="66980"/>
                    <a:pt x="17940" y="66980"/>
                  </a:cubicBezTo>
                  <a:cubicBezTo>
                    <a:pt x="17968" y="66980"/>
                    <a:pt x="18558" y="67120"/>
                    <a:pt x="19260" y="67120"/>
                  </a:cubicBezTo>
                  <a:cubicBezTo>
                    <a:pt x="19709" y="67120"/>
                    <a:pt x="20186" y="67064"/>
                    <a:pt x="20551" y="66840"/>
                  </a:cubicBezTo>
                  <a:cubicBezTo>
                    <a:pt x="20944" y="66615"/>
                    <a:pt x="21478" y="66306"/>
                    <a:pt x="21927" y="65857"/>
                  </a:cubicBezTo>
                  <a:cubicBezTo>
                    <a:pt x="22348" y="65436"/>
                    <a:pt x="22741" y="64846"/>
                    <a:pt x="22797" y="64116"/>
                  </a:cubicBezTo>
                  <a:cubicBezTo>
                    <a:pt x="22797" y="63976"/>
                    <a:pt x="22797" y="63808"/>
                    <a:pt x="22797" y="63667"/>
                  </a:cubicBezTo>
                  <a:cubicBezTo>
                    <a:pt x="22797" y="62937"/>
                    <a:pt x="22685" y="62011"/>
                    <a:pt x="22573" y="61169"/>
                  </a:cubicBezTo>
                  <a:cubicBezTo>
                    <a:pt x="22460" y="60326"/>
                    <a:pt x="22320" y="59596"/>
                    <a:pt x="22292" y="59259"/>
                  </a:cubicBezTo>
                  <a:lnTo>
                    <a:pt x="22292" y="59231"/>
                  </a:lnTo>
                  <a:lnTo>
                    <a:pt x="22292" y="59175"/>
                  </a:lnTo>
                  <a:cubicBezTo>
                    <a:pt x="22292" y="59035"/>
                    <a:pt x="22320" y="58642"/>
                    <a:pt x="22348" y="58080"/>
                  </a:cubicBezTo>
                  <a:cubicBezTo>
                    <a:pt x="22545" y="56199"/>
                    <a:pt x="22994" y="52353"/>
                    <a:pt x="23415" y="48394"/>
                  </a:cubicBezTo>
                  <a:cubicBezTo>
                    <a:pt x="23808" y="44464"/>
                    <a:pt x="24173" y="40449"/>
                    <a:pt x="24173" y="38147"/>
                  </a:cubicBezTo>
                  <a:cubicBezTo>
                    <a:pt x="24173" y="35508"/>
                    <a:pt x="24398" y="31269"/>
                    <a:pt x="24622" y="27395"/>
                  </a:cubicBezTo>
                  <a:cubicBezTo>
                    <a:pt x="24847" y="23548"/>
                    <a:pt x="25071" y="20039"/>
                    <a:pt x="25071" y="18804"/>
                  </a:cubicBezTo>
                  <a:cubicBezTo>
                    <a:pt x="25071" y="16333"/>
                    <a:pt x="24510" y="8107"/>
                    <a:pt x="24510" y="8107"/>
                  </a:cubicBezTo>
                  <a:lnTo>
                    <a:pt x="23499" y="218"/>
                  </a:lnTo>
                  <a:cubicBezTo>
                    <a:pt x="23499" y="134"/>
                    <a:pt x="23443" y="78"/>
                    <a:pt x="23387" y="22"/>
                  </a:cubicBezTo>
                  <a:cubicBezTo>
                    <a:pt x="23359" y="8"/>
                    <a:pt x="23324" y="1"/>
                    <a:pt x="2328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0" name="Google Shape;4230;p64"/>
            <p:cNvSpPr/>
            <p:nvPr/>
          </p:nvSpPr>
          <p:spPr>
            <a:xfrm>
              <a:off x="3183925" y="3855550"/>
              <a:ext cx="78625" cy="139825"/>
            </a:xfrm>
            <a:custGeom>
              <a:avLst/>
              <a:gdLst/>
              <a:ahLst/>
              <a:cxnLst/>
              <a:rect l="l" t="t" r="r" b="b"/>
              <a:pathLst>
                <a:path w="3145" h="5593" extrusionOk="0">
                  <a:moveTo>
                    <a:pt x="225" y="0"/>
                  </a:moveTo>
                  <a:cubicBezTo>
                    <a:pt x="113" y="0"/>
                    <a:pt x="0" y="113"/>
                    <a:pt x="0" y="253"/>
                  </a:cubicBezTo>
                  <a:cubicBezTo>
                    <a:pt x="0" y="365"/>
                    <a:pt x="113" y="478"/>
                    <a:pt x="225" y="478"/>
                  </a:cubicBezTo>
                  <a:lnTo>
                    <a:pt x="1909" y="478"/>
                  </a:lnTo>
                  <a:lnTo>
                    <a:pt x="2667" y="5391"/>
                  </a:lnTo>
                  <a:cubicBezTo>
                    <a:pt x="2692" y="5513"/>
                    <a:pt x="2780" y="5593"/>
                    <a:pt x="2877" y="5593"/>
                  </a:cubicBezTo>
                  <a:cubicBezTo>
                    <a:pt x="2891" y="5593"/>
                    <a:pt x="2906" y="5591"/>
                    <a:pt x="2920" y="5587"/>
                  </a:cubicBezTo>
                  <a:cubicBezTo>
                    <a:pt x="3060" y="5587"/>
                    <a:pt x="3145" y="5447"/>
                    <a:pt x="3117" y="5335"/>
                  </a:cubicBezTo>
                  <a:lnTo>
                    <a:pt x="2359" y="197"/>
                  </a:lnTo>
                  <a:cubicBezTo>
                    <a:pt x="2331" y="85"/>
                    <a:pt x="2246" y="0"/>
                    <a:pt x="21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1" name="Google Shape;4231;p64"/>
            <p:cNvSpPr/>
            <p:nvPr/>
          </p:nvSpPr>
          <p:spPr>
            <a:xfrm>
              <a:off x="2589450" y="2878550"/>
              <a:ext cx="361475" cy="677325"/>
            </a:xfrm>
            <a:custGeom>
              <a:avLst/>
              <a:gdLst/>
              <a:ahLst/>
              <a:cxnLst/>
              <a:rect l="l" t="t" r="r" b="b"/>
              <a:pathLst>
                <a:path w="14459" h="27093" extrusionOk="0">
                  <a:moveTo>
                    <a:pt x="12718" y="0"/>
                  </a:moveTo>
                  <a:cubicBezTo>
                    <a:pt x="12718" y="0"/>
                    <a:pt x="0" y="19091"/>
                    <a:pt x="225" y="19877"/>
                  </a:cubicBezTo>
                  <a:cubicBezTo>
                    <a:pt x="421" y="20635"/>
                    <a:pt x="12662" y="27092"/>
                    <a:pt x="12662" y="27092"/>
                  </a:cubicBezTo>
                  <a:lnTo>
                    <a:pt x="12549" y="24650"/>
                  </a:lnTo>
                  <a:lnTo>
                    <a:pt x="7889" y="18417"/>
                  </a:lnTo>
                  <a:lnTo>
                    <a:pt x="14459" y="11539"/>
                  </a:lnTo>
                  <a:lnTo>
                    <a:pt x="127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2" name="Google Shape;4232;p64"/>
            <p:cNvSpPr/>
            <p:nvPr/>
          </p:nvSpPr>
          <p:spPr>
            <a:xfrm>
              <a:off x="2588725" y="2872225"/>
              <a:ext cx="367825" cy="689625"/>
            </a:xfrm>
            <a:custGeom>
              <a:avLst/>
              <a:gdLst/>
              <a:ahLst/>
              <a:cxnLst/>
              <a:rect l="l" t="t" r="r" b="b"/>
              <a:pathLst>
                <a:path w="14713" h="27585" extrusionOk="0">
                  <a:moveTo>
                    <a:pt x="12608" y="856"/>
                  </a:moveTo>
                  <a:lnTo>
                    <a:pt x="14235" y="11708"/>
                  </a:lnTo>
                  <a:lnTo>
                    <a:pt x="7750" y="18502"/>
                  </a:lnTo>
                  <a:cubicBezTo>
                    <a:pt x="7665" y="18586"/>
                    <a:pt x="7665" y="18726"/>
                    <a:pt x="7722" y="18811"/>
                  </a:cubicBezTo>
                  <a:lnTo>
                    <a:pt x="12354" y="24987"/>
                  </a:lnTo>
                  <a:lnTo>
                    <a:pt x="12448" y="26959"/>
                  </a:lnTo>
                  <a:lnTo>
                    <a:pt x="12448" y="26959"/>
                  </a:lnTo>
                  <a:cubicBezTo>
                    <a:pt x="12394" y="26931"/>
                    <a:pt x="12334" y="26900"/>
                    <a:pt x="12270" y="26868"/>
                  </a:cubicBezTo>
                  <a:cubicBezTo>
                    <a:pt x="11119" y="26250"/>
                    <a:pt x="8171" y="24678"/>
                    <a:pt x="5504" y="23190"/>
                  </a:cubicBezTo>
                  <a:cubicBezTo>
                    <a:pt x="4184" y="22432"/>
                    <a:pt x="2921" y="21702"/>
                    <a:pt x="1966" y="21113"/>
                  </a:cubicBezTo>
                  <a:cubicBezTo>
                    <a:pt x="1517" y="20832"/>
                    <a:pt x="1124" y="20579"/>
                    <a:pt x="843" y="20383"/>
                  </a:cubicBezTo>
                  <a:cubicBezTo>
                    <a:pt x="703" y="20271"/>
                    <a:pt x="619" y="20186"/>
                    <a:pt x="534" y="20130"/>
                  </a:cubicBezTo>
                  <a:lnTo>
                    <a:pt x="488" y="20061"/>
                  </a:lnTo>
                  <a:lnTo>
                    <a:pt x="488" y="20061"/>
                  </a:lnTo>
                  <a:cubicBezTo>
                    <a:pt x="508" y="19999"/>
                    <a:pt x="555" y="19878"/>
                    <a:pt x="619" y="19709"/>
                  </a:cubicBezTo>
                  <a:cubicBezTo>
                    <a:pt x="984" y="18951"/>
                    <a:pt x="1938" y="17351"/>
                    <a:pt x="3173" y="15386"/>
                  </a:cubicBezTo>
                  <a:cubicBezTo>
                    <a:pt x="5026" y="12438"/>
                    <a:pt x="7469" y="8704"/>
                    <a:pt x="9434" y="5672"/>
                  </a:cubicBezTo>
                  <a:cubicBezTo>
                    <a:pt x="10417" y="4156"/>
                    <a:pt x="11315" y="2836"/>
                    <a:pt x="11933" y="1882"/>
                  </a:cubicBezTo>
                  <a:cubicBezTo>
                    <a:pt x="12207" y="1457"/>
                    <a:pt x="12437" y="1111"/>
                    <a:pt x="12608" y="856"/>
                  </a:cubicBezTo>
                  <a:close/>
                  <a:moveTo>
                    <a:pt x="12803" y="1"/>
                  </a:moveTo>
                  <a:cubicBezTo>
                    <a:pt x="12691" y="1"/>
                    <a:pt x="12607" y="29"/>
                    <a:pt x="12550" y="113"/>
                  </a:cubicBezTo>
                  <a:cubicBezTo>
                    <a:pt x="12550" y="113"/>
                    <a:pt x="9434" y="4801"/>
                    <a:pt x="6290" y="9630"/>
                  </a:cubicBezTo>
                  <a:cubicBezTo>
                    <a:pt x="4718" y="12045"/>
                    <a:pt x="3173" y="14487"/>
                    <a:pt x="1994" y="16424"/>
                  </a:cubicBezTo>
                  <a:cubicBezTo>
                    <a:pt x="1405" y="17379"/>
                    <a:pt x="927" y="18193"/>
                    <a:pt x="562" y="18811"/>
                  </a:cubicBezTo>
                  <a:cubicBezTo>
                    <a:pt x="394" y="19119"/>
                    <a:pt x="254" y="19400"/>
                    <a:pt x="169" y="19597"/>
                  </a:cubicBezTo>
                  <a:cubicBezTo>
                    <a:pt x="113" y="19709"/>
                    <a:pt x="85" y="19793"/>
                    <a:pt x="57" y="19878"/>
                  </a:cubicBezTo>
                  <a:cubicBezTo>
                    <a:pt x="29" y="19934"/>
                    <a:pt x="1" y="20018"/>
                    <a:pt x="1" y="20102"/>
                  </a:cubicBezTo>
                  <a:cubicBezTo>
                    <a:pt x="1" y="20102"/>
                    <a:pt x="1" y="20158"/>
                    <a:pt x="29" y="20186"/>
                  </a:cubicBezTo>
                  <a:cubicBezTo>
                    <a:pt x="29" y="20271"/>
                    <a:pt x="85" y="20299"/>
                    <a:pt x="113" y="20355"/>
                  </a:cubicBezTo>
                  <a:cubicBezTo>
                    <a:pt x="197" y="20439"/>
                    <a:pt x="310" y="20551"/>
                    <a:pt x="450" y="20664"/>
                  </a:cubicBezTo>
                  <a:cubicBezTo>
                    <a:pt x="955" y="21057"/>
                    <a:pt x="1966" y="21674"/>
                    <a:pt x="3201" y="22404"/>
                  </a:cubicBezTo>
                  <a:cubicBezTo>
                    <a:pt x="6907" y="24566"/>
                    <a:pt x="12578" y="27542"/>
                    <a:pt x="12578" y="27542"/>
                  </a:cubicBezTo>
                  <a:cubicBezTo>
                    <a:pt x="12621" y="27570"/>
                    <a:pt x="12663" y="27584"/>
                    <a:pt x="12705" y="27584"/>
                  </a:cubicBezTo>
                  <a:cubicBezTo>
                    <a:pt x="12747" y="27584"/>
                    <a:pt x="12789" y="27570"/>
                    <a:pt x="12831" y="27542"/>
                  </a:cubicBezTo>
                  <a:cubicBezTo>
                    <a:pt x="12887" y="27486"/>
                    <a:pt x="12943" y="27430"/>
                    <a:pt x="12915" y="27345"/>
                  </a:cubicBezTo>
                  <a:lnTo>
                    <a:pt x="12803" y="24903"/>
                  </a:lnTo>
                  <a:cubicBezTo>
                    <a:pt x="12803" y="24847"/>
                    <a:pt x="12803" y="24791"/>
                    <a:pt x="12775" y="24763"/>
                  </a:cubicBezTo>
                  <a:lnTo>
                    <a:pt x="8227" y="18698"/>
                  </a:lnTo>
                  <a:lnTo>
                    <a:pt x="14656" y="11932"/>
                  </a:lnTo>
                  <a:cubicBezTo>
                    <a:pt x="14684" y="11876"/>
                    <a:pt x="14712" y="11820"/>
                    <a:pt x="14712" y="11736"/>
                  </a:cubicBezTo>
                  <a:lnTo>
                    <a:pt x="12971" y="197"/>
                  </a:lnTo>
                  <a:cubicBezTo>
                    <a:pt x="12971" y="113"/>
                    <a:pt x="12887" y="29"/>
                    <a:pt x="128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3" name="Google Shape;4233;p64"/>
            <p:cNvSpPr/>
            <p:nvPr/>
          </p:nvSpPr>
          <p:spPr>
            <a:xfrm>
              <a:off x="2888425" y="3476525"/>
              <a:ext cx="122150" cy="126200"/>
            </a:xfrm>
            <a:custGeom>
              <a:avLst/>
              <a:gdLst/>
              <a:ahLst/>
              <a:cxnLst/>
              <a:rect l="l" t="t" r="r" b="b"/>
              <a:pathLst>
                <a:path w="4886" h="5048" extrusionOk="0">
                  <a:moveTo>
                    <a:pt x="2359" y="1"/>
                  </a:moveTo>
                  <a:lnTo>
                    <a:pt x="590" y="731"/>
                  </a:lnTo>
                  <a:lnTo>
                    <a:pt x="1" y="2808"/>
                  </a:lnTo>
                  <a:cubicBezTo>
                    <a:pt x="1" y="2808"/>
                    <a:pt x="534" y="3931"/>
                    <a:pt x="1068" y="4381"/>
                  </a:cubicBezTo>
                  <a:cubicBezTo>
                    <a:pt x="1464" y="4714"/>
                    <a:pt x="2232" y="5048"/>
                    <a:pt x="2946" y="5048"/>
                  </a:cubicBezTo>
                  <a:cubicBezTo>
                    <a:pt x="3193" y="5048"/>
                    <a:pt x="3434" y="5008"/>
                    <a:pt x="3651" y="4914"/>
                  </a:cubicBezTo>
                  <a:cubicBezTo>
                    <a:pt x="4465" y="4521"/>
                    <a:pt x="3931" y="3258"/>
                    <a:pt x="3931" y="3258"/>
                  </a:cubicBezTo>
                  <a:lnTo>
                    <a:pt x="4409" y="3145"/>
                  </a:lnTo>
                  <a:cubicBezTo>
                    <a:pt x="4886" y="3033"/>
                    <a:pt x="4240" y="1657"/>
                    <a:pt x="4240" y="1657"/>
                  </a:cubicBezTo>
                  <a:lnTo>
                    <a:pt x="2359" y="1"/>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4" name="Google Shape;4234;p64"/>
            <p:cNvSpPr/>
            <p:nvPr/>
          </p:nvSpPr>
          <p:spPr>
            <a:xfrm>
              <a:off x="2882825" y="3470650"/>
              <a:ext cx="126350" cy="137850"/>
            </a:xfrm>
            <a:custGeom>
              <a:avLst/>
              <a:gdLst/>
              <a:ahLst/>
              <a:cxnLst/>
              <a:rect l="l" t="t" r="r" b="b"/>
              <a:pathLst>
                <a:path w="5054" h="5514" extrusionOk="0">
                  <a:moveTo>
                    <a:pt x="2527" y="517"/>
                  </a:moveTo>
                  <a:lnTo>
                    <a:pt x="4274" y="2045"/>
                  </a:lnTo>
                  <a:lnTo>
                    <a:pt x="4274" y="2045"/>
                  </a:lnTo>
                  <a:cubicBezTo>
                    <a:pt x="4306" y="2114"/>
                    <a:pt x="4385" y="2298"/>
                    <a:pt x="4464" y="2482"/>
                  </a:cubicBezTo>
                  <a:cubicBezTo>
                    <a:pt x="4520" y="2678"/>
                    <a:pt x="4576" y="2931"/>
                    <a:pt x="4576" y="3071"/>
                  </a:cubicBezTo>
                  <a:cubicBezTo>
                    <a:pt x="4576" y="3128"/>
                    <a:pt x="4576" y="3156"/>
                    <a:pt x="4576" y="3156"/>
                  </a:cubicBezTo>
                  <a:lnTo>
                    <a:pt x="4099" y="3268"/>
                  </a:lnTo>
                  <a:cubicBezTo>
                    <a:pt x="4043" y="3268"/>
                    <a:pt x="3987" y="3324"/>
                    <a:pt x="3959" y="3380"/>
                  </a:cubicBezTo>
                  <a:cubicBezTo>
                    <a:pt x="3931" y="3436"/>
                    <a:pt x="3931" y="3521"/>
                    <a:pt x="3959" y="3577"/>
                  </a:cubicBezTo>
                  <a:cubicBezTo>
                    <a:pt x="3987" y="3661"/>
                    <a:pt x="4099" y="3998"/>
                    <a:pt x="4099" y="4307"/>
                  </a:cubicBezTo>
                  <a:cubicBezTo>
                    <a:pt x="4099" y="4447"/>
                    <a:pt x="4071" y="4588"/>
                    <a:pt x="4015" y="4700"/>
                  </a:cubicBezTo>
                  <a:cubicBezTo>
                    <a:pt x="3959" y="4784"/>
                    <a:pt x="3903" y="4868"/>
                    <a:pt x="3762" y="4924"/>
                  </a:cubicBezTo>
                  <a:cubicBezTo>
                    <a:pt x="3594" y="5009"/>
                    <a:pt x="3369" y="5065"/>
                    <a:pt x="3145" y="5065"/>
                  </a:cubicBezTo>
                  <a:cubicBezTo>
                    <a:pt x="2527" y="5065"/>
                    <a:pt x="1769" y="4728"/>
                    <a:pt x="1460" y="4447"/>
                  </a:cubicBezTo>
                  <a:cubicBezTo>
                    <a:pt x="1236" y="4251"/>
                    <a:pt x="955" y="3858"/>
                    <a:pt x="758" y="3549"/>
                  </a:cubicBezTo>
                  <a:cubicBezTo>
                    <a:pt x="674" y="3380"/>
                    <a:pt x="590" y="3212"/>
                    <a:pt x="534" y="3100"/>
                  </a:cubicBezTo>
                  <a:cubicBezTo>
                    <a:pt x="509" y="3050"/>
                    <a:pt x="484" y="3022"/>
                    <a:pt x="479" y="2997"/>
                  </a:cubicBezTo>
                  <a:lnTo>
                    <a:pt x="479" y="2997"/>
                  </a:lnTo>
                  <a:lnTo>
                    <a:pt x="1004" y="1147"/>
                  </a:lnTo>
                  <a:lnTo>
                    <a:pt x="2527" y="517"/>
                  </a:lnTo>
                  <a:close/>
                  <a:moveTo>
                    <a:pt x="2566" y="0"/>
                  </a:moveTo>
                  <a:cubicBezTo>
                    <a:pt x="2544" y="0"/>
                    <a:pt x="2521" y="4"/>
                    <a:pt x="2499" y="11"/>
                  </a:cubicBezTo>
                  <a:lnTo>
                    <a:pt x="730" y="741"/>
                  </a:lnTo>
                  <a:cubicBezTo>
                    <a:pt x="674" y="769"/>
                    <a:pt x="618" y="826"/>
                    <a:pt x="590" y="910"/>
                  </a:cubicBezTo>
                  <a:lnTo>
                    <a:pt x="0" y="2959"/>
                  </a:lnTo>
                  <a:cubicBezTo>
                    <a:pt x="0" y="3015"/>
                    <a:pt x="0" y="3071"/>
                    <a:pt x="28" y="3128"/>
                  </a:cubicBezTo>
                  <a:cubicBezTo>
                    <a:pt x="28" y="3128"/>
                    <a:pt x="169" y="3436"/>
                    <a:pt x="365" y="3773"/>
                  </a:cubicBezTo>
                  <a:cubicBezTo>
                    <a:pt x="562" y="4110"/>
                    <a:pt x="843" y="4531"/>
                    <a:pt x="1151" y="4784"/>
                  </a:cubicBezTo>
                  <a:cubicBezTo>
                    <a:pt x="1572" y="5177"/>
                    <a:pt x="2359" y="5514"/>
                    <a:pt x="3145" y="5514"/>
                  </a:cubicBezTo>
                  <a:cubicBezTo>
                    <a:pt x="3425" y="5514"/>
                    <a:pt x="3706" y="5486"/>
                    <a:pt x="3959" y="5346"/>
                  </a:cubicBezTo>
                  <a:cubicBezTo>
                    <a:pt x="4183" y="5261"/>
                    <a:pt x="4352" y="5093"/>
                    <a:pt x="4436" y="4896"/>
                  </a:cubicBezTo>
                  <a:cubicBezTo>
                    <a:pt x="4548" y="4700"/>
                    <a:pt x="4576" y="4503"/>
                    <a:pt x="4576" y="4307"/>
                  </a:cubicBezTo>
                  <a:cubicBezTo>
                    <a:pt x="4562" y="4058"/>
                    <a:pt x="4509" y="3825"/>
                    <a:pt x="4462" y="3658"/>
                  </a:cubicBezTo>
                  <a:lnTo>
                    <a:pt x="4462" y="3658"/>
                  </a:lnTo>
                  <a:lnTo>
                    <a:pt x="4689" y="3605"/>
                  </a:lnTo>
                  <a:cubicBezTo>
                    <a:pt x="4829" y="3577"/>
                    <a:pt x="4941" y="3493"/>
                    <a:pt x="4998" y="3380"/>
                  </a:cubicBezTo>
                  <a:cubicBezTo>
                    <a:pt x="5026" y="3268"/>
                    <a:pt x="5054" y="3156"/>
                    <a:pt x="5054" y="3071"/>
                  </a:cubicBezTo>
                  <a:cubicBezTo>
                    <a:pt x="5054" y="2791"/>
                    <a:pt x="4941" y="2482"/>
                    <a:pt x="4857" y="2229"/>
                  </a:cubicBezTo>
                  <a:cubicBezTo>
                    <a:pt x="4773" y="2005"/>
                    <a:pt x="4689" y="1808"/>
                    <a:pt x="4689" y="1808"/>
                  </a:cubicBezTo>
                  <a:lnTo>
                    <a:pt x="4633" y="1724"/>
                  </a:lnTo>
                  <a:lnTo>
                    <a:pt x="2724" y="67"/>
                  </a:lnTo>
                  <a:cubicBezTo>
                    <a:pt x="2682" y="26"/>
                    <a:pt x="2626" y="0"/>
                    <a:pt x="256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64"/>
            <p:cNvSpPr/>
            <p:nvPr/>
          </p:nvSpPr>
          <p:spPr>
            <a:xfrm>
              <a:off x="2922825" y="3491975"/>
              <a:ext cx="54775" cy="71700"/>
            </a:xfrm>
            <a:custGeom>
              <a:avLst/>
              <a:gdLst/>
              <a:ahLst/>
              <a:cxnLst/>
              <a:rect l="l" t="t" r="r" b="b"/>
              <a:pathLst>
                <a:path w="2191" h="2868" extrusionOk="0">
                  <a:moveTo>
                    <a:pt x="1517" y="1"/>
                  </a:moveTo>
                  <a:lnTo>
                    <a:pt x="1" y="1657"/>
                  </a:lnTo>
                  <a:cubicBezTo>
                    <a:pt x="82" y="1726"/>
                    <a:pt x="181" y="1753"/>
                    <a:pt x="286" y="1753"/>
                  </a:cubicBezTo>
                  <a:cubicBezTo>
                    <a:pt x="645" y="1753"/>
                    <a:pt x="1067" y="1432"/>
                    <a:pt x="1067" y="1432"/>
                  </a:cubicBezTo>
                  <a:lnTo>
                    <a:pt x="1067" y="1432"/>
                  </a:lnTo>
                  <a:cubicBezTo>
                    <a:pt x="1067" y="1432"/>
                    <a:pt x="983" y="1882"/>
                    <a:pt x="899" y="2106"/>
                  </a:cubicBezTo>
                  <a:cubicBezTo>
                    <a:pt x="818" y="2321"/>
                    <a:pt x="1096" y="2868"/>
                    <a:pt x="1391" y="2868"/>
                  </a:cubicBezTo>
                  <a:cubicBezTo>
                    <a:pt x="1405" y="2868"/>
                    <a:pt x="1418" y="2867"/>
                    <a:pt x="1432" y="2864"/>
                  </a:cubicBezTo>
                  <a:cubicBezTo>
                    <a:pt x="1741" y="2780"/>
                    <a:pt x="2022" y="1489"/>
                    <a:pt x="2106" y="1124"/>
                  </a:cubicBezTo>
                  <a:cubicBezTo>
                    <a:pt x="2190" y="759"/>
                    <a:pt x="1517" y="1"/>
                    <a:pt x="1517"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64"/>
            <p:cNvSpPr/>
            <p:nvPr/>
          </p:nvSpPr>
          <p:spPr>
            <a:xfrm>
              <a:off x="2916500" y="3485800"/>
              <a:ext cx="65300" cy="83400"/>
            </a:xfrm>
            <a:custGeom>
              <a:avLst/>
              <a:gdLst/>
              <a:ahLst/>
              <a:cxnLst/>
              <a:rect l="l" t="t" r="r" b="b"/>
              <a:pathLst>
                <a:path w="2612" h="3336" extrusionOk="0">
                  <a:moveTo>
                    <a:pt x="1751" y="0"/>
                  </a:moveTo>
                  <a:cubicBezTo>
                    <a:pt x="1700" y="0"/>
                    <a:pt x="1648" y="16"/>
                    <a:pt x="1601" y="51"/>
                  </a:cubicBezTo>
                  <a:cubicBezTo>
                    <a:pt x="1517" y="135"/>
                    <a:pt x="1489" y="304"/>
                    <a:pt x="1573" y="388"/>
                  </a:cubicBezTo>
                  <a:lnTo>
                    <a:pt x="1601" y="416"/>
                  </a:lnTo>
                  <a:cubicBezTo>
                    <a:pt x="1657" y="472"/>
                    <a:pt x="1798" y="641"/>
                    <a:pt x="1938" y="837"/>
                  </a:cubicBezTo>
                  <a:cubicBezTo>
                    <a:pt x="1994" y="921"/>
                    <a:pt x="2050" y="1034"/>
                    <a:pt x="2078" y="1118"/>
                  </a:cubicBezTo>
                  <a:cubicBezTo>
                    <a:pt x="2106" y="1202"/>
                    <a:pt x="2135" y="1286"/>
                    <a:pt x="2135" y="1314"/>
                  </a:cubicBezTo>
                  <a:cubicBezTo>
                    <a:pt x="2106" y="1511"/>
                    <a:pt x="1994" y="1904"/>
                    <a:pt x="1882" y="2269"/>
                  </a:cubicBezTo>
                  <a:cubicBezTo>
                    <a:pt x="1826" y="2465"/>
                    <a:pt x="1770" y="2634"/>
                    <a:pt x="1713" y="2746"/>
                  </a:cubicBezTo>
                  <a:cubicBezTo>
                    <a:pt x="1657" y="2802"/>
                    <a:pt x="1629" y="2859"/>
                    <a:pt x="1629" y="2859"/>
                  </a:cubicBezTo>
                  <a:lnTo>
                    <a:pt x="1615" y="2873"/>
                  </a:lnTo>
                  <a:lnTo>
                    <a:pt x="1615" y="2873"/>
                  </a:lnTo>
                  <a:lnTo>
                    <a:pt x="1573" y="2830"/>
                  </a:lnTo>
                  <a:cubicBezTo>
                    <a:pt x="1517" y="2802"/>
                    <a:pt x="1461" y="2718"/>
                    <a:pt x="1433" y="2634"/>
                  </a:cubicBezTo>
                  <a:cubicBezTo>
                    <a:pt x="1405" y="2550"/>
                    <a:pt x="1377" y="2465"/>
                    <a:pt x="1377" y="2437"/>
                  </a:cubicBezTo>
                  <a:cubicBezTo>
                    <a:pt x="1433" y="2297"/>
                    <a:pt x="1461" y="2129"/>
                    <a:pt x="1489" y="1960"/>
                  </a:cubicBezTo>
                  <a:cubicBezTo>
                    <a:pt x="1517" y="1820"/>
                    <a:pt x="1545" y="1707"/>
                    <a:pt x="1545" y="1707"/>
                  </a:cubicBezTo>
                  <a:cubicBezTo>
                    <a:pt x="1545" y="1623"/>
                    <a:pt x="1517" y="1511"/>
                    <a:pt x="1433" y="1483"/>
                  </a:cubicBezTo>
                  <a:cubicBezTo>
                    <a:pt x="1391" y="1455"/>
                    <a:pt x="1341" y="1441"/>
                    <a:pt x="1292" y="1441"/>
                  </a:cubicBezTo>
                  <a:cubicBezTo>
                    <a:pt x="1243" y="1441"/>
                    <a:pt x="1194" y="1455"/>
                    <a:pt x="1152" y="1483"/>
                  </a:cubicBezTo>
                  <a:cubicBezTo>
                    <a:pt x="1124" y="1511"/>
                    <a:pt x="1012" y="1595"/>
                    <a:pt x="899" y="1651"/>
                  </a:cubicBezTo>
                  <a:cubicBezTo>
                    <a:pt x="787" y="1707"/>
                    <a:pt x="647" y="1764"/>
                    <a:pt x="534" y="1764"/>
                  </a:cubicBezTo>
                  <a:cubicBezTo>
                    <a:pt x="478" y="1764"/>
                    <a:pt x="422" y="1736"/>
                    <a:pt x="394" y="1707"/>
                  </a:cubicBezTo>
                  <a:cubicBezTo>
                    <a:pt x="361" y="1674"/>
                    <a:pt x="314" y="1659"/>
                    <a:pt x="265" y="1659"/>
                  </a:cubicBezTo>
                  <a:cubicBezTo>
                    <a:pt x="190" y="1659"/>
                    <a:pt x="108" y="1696"/>
                    <a:pt x="57" y="1764"/>
                  </a:cubicBezTo>
                  <a:cubicBezTo>
                    <a:pt x="1" y="1848"/>
                    <a:pt x="1" y="1988"/>
                    <a:pt x="113" y="2072"/>
                  </a:cubicBezTo>
                  <a:cubicBezTo>
                    <a:pt x="225" y="2185"/>
                    <a:pt x="394" y="2213"/>
                    <a:pt x="534" y="2213"/>
                  </a:cubicBezTo>
                  <a:cubicBezTo>
                    <a:pt x="693" y="2213"/>
                    <a:pt x="841" y="2179"/>
                    <a:pt x="971" y="2134"/>
                  </a:cubicBezTo>
                  <a:lnTo>
                    <a:pt x="971" y="2134"/>
                  </a:lnTo>
                  <a:cubicBezTo>
                    <a:pt x="954" y="2188"/>
                    <a:pt x="939" y="2235"/>
                    <a:pt x="927" y="2269"/>
                  </a:cubicBezTo>
                  <a:cubicBezTo>
                    <a:pt x="927" y="2325"/>
                    <a:pt x="899" y="2381"/>
                    <a:pt x="899" y="2437"/>
                  </a:cubicBezTo>
                  <a:cubicBezTo>
                    <a:pt x="899" y="2634"/>
                    <a:pt x="983" y="2830"/>
                    <a:pt x="1096" y="2999"/>
                  </a:cubicBezTo>
                  <a:cubicBezTo>
                    <a:pt x="1152" y="3083"/>
                    <a:pt x="1208" y="3167"/>
                    <a:pt x="1292" y="3224"/>
                  </a:cubicBezTo>
                  <a:cubicBezTo>
                    <a:pt x="1377" y="3280"/>
                    <a:pt x="1489" y="3336"/>
                    <a:pt x="1629" y="3336"/>
                  </a:cubicBezTo>
                  <a:lnTo>
                    <a:pt x="1741" y="3336"/>
                  </a:lnTo>
                  <a:cubicBezTo>
                    <a:pt x="1854" y="3308"/>
                    <a:pt x="1910" y="3252"/>
                    <a:pt x="1966" y="3167"/>
                  </a:cubicBezTo>
                  <a:cubicBezTo>
                    <a:pt x="2078" y="3055"/>
                    <a:pt x="2135" y="2943"/>
                    <a:pt x="2191" y="2774"/>
                  </a:cubicBezTo>
                  <a:cubicBezTo>
                    <a:pt x="2387" y="2325"/>
                    <a:pt x="2528" y="1679"/>
                    <a:pt x="2584" y="1427"/>
                  </a:cubicBezTo>
                  <a:lnTo>
                    <a:pt x="2584" y="1399"/>
                  </a:lnTo>
                  <a:lnTo>
                    <a:pt x="2612" y="1314"/>
                  </a:lnTo>
                  <a:cubicBezTo>
                    <a:pt x="2612" y="1146"/>
                    <a:pt x="2556" y="1006"/>
                    <a:pt x="2471" y="865"/>
                  </a:cubicBezTo>
                  <a:cubicBezTo>
                    <a:pt x="2303" y="472"/>
                    <a:pt x="1938" y="79"/>
                    <a:pt x="1938" y="79"/>
                  </a:cubicBezTo>
                  <a:cubicBezTo>
                    <a:pt x="1889" y="30"/>
                    <a:pt x="1821" y="0"/>
                    <a:pt x="175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64"/>
            <p:cNvSpPr/>
            <p:nvPr/>
          </p:nvSpPr>
          <p:spPr>
            <a:xfrm>
              <a:off x="2907375" y="2774425"/>
              <a:ext cx="602250" cy="818975"/>
            </a:xfrm>
            <a:custGeom>
              <a:avLst/>
              <a:gdLst/>
              <a:ahLst/>
              <a:cxnLst/>
              <a:rect l="l" t="t" r="r" b="b"/>
              <a:pathLst>
                <a:path w="24090" h="32759" extrusionOk="0">
                  <a:moveTo>
                    <a:pt x="13169" y="1"/>
                  </a:moveTo>
                  <a:cubicBezTo>
                    <a:pt x="12425" y="1"/>
                    <a:pt x="11602" y="41"/>
                    <a:pt x="10754" y="151"/>
                  </a:cubicBezTo>
                  <a:cubicBezTo>
                    <a:pt x="7721" y="544"/>
                    <a:pt x="5110" y="1554"/>
                    <a:pt x="3707" y="2228"/>
                  </a:cubicBezTo>
                  <a:cubicBezTo>
                    <a:pt x="2303" y="2902"/>
                    <a:pt x="1" y="3941"/>
                    <a:pt x="1" y="4165"/>
                  </a:cubicBezTo>
                  <a:cubicBezTo>
                    <a:pt x="1" y="4390"/>
                    <a:pt x="3258" y="25249"/>
                    <a:pt x="3258" y="25249"/>
                  </a:cubicBezTo>
                  <a:cubicBezTo>
                    <a:pt x="3258" y="25249"/>
                    <a:pt x="3258" y="30668"/>
                    <a:pt x="3594" y="31454"/>
                  </a:cubicBezTo>
                  <a:cubicBezTo>
                    <a:pt x="3931" y="32240"/>
                    <a:pt x="4942" y="32352"/>
                    <a:pt x="7441" y="32633"/>
                  </a:cubicBezTo>
                  <a:cubicBezTo>
                    <a:pt x="8206" y="32720"/>
                    <a:pt x="9354" y="32758"/>
                    <a:pt x="10640" y="32758"/>
                  </a:cubicBezTo>
                  <a:cubicBezTo>
                    <a:pt x="13505" y="32758"/>
                    <a:pt x="17055" y="32567"/>
                    <a:pt x="18586" y="32296"/>
                  </a:cubicBezTo>
                  <a:cubicBezTo>
                    <a:pt x="20776" y="31903"/>
                    <a:pt x="22685" y="31566"/>
                    <a:pt x="23022" y="30556"/>
                  </a:cubicBezTo>
                  <a:cubicBezTo>
                    <a:pt x="23359" y="29545"/>
                    <a:pt x="22910" y="26822"/>
                    <a:pt x="22910" y="26822"/>
                  </a:cubicBezTo>
                  <a:lnTo>
                    <a:pt x="24089" y="4951"/>
                  </a:lnTo>
                  <a:cubicBezTo>
                    <a:pt x="24089" y="4951"/>
                    <a:pt x="22910" y="3351"/>
                    <a:pt x="20552" y="2116"/>
                  </a:cubicBezTo>
                  <a:cubicBezTo>
                    <a:pt x="18193" y="880"/>
                    <a:pt x="16481" y="263"/>
                    <a:pt x="16481" y="263"/>
                  </a:cubicBezTo>
                  <a:cubicBezTo>
                    <a:pt x="16481" y="263"/>
                    <a:pt x="15084" y="1"/>
                    <a:pt x="1316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8" name="Google Shape;4238;p64"/>
            <p:cNvSpPr/>
            <p:nvPr/>
          </p:nvSpPr>
          <p:spPr>
            <a:xfrm>
              <a:off x="2901775" y="2769050"/>
              <a:ext cx="613450" cy="830350"/>
            </a:xfrm>
            <a:custGeom>
              <a:avLst/>
              <a:gdLst/>
              <a:ahLst/>
              <a:cxnLst/>
              <a:rect l="l" t="t" r="r" b="b"/>
              <a:pathLst>
                <a:path w="24538" h="33214" extrusionOk="0">
                  <a:moveTo>
                    <a:pt x="13392" y="450"/>
                  </a:moveTo>
                  <a:cubicBezTo>
                    <a:pt x="14346" y="450"/>
                    <a:pt x="15161" y="534"/>
                    <a:pt x="15750" y="590"/>
                  </a:cubicBezTo>
                  <a:cubicBezTo>
                    <a:pt x="16031" y="618"/>
                    <a:pt x="16284" y="646"/>
                    <a:pt x="16424" y="674"/>
                  </a:cubicBezTo>
                  <a:cubicBezTo>
                    <a:pt x="16508" y="674"/>
                    <a:pt x="16564" y="702"/>
                    <a:pt x="16621" y="702"/>
                  </a:cubicBezTo>
                  <a:cubicBezTo>
                    <a:pt x="16649" y="702"/>
                    <a:pt x="16733" y="731"/>
                    <a:pt x="16929" y="815"/>
                  </a:cubicBezTo>
                  <a:cubicBezTo>
                    <a:pt x="17519" y="1039"/>
                    <a:pt x="18895" y="1629"/>
                    <a:pt x="20663" y="2555"/>
                  </a:cubicBezTo>
                  <a:cubicBezTo>
                    <a:pt x="21814" y="3145"/>
                    <a:pt x="22685" y="3847"/>
                    <a:pt x="23274" y="4380"/>
                  </a:cubicBezTo>
                  <a:cubicBezTo>
                    <a:pt x="23555" y="4661"/>
                    <a:pt x="23780" y="4886"/>
                    <a:pt x="23920" y="5054"/>
                  </a:cubicBezTo>
                  <a:cubicBezTo>
                    <a:pt x="23975" y="5136"/>
                    <a:pt x="24029" y="5191"/>
                    <a:pt x="24084" y="5220"/>
                  </a:cubicBezTo>
                  <a:lnTo>
                    <a:pt x="24084" y="5220"/>
                  </a:lnTo>
                  <a:lnTo>
                    <a:pt x="22909" y="27037"/>
                  </a:lnTo>
                  <a:lnTo>
                    <a:pt x="22909" y="27093"/>
                  </a:lnTo>
                  <a:cubicBezTo>
                    <a:pt x="22909" y="27093"/>
                    <a:pt x="22909" y="27177"/>
                    <a:pt x="22937" y="27317"/>
                  </a:cubicBezTo>
                  <a:cubicBezTo>
                    <a:pt x="22994" y="27767"/>
                    <a:pt x="23134" y="28805"/>
                    <a:pt x="23134" y="29648"/>
                  </a:cubicBezTo>
                  <a:cubicBezTo>
                    <a:pt x="23134" y="30069"/>
                    <a:pt x="23106" y="30462"/>
                    <a:pt x="23022" y="30686"/>
                  </a:cubicBezTo>
                  <a:cubicBezTo>
                    <a:pt x="22965" y="30883"/>
                    <a:pt x="22825" y="31051"/>
                    <a:pt x="22572" y="31220"/>
                  </a:cubicBezTo>
                  <a:cubicBezTo>
                    <a:pt x="22235" y="31444"/>
                    <a:pt x="21674" y="31669"/>
                    <a:pt x="21028" y="31809"/>
                  </a:cubicBezTo>
                  <a:cubicBezTo>
                    <a:pt x="20354" y="31978"/>
                    <a:pt x="19568" y="32118"/>
                    <a:pt x="18754" y="32287"/>
                  </a:cubicBezTo>
                  <a:cubicBezTo>
                    <a:pt x="17266" y="32539"/>
                    <a:pt x="13729" y="32736"/>
                    <a:pt x="10865" y="32736"/>
                  </a:cubicBezTo>
                  <a:cubicBezTo>
                    <a:pt x="9574" y="32736"/>
                    <a:pt x="8423" y="32708"/>
                    <a:pt x="7693" y="32623"/>
                  </a:cubicBezTo>
                  <a:cubicBezTo>
                    <a:pt x="6429" y="32483"/>
                    <a:pt x="5587" y="32371"/>
                    <a:pt x="4998" y="32230"/>
                  </a:cubicBezTo>
                  <a:cubicBezTo>
                    <a:pt x="4717" y="32146"/>
                    <a:pt x="4492" y="32062"/>
                    <a:pt x="4352" y="31950"/>
                  </a:cubicBezTo>
                  <a:cubicBezTo>
                    <a:pt x="4211" y="31837"/>
                    <a:pt x="4099" y="31725"/>
                    <a:pt x="4043" y="31585"/>
                  </a:cubicBezTo>
                  <a:cubicBezTo>
                    <a:pt x="4015" y="31500"/>
                    <a:pt x="3987" y="31360"/>
                    <a:pt x="3959" y="31135"/>
                  </a:cubicBezTo>
                  <a:cubicBezTo>
                    <a:pt x="3847" y="30377"/>
                    <a:pt x="3790" y="28946"/>
                    <a:pt x="3762" y="27738"/>
                  </a:cubicBezTo>
                  <a:cubicBezTo>
                    <a:pt x="3734" y="27121"/>
                    <a:pt x="3734" y="26559"/>
                    <a:pt x="3734" y="26138"/>
                  </a:cubicBezTo>
                  <a:cubicBezTo>
                    <a:pt x="3734" y="25717"/>
                    <a:pt x="3734" y="25464"/>
                    <a:pt x="3734" y="25464"/>
                  </a:cubicBezTo>
                  <a:lnTo>
                    <a:pt x="3734" y="25436"/>
                  </a:lnTo>
                  <a:cubicBezTo>
                    <a:pt x="3734" y="25436"/>
                    <a:pt x="3678" y="25099"/>
                    <a:pt x="3594" y="24538"/>
                  </a:cubicBezTo>
                  <a:cubicBezTo>
                    <a:pt x="3257" y="22545"/>
                    <a:pt x="2499" y="17547"/>
                    <a:pt x="1797" y="12999"/>
                  </a:cubicBezTo>
                  <a:cubicBezTo>
                    <a:pt x="1432" y="10753"/>
                    <a:pt x="1095" y="8591"/>
                    <a:pt x="871" y="7019"/>
                  </a:cubicBezTo>
                  <a:cubicBezTo>
                    <a:pt x="730" y="6205"/>
                    <a:pt x="646" y="5559"/>
                    <a:pt x="562" y="5082"/>
                  </a:cubicBezTo>
                  <a:cubicBezTo>
                    <a:pt x="534" y="4858"/>
                    <a:pt x="506" y="4689"/>
                    <a:pt x="478" y="4549"/>
                  </a:cubicBezTo>
                  <a:cubicBezTo>
                    <a:pt x="478" y="4500"/>
                    <a:pt x="478" y="4451"/>
                    <a:pt x="478" y="4421"/>
                  </a:cubicBezTo>
                  <a:lnTo>
                    <a:pt x="478" y="4421"/>
                  </a:lnTo>
                  <a:cubicBezTo>
                    <a:pt x="500" y="4406"/>
                    <a:pt x="529" y="4391"/>
                    <a:pt x="562" y="4380"/>
                  </a:cubicBezTo>
                  <a:cubicBezTo>
                    <a:pt x="814" y="4184"/>
                    <a:pt x="1432" y="3903"/>
                    <a:pt x="2078" y="3594"/>
                  </a:cubicBezTo>
                  <a:cubicBezTo>
                    <a:pt x="2724" y="3285"/>
                    <a:pt x="3453" y="2948"/>
                    <a:pt x="4043" y="2668"/>
                  </a:cubicBezTo>
                  <a:cubicBezTo>
                    <a:pt x="5419" y="1994"/>
                    <a:pt x="8002" y="983"/>
                    <a:pt x="11006" y="590"/>
                  </a:cubicBezTo>
                  <a:cubicBezTo>
                    <a:pt x="11848" y="506"/>
                    <a:pt x="12662" y="450"/>
                    <a:pt x="13392" y="450"/>
                  </a:cubicBezTo>
                  <a:close/>
                  <a:moveTo>
                    <a:pt x="13392" y="1"/>
                  </a:moveTo>
                  <a:cubicBezTo>
                    <a:pt x="12634" y="1"/>
                    <a:pt x="11820" y="29"/>
                    <a:pt x="10949" y="141"/>
                  </a:cubicBezTo>
                  <a:cubicBezTo>
                    <a:pt x="7861" y="534"/>
                    <a:pt x="5250" y="1573"/>
                    <a:pt x="3847" y="2247"/>
                  </a:cubicBezTo>
                  <a:cubicBezTo>
                    <a:pt x="3145" y="2583"/>
                    <a:pt x="2218" y="3005"/>
                    <a:pt x="1460" y="3370"/>
                  </a:cubicBezTo>
                  <a:cubicBezTo>
                    <a:pt x="1067" y="3566"/>
                    <a:pt x="730" y="3735"/>
                    <a:pt x="478" y="3875"/>
                  </a:cubicBezTo>
                  <a:cubicBezTo>
                    <a:pt x="365" y="3931"/>
                    <a:pt x="253" y="4015"/>
                    <a:pt x="197" y="4071"/>
                  </a:cubicBezTo>
                  <a:lnTo>
                    <a:pt x="85" y="4156"/>
                  </a:lnTo>
                  <a:cubicBezTo>
                    <a:pt x="56" y="4212"/>
                    <a:pt x="0" y="4240"/>
                    <a:pt x="0" y="4380"/>
                  </a:cubicBezTo>
                  <a:lnTo>
                    <a:pt x="0" y="4408"/>
                  </a:lnTo>
                  <a:cubicBezTo>
                    <a:pt x="28" y="4633"/>
                    <a:pt x="225" y="6065"/>
                    <a:pt x="562" y="8086"/>
                  </a:cubicBezTo>
                  <a:cubicBezTo>
                    <a:pt x="1488" y="14122"/>
                    <a:pt x="3257" y="25521"/>
                    <a:pt x="3257" y="25521"/>
                  </a:cubicBezTo>
                  <a:lnTo>
                    <a:pt x="3257" y="25521"/>
                  </a:lnTo>
                  <a:lnTo>
                    <a:pt x="3257" y="25521"/>
                  </a:lnTo>
                  <a:cubicBezTo>
                    <a:pt x="3257" y="25790"/>
                    <a:pt x="3260" y="26987"/>
                    <a:pt x="3285" y="28272"/>
                  </a:cubicBezTo>
                  <a:cubicBezTo>
                    <a:pt x="3313" y="29002"/>
                    <a:pt x="3341" y="29760"/>
                    <a:pt x="3397" y="30377"/>
                  </a:cubicBezTo>
                  <a:cubicBezTo>
                    <a:pt x="3425" y="30686"/>
                    <a:pt x="3453" y="30967"/>
                    <a:pt x="3482" y="31192"/>
                  </a:cubicBezTo>
                  <a:cubicBezTo>
                    <a:pt x="3510" y="31444"/>
                    <a:pt x="3566" y="31613"/>
                    <a:pt x="3622" y="31753"/>
                  </a:cubicBezTo>
                  <a:cubicBezTo>
                    <a:pt x="3706" y="31978"/>
                    <a:pt x="3875" y="32174"/>
                    <a:pt x="4099" y="32343"/>
                  </a:cubicBezTo>
                  <a:cubicBezTo>
                    <a:pt x="4408" y="32567"/>
                    <a:pt x="4829" y="32680"/>
                    <a:pt x="5391" y="32792"/>
                  </a:cubicBezTo>
                  <a:cubicBezTo>
                    <a:pt x="5980" y="32876"/>
                    <a:pt x="6710" y="32960"/>
                    <a:pt x="7637" y="33073"/>
                  </a:cubicBezTo>
                  <a:cubicBezTo>
                    <a:pt x="8423" y="33157"/>
                    <a:pt x="9574" y="33213"/>
                    <a:pt x="10865" y="33213"/>
                  </a:cubicBezTo>
                  <a:cubicBezTo>
                    <a:pt x="13729" y="33213"/>
                    <a:pt x="17294" y="33017"/>
                    <a:pt x="18838" y="32736"/>
                  </a:cubicBezTo>
                  <a:cubicBezTo>
                    <a:pt x="19933" y="32539"/>
                    <a:pt x="20972" y="32371"/>
                    <a:pt x="21786" y="32090"/>
                  </a:cubicBezTo>
                  <a:cubicBezTo>
                    <a:pt x="22207" y="31950"/>
                    <a:pt x="22544" y="31809"/>
                    <a:pt x="22853" y="31613"/>
                  </a:cubicBezTo>
                  <a:cubicBezTo>
                    <a:pt x="23134" y="31388"/>
                    <a:pt x="23358" y="31164"/>
                    <a:pt x="23471" y="30827"/>
                  </a:cubicBezTo>
                  <a:cubicBezTo>
                    <a:pt x="23583" y="30518"/>
                    <a:pt x="23611" y="30097"/>
                    <a:pt x="23611" y="29648"/>
                  </a:cubicBezTo>
                  <a:cubicBezTo>
                    <a:pt x="23611" y="28508"/>
                    <a:pt x="23386" y="27169"/>
                    <a:pt x="23361" y="27022"/>
                  </a:cubicBezTo>
                  <a:lnTo>
                    <a:pt x="23361" y="27022"/>
                  </a:lnTo>
                  <a:lnTo>
                    <a:pt x="24538" y="5166"/>
                  </a:lnTo>
                  <a:cubicBezTo>
                    <a:pt x="24538" y="5110"/>
                    <a:pt x="24538" y="5054"/>
                    <a:pt x="24510" y="5026"/>
                  </a:cubicBezTo>
                  <a:cubicBezTo>
                    <a:pt x="24481" y="4998"/>
                    <a:pt x="23274" y="3398"/>
                    <a:pt x="20888" y="2134"/>
                  </a:cubicBezTo>
                  <a:cubicBezTo>
                    <a:pt x="18502" y="899"/>
                    <a:pt x="16789" y="281"/>
                    <a:pt x="16789" y="253"/>
                  </a:cubicBezTo>
                  <a:lnTo>
                    <a:pt x="16761" y="253"/>
                  </a:lnTo>
                  <a:cubicBezTo>
                    <a:pt x="16761" y="253"/>
                    <a:pt x="15329" y="1"/>
                    <a:pt x="13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9" name="Google Shape;4239;p64"/>
            <p:cNvSpPr/>
            <p:nvPr/>
          </p:nvSpPr>
          <p:spPr>
            <a:xfrm>
              <a:off x="3490625" y="2898200"/>
              <a:ext cx="312375" cy="474625"/>
            </a:xfrm>
            <a:custGeom>
              <a:avLst/>
              <a:gdLst/>
              <a:ahLst/>
              <a:cxnLst/>
              <a:rect l="l" t="t" r="r" b="b"/>
              <a:pathLst>
                <a:path w="12495" h="18985" extrusionOk="0">
                  <a:moveTo>
                    <a:pt x="759" y="0"/>
                  </a:moveTo>
                  <a:lnTo>
                    <a:pt x="1" y="12072"/>
                  </a:lnTo>
                  <a:cubicBezTo>
                    <a:pt x="1" y="12072"/>
                    <a:pt x="8137" y="18984"/>
                    <a:pt x="10184" y="18984"/>
                  </a:cubicBezTo>
                  <a:cubicBezTo>
                    <a:pt x="10216" y="18984"/>
                    <a:pt x="10247" y="18982"/>
                    <a:pt x="10276" y="18979"/>
                  </a:cubicBezTo>
                  <a:cubicBezTo>
                    <a:pt x="12157" y="18754"/>
                    <a:pt x="12494" y="17294"/>
                    <a:pt x="12494" y="17294"/>
                  </a:cubicBezTo>
                  <a:lnTo>
                    <a:pt x="11596" y="12241"/>
                  </a:lnTo>
                  <a:lnTo>
                    <a:pt x="759"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0" name="Google Shape;4240;p64"/>
            <p:cNvSpPr/>
            <p:nvPr/>
          </p:nvSpPr>
          <p:spPr>
            <a:xfrm>
              <a:off x="3484325" y="2892300"/>
              <a:ext cx="325675" cy="486700"/>
            </a:xfrm>
            <a:custGeom>
              <a:avLst/>
              <a:gdLst/>
              <a:ahLst/>
              <a:cxnLst/>
              <a:rect l="l" t="t" r="r" b="b"/>
              <a:pathLst>
                <a:path w="13027" h="19468" extrusionOk="0">
                  <a:moveTo>
                    <a:pt x="999" y="1"/>
                  </a:moveTo>
                  <a:cubicBezTo>
                    <a:pt x="974" y="1"/>
                    <a:pt x="949" y="4"/>
                    <a:pt x="927" y="12"/>
                  </a:cubicBezTo>
                  <a:cubicBezTo>
                    <a:pt x="843" y="40"/>
                    <a:pt x="786" y="124"/>
                    <a:pt x="786" y="208"/>
                  </a:cubicBezTo>
                  <a:lnTo>
                    <a:pt x="28" y="12280"/>
                  </a:lnTo>
                  <a:cubicBezTo>
                    <a:pt x="0" y="12365"/>
                    <a:pt x="56" y="12421"/>
                    <a:pt x="113" y="12477"/>
                  </a:cubicBezTo>
                  <a:cubicBezTo>
                    <a:pt x="113" y="12477"/>
                    <a:pt x="2134" y="14218"/>
                    <a:pt x="4436" y="15958"/>
                  </a:cubicBezTo>
                  <a:cubicBezTo>
                    <a:pt x="5587" y="16829"/>
                    <a:pt x="6794" y="17699"/>
                    <a:pt x="7861" y="18345"/>
                  </a:cubicBezTo>
                  <a:cubicBezTo>
                    <a:pt x="8395" y="18681"/>
                    <a:pt x="8872" y="18934"/>
                    <a:pt x="9321" y="19131"/>
                  </a:cubicBezTo>
                  <a:cubicBezTo>
                    <a:pt x="9742" y="19327"/>
                    <a:pt x="10107" y="19468"/>
                    <a:pt x="10444" y="19468"/>
                  </a:cubicBezTo>
                  <a:lnTo>
                    <a:pt x="10556" y="19439"/>
                  </a:lnTo>
                  <a:cubicBezTo>
                    <a:pt x="11567" y="19327"/>
                    <a:pt x="12185" y="18878"/>
                    <a:pt x="12522" y="18429"/>
                  </a:cubicBezTo>
                  <a:cubicBezTo>
                    <a:pt x="12887" y="18008"/>
                    <a:pt x="12971" y="17615"/>
                    <a:pt x="12999" y="17587"/>
                  </a:cubicBezTo>
                  <a:cubicBezTo>
                    <a:pt x="13027" y="17474"/>
                    <a:pt x="12943" y="17334"/>
                    <a:pt x="12802" y="17306"/>
                  </a:cubicBezTo>
                  <a:cubicBezTo>
                    <a:pt x="12788" y="17302"/>
                    <a:pt x="12772" y="17300"/>
                    <a:pt x="12757" y="17300"/>
                  </a:cubicBezTo>
                  <a:cubicBezTo>
                    <a:pt x="12655" y="17300"/>
                    <a:pt x="12546" y="17377"/>
                    <a:pt x="12522" y="17474"/>
                  </a:cubicBezTo>
                  <a:cubicBezTo>
                    <a:pt x="12522" y="17502"/>
                    <a:pt x="12437" y="17839"/>
                    <a:pt x="12157" y="18176"/>
                  </a:cubicBezTo>
                  <a:cubicBezTo>
                    <a:pt x="11848" y="18513"/>
                    <a:pt x="11371" y="18878"/>
                    <a:pt x="10500" y="18990"/>
                  </a:cubicBezTo>
                  <a:lnTo>
                    <a:pt x="10444" y="18990"/>
                  </a:lnTo>
                  <a:cubicBezTo>
                    <a:pt x="10248" y="18990"/>
                    <a:pt x="9911" y="18906"/>
                    <a:pt x="9518" y="18710"/>
                  </a:cubicBezTo>
                  <a:cubicBezTo>
                    <a:pt x="8086" y="18064"/>
                    <a:pt x="5784" y="16407"/>
                    <a:pt x="3875" y="14919"/>
                  </a:cubicBezTo>
                  <a:cubicBezTo>
                    <a:pt x="2920" y="14189"/>
                    <a:pt x="2050" y="13488"/>
                    <a:pt x="1432" y="12954"/>
                  </a:cubicBezTo>
                  <a:cubicBezTo>
                    <a:pt x="1095" y="12702"/>
                    <a:pt x="843" y="12505"/>
                    <a:pt x="674" y="12337"/>
                  </a:cubicBezTo>
                  <a:cubicBezTo>
                    <a:pt x="598" y="12273"/>
                    <a:pt x="534" y="12221"/>
                    <a:pt x="486" y="12183"/>
                  </a:cubicBezTo>
                  <a:lnTo>
                    <a:pt x="486" y="12183"/>
                  </a:lnTo>
                  <a:lnTo>
                    <a:pt x="1208" y="798"/>
                  </a:lnTo>
                  <a:lnTo>
                    <a:pt x="11679" y="12645"/>
                  </a:lnTo>
                  <a:cubicBezTo>
                    <a:pt x="11722" y="12687"/>
                    <a:pt x="11778" y="12709"/>
                    <a:pt x="11837" y="12709"/>
                  </a:cubicBezTo>
                  <a:cubicBezTo>
                    <a:pt x="11897" y="12709"/>
                    <a:pt x="11960" y="12687"/>
                    <a:pt x="12016" y="12645"/>
                  </a:cubicBezTo>
                  <a:cubicBezTo>
                    <a:pt x="12101" y="12561"/>
                    <a:pt x="12101" y="12421"/>
                    <a:pt x="12016" y="12337"/>
                  </a:cubicBezTo>
                  <a:lnTo>
                    <a:pt x="1179" y="68"/>
                  </a:lnTo>
                  <a:cubicBezTo>
                    <a:pt x="1138" y="27"/>
                    <a:pt x="1067"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CuadroTexto 2">
            <a:extLst>
              <a:ext uri="{FF2B5EF4-FFF2-40B4-BE49-F238E27FC236}">
                <a16:creationId xmlns:a16="http://schemas.microsoft.com/office/drawing/2014/main" id="{B8CA9CFF-07B4-C415-A797-DA075DBAF9CD}"/>
              </a:ext>
            </a:extLst>
          </p:cNvPr>
          <p:cNvSpPr txBox="1"/>
          <p:nvPr/>
        </p:nvSpPr>
        <p:spPr>
          <a:xfrm>
            <a:off x="996846" y="1091842"/>
            <a:ext cx="7247268" cy="2862322"/>
          </a:xfrm>
          <a:prstGeom prst="rect">
            <a:avLst/>
          </a:prstGeom>
          <a:noFill/>
        </p:spPr>
        <p:txBody>
          <a:bodyPr wrap="square">
            <a:spAutoFit/>
          </a:bodyPr>
          <a:lstStyle/>
          <a:p>
            <a:pPr algn="just" fontAlgn="t">
              <a:lnSpc>
                <a:spcPct val="150000"/>
              </a:lnSpc>
              <a:buNone/>
            </a:pPr>
            <a:r>
              <a:rPr lang="es-MX" sz="2000" b="0" i="0" dirty="0">
                <a:solidFill>
                  <a:srgbClr val="77C6FC"/>
                </a:solidFill>
                <a:effectLst/>
                <a:latin typeface="Fjalla One" panose="02000506040000020004" pitchFamily="2" charset="0"/>
              </a:rPr>
              <a:t>El Data </a:t>
            </a:r>
            <a:r>
              <a:rPr lang="es-MX" sz="2000" b="0" i="0" dirty="0" err="1">
                <a:solidFill>
                  <a:srgbClr val="77C6FC"/>
                </a:solidFill>
                <a:effectLst/>
                <a:latin typeface="Fjalla One" panose="02000506040000020004" pitchFamily="2" charset="0"/>
              </a:rPr>
              <a:t>Warehouse</a:t>
            </a:r>
            <a:r>
              <a:rPr lang="es-MX" sz="2000" b="0" i="0" dirty="0">
                <a:solidFill>
                  <a:srgbClr val="77C6FC"/>
                </a:solidFill>
                <a:effectLst/>
                <a:latin typeface="Fjalla One" panose="02000506040000020004" pitchFamily="2" charset="0"/>
              </a:rPr>
              <a:t> centraliza e integra la información histórica de la organización, mientras que OLAP permite analizarla de manera multidimensional para generar conocimiento útil. Juntos constituyen una plataforma estratégica que transforma datos en información, información en conocimiento y conocimiento en mejores decisiones para la organización.</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604"/>
        <p:cNvGrpSpPr/>
        <p:nvPr/>
      </p:nvGrpSpPr>
      <p:grpSpPr>
        <a:xfrm>
          <a:off x="0" y="0"/>
          <a:ext cx="0" cy="0"/>
          <a:chOff x="0" y="0"/>
          <a:chExt cx="0" cy="0"/>
        </a:xfrm>
      </p:grpSpPr>
      <p:sp>
        <p:nvSpPr>
          <p:cNvPr id="3605" name="Google Shape;3605;p63"/>
          <p:cNvSpPr txBox="1">
            <a:spLocks noGrp="1"/>
          </p:cNvSpPr>
          <p:nvPr>
            <p:ph type="title"/>
          </p:nvPr>
        </p:nvSpPr>
        <p:spPr>
          <a:xfrm>
            <a:off x="2003825" y="2014400"/>
            <a:ext cx="4937700" cy="10791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7200" dirty="0"/>
              <a:t>Gracias</a:t>
            </a:r>
            <a:endParaRPr sz="7200" dirty="0"/>
          </a:p>
        </p:txBody>
      </p:sp>
      <p:sp>
        <p:nvSpPr>
          <p:cNvPr id="7" name="Rectángulo 6">
            <a:extLst>
              <a:ext uri="{FF2B5EF4-FFF2-40B4-BE49-F238E27FC236}">
                <a16:creationId xmlns:a16="http://schemas.microsoft.com/office/drawing/2014/main" id="{BD454226-19EC-9E8A-B753-4243107214D1}"/>
              </a:ext>
            </a:extLst>
          </p:cNvPr>
          <p:cNvSpPr/>
          <p:nvPr/>
        </p:nvSpPr>
        <p:spPr>
          <a:xfrm>
            <a:off x="2503714" y="3679371"/>
            <a:ext cx="4143829" cy="82005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s-MX"/>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705</TotalTime>
  <Words>1304</Words>
  <Application>Microsoft Office PowerPoint</Application>
  <PresentationFormat>Presentación en pantalla (16:9)</PresentationFormat>
  <Paragraphs>221</Paragraphs>
  <Slides>37</Slides>
  <Notes>37</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37</vt:i4>
      </vt:variant>
    </vt:vector>
  </HeadingPairs>
  <TitlesOfParts>
    <vt:vector size="45" baseType="lpstr">
      <vt:lpstr>Segoe UI</vt:lpstr>
      <vt:lpstr>Barlow Semi Condensed</vt:lpstr>
      <vt:lpstr>ADLaM Display</vt:lpstr>
      <vt:lpstr>Barlow Condensed</vt:lpstr>
      <vt:lpstr>Barlow Semi Condensed Medium</vt:lpstr>
      <vt:lpstr>Fjalla One</vt:lpstr>
      <vt:lpstr>Arial</vt:lpstr>
      <vt:lpstr>Technology Consulting by Slidesgo</vt:lpstr>
      <vt:lpstr>3. Base de datos para la toma de decisiones</vt:lpstr>
      <vt:lpstr>Contenido</vt:lpstr>
      <vt:lpstr>Bodegas de datos (Datawarehouse)</vt:lpstr>
      <vt:lpstr>Definición</vt:lpstr>
      <vt:lpstr>¿Cómo funciona el almacenamiento de datos?</vt:lpstr>
      <vt:lpstr>Nivel Inferior</vt:lpstr>
      <vt:lpstr>Nivel intermedio</vt:lpstr>
      <vt:lpstr>Nivel superior </vt:lpstr>
      <vt:lpstr>Procesamiento y análisis en línea (OLAP)</vt:lpstr>
      <vt:lpstr>OLAP (Online Analytical Processing) </vt:lpstr>
      <vt:lpstr>Paso 1</vt:lpstr>
      <vt:lpstr>Paso 2</vt:lpstr>
      <vt:lpstr>Paso 3</vt:lpstr>
      <vt:lpstr>Paso 4</vt:lpstr>
      <vt:lpstr>Operaciones OLAP (Online Analytical Processing)</vt:lpstr>
      <vt:lpstr>Drill Down (Desglosar)</vt:lpstr>
      <vt:lpstr>Roll Up (Consolidar)</vt:lpstr>
      <vt:lpstr>Slice (Corte)</vt:lpstr>
      <vt:lpstr>Dice (Segmentación)</vt:lpstr>
      <vt:lpstr>Actividad. Aplicando operaciones OLAP</vt:lpstr>
      <vt:lpstr>Solución</vt:lpstr>
      <vt:lpstr>Granularidad (nivel de detalle)</vt:lpstr>
      <vt:lpstr>Granularidad</vt:lpstr>
      <vt:lpstr>Granularidad y operaciones OLAP</vt:lpstr>
      <vt:lpstr>Esquema Estrella</vt:lpstr>
      <vt:lpstr>Esquema estrella (como se organizan los datos)</vt:lpstr>
      <vt:lpstr>Tabla de hechos</vt:lpstr>
      <vt:lpstr>Esquema estrella</vt:lpstr>
      <vt:lpstr>Tipos de OLAP</vt:lpstr>
      <vt:lpstr>Ejemplo tipos de OLAP</vt:lpstr>
      <vt:lpstr>Actividad. Identificar la tabla de hecho y las dimensiones</vt:lpstr>
      <vt:lpstr>KPI  y Toma de decisiones</vt:lpstr>
      <vt:lpstr>Ejemplo de KPI obtenidos mediante OLAP </vt:lpstr>
      <vt:lpstr>Ventajas OLAP</vt:lpstr>
      <vt:lpstr>Desventajas OLAP</vt:lpstr>
      <vt:lpstr>Conclusiones</vt:lpstr>
      <vt:lpstr>Gracias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TORRES RAMIREZ BLANCA ESTHELA</dc:creator>
  <cp:lastModifiedBy>TORRES RAMIREZ BLANCA ESTHELA</cp:lastModifiedBy>
  <cp:revision>44</cp:revision>
  <dcterms:modified xsi:type="dcterms:W3CDTF">2026-10-15T00:14:33Z</dcterms:modified>
</cp:coreProperties>
</file>