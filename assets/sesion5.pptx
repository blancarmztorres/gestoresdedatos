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47"/>
  </p:notesMasterIdLst>
  <p:sldIdLst>
    <p:sldId id="256" r:id="rId2"/>
    <p:sldId id="258" r:id="rId3"/>
    <p:sldId id="259" r:id="rId4"/>
    <p:sldId id="261" r:id="rId5"/>
    <p:sldId id="262" r:id="rId6"/>
    <p:sldId id="338" r:id="rId7"/>
    <p:sldId id="340" r:id="rId8"/>
    <p:sldId id="373" r:id="rId9"/>
    <p:sldId id="352" r:id="rId10"/>
    <p:sldId id="374" r:id="rId11"/>
    <p:sldId id="341" r:id="rId12"/>
    <p:sldId id="342" r:id="rId13"/>
    <p:sldId id="343" r:id="rId14"/>
    <p:sldId id="344" r:id="rId15"/>
    <p:sldId id="375" r:id="rId16"/>
    <p:sldId id="339" r:id="rId17"/>
    <p:sldId id="353" r:id="rId18"/>
    <p:sldId id="345" r:id="rId19"/>
    <p:sldId id="311" r:id="rId20"/>
    <p:sldId id="346" r:id="rId21"/>
    <p:sldId id="347" r:id="rId22"/>
    <p:sldId id="348" r:id="rId23"/>
    <p:sldId id="354" r:id="rId24"/>
    <p:sldId id="355" r:id="rId25"/>
    <p:sldId id="312" r:id="rId26"/>
    <p:sldId id="313" r:id="rId27"/>
    <p:sldId id="349" r:id="rId28"/>
    <p:sldId id="350" r:id="rId29"/>
    <p:sldId id="360" r:id="rId30"/>
    <p:sldId id="361" r:id="rId31"/>
    <p:sldId id="358" r:id="rId32"/>
    <p:sldId id="363" r:id="rId33"/>
    <p:sldId id="359" r:id="rId34"/>
    <p:sldId id="362" r:id="rId35"/>
    <p:sldId id="365" r:id="rId36"/>
    <p:sldId id="366" r:id="rId37"/>
    <p:sldId id="377" r:id="rId38"/>
    <p:sldId id="367" r:id="rId39"/>
    <p:sldId id="368" r:id="rId40"/>
    <p:sldId id="369" r:id="rId41"/>
    <p:sldId id="376" r:id="rId42"/>
    <p:sldId id="370" r:id="rId43"/>
    <p:sldId id="371" r:id="rId44"/>
    <p:sldId id="372" r:id="rId45"/>
    <p:sldId id="307" r:id="rId46"/>
  </p:sldIdLst>
  <p:sldSz cx="9144000" cy="5143500" type="screen16x9"/>
  <p:notesSz cx="6858000" cy="9144000"/>
  <p:embeddedFontLst>
    <p:embeddedFont>
      <p:font typeface="Anaheim" panose="020B0604020202020204" charset="0"/>
      <p:regular r:id="rId48"/>
      <p:bold r:id="rId49"/>
    </p:embeddedFont>
    <p:embeddedFont>
      <p:font typeface="Baloo 2 ExtraBold" panose="020B0604020202020204" charset="0"/>
      <p:bold r:id="rId50"/>
    </p:embeddedFont>
    <p:embeddedFont>
      <p:font typeface="DM Sans" pitchFamily="2" charset="0"/>
      <p:regular r:id="rId51"/>
      <p:bold r:id="rId52"/>
    </p:embeddedFont>
    <p:embeddedFont>
      <p:font typeface="DM Sans Medium" pitchFamily="2" charset="0"/>
      <p:regular r:id="rId53"/>
    </p:embeddedFont>
    <p:embeddedFont>
      <p:font typeface="Nunito Light" pitchFamily="2" charset="0"/>
      <p:regular r:id="rId54"/>
    </p:embeddedFont>
    <p:embeddedFont>
      <p:font typeface="Segoe UI" panose="020B0502040204020203" pitchFamily="34" charset="0"/>
      <p:regular r:id="rId55"/>
      <p:bold r:id="rId56"/>
      <p:italic r:id="rId57"/>
      <p:boldItalic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5128F1C-263D-4756-A434-B3B8AE7D6FB3}">
  <a:tblStyle styleId="{55128F1C-263D-4756-A434-B3B8AE7D6F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8032D0A-44B8-4AA5-9B14-50C8E942E97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71412" autoAdjust="0"/>
  </p:normalViewPr>
  <p:slideViewPr>
    <p:cSldViewPr snapToGrid="0">
      <p:cViewPr varScale="1">
        <p:scale>
          <a:sx n="90" d="100"/>
          <a:sy n="90" d="100"/>
        </p:scale>
        <p:origin x="1258" y="62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55" Type="http://schemas.openxmlformats.org/officeDocument/2006/relationships/font" Target="fonts/font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6.fntdata"/><Relationship Id="rId58" Type="http://schemas.openxmlformats.org/officeDocument/2006/relationships/font" Target="fonts/font11.fnt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56" Type="http://schemas.openxmlformats.org/officeDocument/2006/relationships/font" Target="fonts/font9.fntdata"/><Relationship Id="rId8" Type="http://schemas.openxmlformats.org/officeDocument/2006/relationships/slide" Target="slides/slide7.xml"/><Relationship Id="rId51" Type="http://schemas.openxmlformats.org/officeDocument/2006/relationships/font" Target="fonts/font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7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Relationship Id="rId57" Type="http://schemas.openxmlformats.org/officeDocument/2006/relationships/font" Target="fonts/font10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5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 dirty="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CE6B7F09-6EE5-4F46-341E-F50524316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39DC84DC-8C76-0708-9766-F227BA94A4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15B257B1-D6E2-0884-95B1-C28D41DBE5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95329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97366291-7E4F-3A4B-A73C-386CE6D45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4783752B-6235-0196-49C6-136AAA8CF3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B9612581-46C6-E4A6-0AB3-8F1B267F4E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9024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92EB9A50-8C1C-6F40-10E0-5A59F9C25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A2841E83-82FE-995B-E6FF-6BCAD2A2A9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A62D0F68-7600-4102-548D-C37D50529B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64415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358B48EA-BF11-2334-8A56-41C46F3C0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BC47113D-B625-07D6-D4BA-EEFFA32054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D6B2C23C-723E-528E-ED43-7106E4E3FB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61390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60339F72-4576-EB7B-4A98-23DA97574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DA7C0687-E51C-4EC3-1E88-4798E6670D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3C855B72-8EE7-37AD-0C83-FAC3845B38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32546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E043C54B-6EC8-5A4D-801A-2EA6E3C49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BC6B6AD5-929F-8683-C7E1-655A426D08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6B967425-E0EB-FE79-A620-518C1E06E9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54702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62DD62AF-18E0-8AF3-ABBF-FFF8C6464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51E6764B-50FA-F520-5F04-5C1AFBEE9B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C199679E-123A-FCE3-9286-D833D7DC93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53062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B8208700-9A14-F8BF-4B3D-980061941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B5A2CD40-CF23-2417-8E86-4CCFA0A4B7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8F349AE5-6B83-3111-ABA5-D5923850C0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87094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516DCFE5-63F8-B5F0-071B-A713684B0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24856708-60A3-DE9C-94F1-EC28FFC275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1B468386-EF0A-5DE5-03E2-3DE4F1E5F1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194799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E24EFB73-DA67-ACB3-4690-C2AE55C57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5DD0F9E6-F6B2-809A-0F3A-D67F43BE1E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1728145A-D79C-5C18-0DC0-8C02D4D8B5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64091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>
          <a:extLst>
            <a:ext uri="{FF2B5EF4-FFF2-40B4-BE49-F238E27FC236}">
              <a16:creationId xmlns:a16="http://schemas.microsoft.com/office/drawing/2014/main" id="{8619ABBB-AB7A-CE53-3B0D-2C072153B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54dda1946d_4_2738:notes">
            <a:extLst>
              <a:ext uri="{FF2B5EF4-FFF2-40B4-BE49-F238E27FC236}">
                <a16:creationId xmlns:a16="http://schemas.microsoft.com/office/drawing/2014/main" id="{95639046-7EA0-08F3-E797-C3C2038EE5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54dda1946d_4_2738:notes">
            <a:extLst>
              <a:ext uri="{FF2B5EF4-FFF2-40B4-BE49-F238E27FC236}">
                <a16:creationId xmlns:a16="http://schemas.microsoft.com/office/drawing/2014/main" id="{223BBCCC-F6ED-6060-DF82-D4A7C25397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50006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74D0EAEE-8707-009D-D15B-CBD50BB9A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85B44EB9-04F2-3489-6053-52BC3F3019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F9AFBB9E-A436-6913-66A0-3E91327F37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859750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491633EE-D3F1-0361-8E77-0065097A8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EF794FCB-11AA-81FE-D46F-3CD7F2A058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EECC170C-9C35-802D-1B0C-3B69646D5E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68395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>
          <a:extLst>
            <a:ext uri="{FF2B5EF4-FFF2-40B4-BE49-F238E27FC236}">
              <a16:creationId xmlns:a16="http://schemas.microsoft.com/office/drawing/2014/main" id="{E71DAD97-0BF7-090D-03B0-78C440384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54dda1946d_4_2738:notes">
            <a:extLst>
              <a:ext uri="{FF2B5EF4-FFF2-40B4-BE49-F238E27FC236}">
                <a16:creationId xmlns:a16="http://schemas.microsoft.com/office/drawing/2014/main" id="{294309F9-AA84-AF79-79D0-811D794106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54dda1946d_4_2738:notes">
            <a:extLst>
              <a:ext uri="{FF2B5EF4-FFF2-40B4-BE49-F238E27FC236}">
                <a16:creationId xmlns:a16="http://schemas.microsoft.com/office/drawing/2014/main" id="{5F4FFF16-4565-440E-7288-9C3432CC3F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70320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B83ABFDB-FAD1-0AF0-FCA7-029D45414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60A4B3E4-F85A-D56E-2D4B-B2A55D306D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C9FF5AD6-6709-B82E-55B5-888C73CF54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13660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2488ECA6-A1B9-D09C-22BB-17F4993F4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C8A25898-FFD0-A25F-B952-9817F99E4A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98664CEB-7CF3-CA01-99B5-5BBD1855D5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17907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0BE6B5AE-29FA-52BE-C17B-C2E81D10C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57A0D098-C13A-B8D3-84C7-763DCC990B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3CB09139-371C-18B7-09AF-51139F7ED0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26549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462C9156-47F0-F348-95CE-97967CDCA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C32D10CF-C1E5-535B-E765-F43D67C2A3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A2634A7A-16CD-D7C5-1C62-839EB57755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08737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8AE2E5C9-9052-7B14-57A3-6F4FE0F41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99E8F07A-8A2D-A5D0-9068-D7DE66B76D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33819DD9-C8CE-ABC0-71D0-081A079C04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041585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>
          <a:extLst>
            <a:ext uri="{FF2B5EF4-FFF2-40B4-BE49-F238E27FC236}">
              <a16:creationId xmlns:a16="http://schemas.microsoft.com/office/drawing/2014/main" id="{548E1878-7F70-D57D-5CED-9958131BF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54dda1946d_4_2738:notes">
            <a:extLst>
              <a:ext uri="{FF2B5EF4-FFF2-40B4-BE49-F238E27FC236}">
                <a16:creationId xmlns:a16="http://schemas.microsoft.com/office/drawing/2014/main" id="{87FEA75F-887A-AB12-F6AE-7CD5FD30A7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54dda1946d_4_2738:notes">
            <a:extLst>
              <a:ext uri="{FF2B5EF4-FFF2-40B4-BE49-F238E27FC236}">
                <a16:creationId xmlns:a16="http://schemas.microsoft.com/office/drawing/2014/main" id="{3BB6BCB9-F31D-2104-E67D-E7E3597946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597261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>
          <a:extLst>
            <a:ext uri="{FF2B5EF4-FFF2-40B4-BE49-F238E27FC236}">
              <a16:creationId xmlns:a16="http://schemas.microsoft.com/office/drawing/2014/main" id="{8052FE4A-9912-51D1-7286-F41F02C65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54dda1946d_4_2738:notes">
            <a:extLst>
              <a:ext uri="{FF2B5EF4-FFF2-40B4-BE49-F238E27FC236}">
                <a16:creationId xmlns:a16="http://schemas.microsoft.com/office/drawing/2014/main" id="{6CEBB600-5C5E-DAD2-B925-7FB41B1E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54dda1946d_4_2738:notes">
            <a:extLst>
              <a:ext uri="{FF2B5EF4-FFF2-40B4-BE49-F238E27FC236}">
                <a16:creationId xmlns:a16="http://schemas.microsoft.com/office/drawing/2014/main" id="{EC34B068-BAC6-5C6B-26AD-08AC0BFE68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6836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>
          <a:extLst>
            <a:ext uri="{FF2B5EF4-FFF2-40B4-BE49-F238E27FC236}">
              <a16:creationId xmlns:a16="http://schemas.microsoft.com/office/drawing/2014/main" id="{AA4F4410-145B-D67F-A647-F152A4081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54dda1946d_4_2738:notes">
            <a:extLst>
              <a:ext uri="{FF2B5EF4-FFF2-40B4-BE49-F238E27FC236}">
                <a16:creationId xmlns:a16="http://schemas.microsoft.com/office/drawing/2014/main" id="{5F503F6F-E8C5-BFEC-E55C-CE2EF26B1D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54dda1946d_4_2738:notes">
            <a:extLst>
              <a:ext uri="{FF2B5EF4-FFF2-40B4-BE49-F238E27FC236}">
                <a16:creationId xmlns:a16="http://schemas.microsoft.com/office/drawing/2014/main" id="{5FB8CEC0-DAF4-229E-B669-BFD2D74EC9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20163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>
          <a:extLst>
            <a:ext uri="{FF2B5EF4-FFF2-40B4-BE49-F238E27FC236}">
              <a16:creationId xmlns:a16="http://schemas.microsoft.com/office/drawing/2014/main" id="{886CB42E-9061-36DB-E1C7-A3A452AD2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54dda1946d_4_2738:notes">
            <a:extLst>
              <a:ext uri="{FF2B5EF4-FFF2-40B4-BE49-F238E27FC236}">
                <a16:creationId xmlns:a16="http://schemas.microsoft.com/office/drawing/2014/main" id="{3117F6B3-F583-0DCD-5166-0653314380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54dda1946d_4_2738:notes">
            <a:extLst>
              <a:ext uri="{FF2B5EF4-FFF2-40B4-BE49-F238E27FC236}">
                <a16:creationId xmlns:a16="http://schemas.microsoft.com/office/drawing/2014/main" id="{600B8840-DEEB-63ED-A6FA-EDCA691CEC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46714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01129F0F-0A60-CDA5-8172-DDB11C458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ADCE3920-5003-886E-6480-9CF85F2E2D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FBE47283-8099-CD74-8F37-641027D20A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682443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>
          <a:extLst>
            <a:ext uri="{FF2B5EF4-FFF2-40B4-BE49-F238E27FC236}">
              <a16:creationId xmlns:a16="http://schemas.microsoft.com/office/drawing/2014/main" id="{E04585AB-459E-1280-9F96-F4364ACB2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54dda1946d_4_2738:notes">
            <a:extLst>
              <a:ext uri="{FF2B5EF4-FFF2-40B4-BE49-F238E27FC236}">
                <a16:creationId xmlns:a16="http://schemas.microsoft.com/office/drawing/2014/main" id="{14105976-422F-8997-2991-4206AC5A07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54dda1946d_4_2738:notes">
            <a:extLst>
              <a:ext uri="{FF2B5EF4-FFF2-40B4-BE49-F238E27FC236}">
                <a16:creationId xmlns:a16="http://schemas.microsoft.com/office/drawing/2014/main" id="{5DC273D7-008A-38FC-70CB-0C00379AC4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460304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25CF167E-BF13-92FD-12F0-646B78C09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04E6EA25-A6F1-2A48-C929-D6FA6AFE1E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DE2766E7-15BB-0009-A258-5DF3FC3CC0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166233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327AF718-871E-E407-C2D6-31E9EC21D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74E5F68E-00CB-EB9B-0191-602C8537D5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F664CF36-4050-1D92-A777-0411392D64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4919358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F2A8365E-6419-C919-7615-2466614A8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C7437E4F-ABB5-DBBF-E2DB-1A4A355105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ABDF133B-6B6F-E55F-A6D0-D3FBC546E9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863698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38BFF3F8-523F-A9F8-FEEA-29E1BC772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48FB2B5C-BCE5-E025-0915-43B72DB1B8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889DC7DE-842B-9570-EA22-78035DB85C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206717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8CDBC03E-511C-58AE-D425-7D0D0ED12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4BFCD9BA-7B1F-3009-20BE-A3B12A4982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2564286B-BA08-CDF5-07D2-5DF49FE792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0624005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B47C2B7D-B427-1597-873F-0661ADBA3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2A25EED9-5ADB-1BED-2987-270D43BA5E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9FC83844-6AE6-0B92-963E-786DBCAAB4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77195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5C496075-5052-3828-0BAE-CAB39B656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99A98F3F-9A3D-A1F0-7783-214D765283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35382E83-13AA-6220-6D50-A67240556D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7834951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D476476F-09E0-2C88-4C84-675724311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6B2ED48D-4217-FE19-EDB3-03C081C9F7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A9950AB8-0A5A-079A-44F7-E63D68607C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128543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2B8020EF-6624-2404-819D-AB58F5178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943730B9-08D0-96E1-131E-8112A7F4F9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06C084C4-A470-499D-8772-8BDBD61D50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624013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AD00CFD2-9B88-A41E-7CDF-13D38497A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3FC1F8BB-FE3B-10BD-26C7-14D350E3EA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9BFA7DB5-0AC2-F67F-56A4-C47F20E87C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4639988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D061D9BA-D726-F4B0-672E-985BA0DD1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D2EC2816-8B4C-009A-5335-05D070005D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9CCF286F-0E28-4F44-FA7F-DF5C7881DC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5607264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963A6129-368A-CB87-58BD-4AD4CB207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69EF44F4-6720-D858-2A25-5A75E93BEB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AB8FC347-3783-FB99-4999-BA75CA0B22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0399064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1D059917-70E8-2660-9BB5-651532AA0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6EF84C1F-E8BF-BA62-9BDC-8C80A582D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5673F541-F34A-8284-1EA4-E7506D41E4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242145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AE071429-795C-FFD4-30AA-C09581C9F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3B5B2422-DE79-7514-4ADB-2662E73A28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0147782D-9936-7CFF-F664-BB96BA2FD0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4240720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6">
          <a:extLst>
            <a:ext uri="{FF2B5EF4-FFF2-40B4-BE49-F238E27FC236}">
              <a16:creationId xmlns:a16="http://schemas.microsoft.com/office/drawing/2014/main" id="{78F5AD1B-AE8D-D8A6-1B46-EDBAF0439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g54dda1946d_4_2679:notes">
            <a:extLst>
              <a:ext uri="{FF2B5EF4-FFF2-40B4-BE49-F238E27FC236}">
                <a16:creationId xmlns:a16="http://schemas.microsoft.com/office/drawing/2014/main" id="{9AD2AF65-C803-ED33-1057-D9C9D4CDD4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8" name="Google Shape;1268;g54dda1946d_4_2679:notes">
            <a:extLst>
              <a:ext uri="{FF2B5EF4-FFF2-40B4-BE49-F238E27FC236}">
                <a16:creationId xmlns:a16="http://schemas.microsoft.com/office/drawing/2014/main" id="{ABE85286-220B-BFFD-51E3-9AAD821717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5607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644614" y="-2747525"/>
            <a:ext cx="12278718" cy="10475804"/>
            <a:chOff x="-1644614" y="-2747525"/>
            <a:chExt cx="12278718" cy="10475804"/>
          </a:xfrm>
        </p:grpSpPr>
        <p:sp>
          <p:nvSpPr>
            <p:cNvPr id="10" name="Google Shape;10;p2"/>
            <p:cNvSpPr/>
            <p:nvPr/>
          </p:nvSpPr>
          <p:spPr>
            <a:xfrm rot="-2526399">
              <a:off x="5593085" y="3029310"/>
              <a:ext cx="4356710" cy="3718191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 rot="7128784">
              <a:off x="8363688" y="1001192"/>
              <a:ext cx="1703625" cy="1100471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 rot="1490198">
              <a:off x="-1039429" y="-1920903"/>
              <a:ext cx="4803426" cy="3939324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713225" y="2634850"/>
            <a:ext cx="3862500" cy="138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 b="0"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713225" y="3970798"/>
            <a:ext cx="38625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-1592614" y="-1841602"/>
            <a:ext cx="12385408" cy="9762152"/>
            <a:chOff x="-1592614" y="-1841602"/>
            <a:chExt cx="12385408" cy="9762152"/>
          </a:xfrm>
        </p:grpSpPr>
        <p:sp>
          <p:nvSpPr>
            <p:cNvPr id="50" name="Google Shape;50;p5"/>
            <p:cNvSpPr/>
            <p:nvPr/>
          </p:nvSpPr>
          <p:spPr>
            <a:xfrm rot="-2930233">
              <a:off x="-1132229" y="4127838"/>
              <a:ext cx="3690906" cy="2898776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5"/>
            <p:cNvSpPr/>
            <p:nvPr/>
          </p:nvSpPr>
          <p:spPr>
            <a:xfrm rot="1287706" flipH="1">
              <a:off x="7067490" y="-1325546"/>
              <a:ext cx="3339997" cy="2739156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" name="Google Shape;52;p5"/>
          <p:cNvGrpSpPr/>
          <p:nvPr/>
        </p:nvGrpSpPr>
        <p:grpSpPr>
          <a:xfrm>
            <a:off x="200218" y="4192521"/>
            <a:ext cx="1459676" cy="1092353"/>
            <a:chOff x="200218" y="4192521"/>
            <a:chExt cx="1459676" cy="1092353"/>
          </a:xfrm>
        </p:grpSpPr>
        <p:grpSp>
          <p:nvGrpSpPr>
            <p:cNvPr id="53" name="Google Shape;53;p5"/>
            <p:cNvGrpSpPr/>
            <p:nvPr/>
          </p:nvGrpSpPr>
          <p:grpSpPr>
            <a:xfrm>
              <a:off x="200218" y="4192521"/>
              <a:ext cx="885750" cy="572682"/>
              <a:chOff x="6798158" y="1294585"/>
              <a:chExt cx="1158600" cy="749094"/>
            </a:xfrm>
          </p:grpSpPr>
          <p:sp>
            <p:nvSpPr>
              <p:cNvPr id="54" name="Google Shape;54;p5"/>
              <p:cNvSpPr/>
              <p:nvPr/>
            </p:nvSpPr>
            <p:spPr>
              <a:xfrm>
                <a:off x="6798158" y="1365379"/>
                <a:ext cx="1158600" cy="678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5"/>
              <p:cNvSpPr/>
              <p:nvPr/>
            </p:nvSpPr>
            <p:spPr>
              <a:xfrm>
                <a:off x="6798158" y="1294585"/>
                <a:ext cx="1158534" cy="70794"/>
              </a:xfrm>
              <a:custGeom>
                <a:avLst/>
                <a:gdLst/>
                <a:ahLst/>
                <a:cxnLst/>
                <a:rect l="l" t="t" r="r" b="b"/>
                <a:pathLst>
                  <a:path w="1325" h="81" extrusionOk="0">
                    <a:moveTo>
                      <a:pt x="1286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17" y="0"/>
                      <a:pt x="0" y="18"/>
                      <a:pt x="0" y="39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1325" y="81"/>
                      <a:pt x="1325" y="81"/>
                      <a:pt x="1325" y="81"/>
                    </a:cubicBezTo>
                    <a:cubicBezTo>
                      <a:pt x="1325" y="39"/>
                      <a:pt x="1325" y="39"/>
                      <a:pt x="1325" y="39"/>
                    </a:cubicBezTo>
                    <a:cubicBezTo>
                      <a:pt x="1325" y="18"/>
                      <a:pt x="1307" y="0"/>
                      <a:pt x="12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5"/>
              <p:cNvSpPr/>
              <p:nvPr/>
            </p:nvSpPr>
            <p:spPr>
              <a:xfrm>
                <a:off x="6828772" y="1314675"/>
                <a:ext cx="32400" cy="31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5"/>
              <p:cNvSpPr/>
              <p:nvPr/>
            </p:nvSpPr>
            <p:spPr>
              <a:xfrm>
                <a:off x="6879476" y="1314675"/>
                <a:ext cx="31500" cy="31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5"/>
              <p:cNvSpPr/>
              <p:nvPr/>
            </p:nvSpPr>
            <p:spPr>
              <a:xfrm>
                <a:off x="6929223" y="1314675"/>
                <a:ext cx="31500" cy="31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5"/>
              <p:cNvSpPr/>
              <p:nvPr/>
            </p:nvSpPr>
            <p:spPr>
              <a:xfrm>
                <a:off x="6875649" y="1423736"/>
                <a:ext cx="1000682" cy="544349"/>
              </a:xfrm>
              <a:custGeom>
                <a:avLst/>
                <a:gdLst/>
                <a:ahLst/>
                <a:cxnLst/>
                <a:rect l="l" t="t" r="r" b="b"/>
                <a:pathLst>
                  <a:path w="1046" h="569" extrusionOk="0">
                    <a:moveTo>
                      <a:pt x="1046" y="569"/>
                    </a:moveTo>
                    <a:lnTo>
                      <a:pt x="0" y="569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563"/>
                    </a:lnTo>
                    <a:lnTo>
                      <a:pt x="1046" y="563"/>
                    </a:lnTo>
                    <a:lnTo>
                      <a:pt x="1046" y="56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5"/>
              <p:cNvSpPr/>
              <p:nvPr/>
            </p:nvSpPr>
            <p:spPr>
              <a:xfrm>
                <a:off x="6923483" y="1727959"/>
                <a:ext cx="98400" cy="201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5"/>
              <p:cNvSpPr/>
              <p:nvPr/>
            </p:nvSpPr>
            <p:spPr>
              <a:xfrm>
                <a:off x="7082291" y="1443826"/>
                <a:ext cx="97500" cy="485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5"/>
              <p:cNvSpPr/>
              <p:nvPr/>
            </p:nvSpPr>
            <p:spPr>
              <a:xfrm>
                <a:off x="7241099" y="1562454"/>
                <a:ext cx="97500" cy="3666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5"/>
              <p:cNvSpPr/>
              <p:nvPr/>
            </p:nvSpPr>
            <p:spPr>
              <a:xfrm>
                <a:off x="7398951" y="1626552"/>
                <a:ext cx="98400" cy="302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5"/>
              <p:cNvSpPr/>
              <p:nvPr/>
            </p:nvSpPr>
            <p:spPr>
              <a:xfrm>
                <a:off x="7558715" y="1704042"/>
                <a:ext cx="97500" cy="225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5"/>
              <p:cNvSpPr/>
              <p:nvPr/>
            </p:nvSpPr>
            <p:spPr>
              <a:xfrm>
                <a:off x="7716567" y="1443826"/>
                <a:ext cx="97500" cy="485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6923483" y="1992002"/>
                <a:ext cx="984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5"/>
              <p:cNvSpPr/>
              <p:nvPr/>
            </p:nvSpPr>
            <p:spPr>
              <a:xfrm>
                <a:off x="7082291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5"/>
              <p:cNvSpPr/>
              <p:nvPr/>
            </p:nvSpPr>
            <p:spPr>
              <a:xfrm>
                <a:off x="7241099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7398951" y="1992002"/>
                <a:ext cx="984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7558715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>
                <a:off x="7716567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" name="Google Shape;72;p5"/>
            <p:cNvGrpSpPr/>
            <p:nvPr/>
          </p:nvGrpSpPr>
          <p:grpSpPr>
            <a:xfrm>
              <a:off x="840230" y="4442788"/>
              <a:ext cx="819663" cy="842085"/>
              <a:chOff x="777043" y="2258113"/>
              <a:chExt cx="819663" cy="842085"/>
            </a:xfrm>
          </p:grpSpPr>
          <p:sp>
            <p:nvSpPr>
              <p:cNvPr id="73" name="Google Shape;73;p5"/>
              <p:cNvSpPr/>
              <p:nvPr/>
            </p:nvSpPr>
            <p:spPr>
              <a:xfrm>
                <a:off x="1263102" y="2750450"/>
                <a:ext cx="79814" cy="83402"/>
              </a:xfrm>
              <a:custGeom>
                <a:avLst/>
                <a:gdLst/>
                <a:ahLst/>
                <a:cxnLst/>
                <a:rect l="l" t="t" r="r" b="b"/>
                <a:pathLst>
                  <a:path w="89" h="93" extrusionOk="0">
                    <a:moveTo>
                      <a:pt x="0" y="0"/>
                    </a:moveTo>
                    <a:lnTo>
                      <a:pt x="89" y="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4" name="Google Shape;74;p5"/>
              <p:cNvCxnSpPr/>
              <p:nvPr/>
            </p:nvCxnSpPr>
            <p:spPr>
              <a:xfrm>
                <a:off x="1263102" y="2750450"/>
                <a:ext cx="79800" cy="831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75" name="Google Shape;75;p5"/>
              <p:cNvSpPr/>
              <p:nvPr/>
            </p:nvSpPr>
            <p:spPr>
              <a:xfrm>
                <a:off x="1247856" y="2735204"/>
                <a:ext cx="111202" cy="112996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26" extrusionOk="0">
                    <a:moveTo>
                      <a:pt x="89" y="126"/>
                    </a:moveTo>
                    <a:lnTo>
                      <a:pt x="124" y="93"/>
                    </a:lnTo>
                    <a:lnTo>
                      <a:pt x="36" y="0"/>
                    </a:lnTo>
                    <a:lnTo>
                      <a:pt x="0" y="33"/>
                    </a:lnTo>
                    <a:lnTo>
                      <a:pt x="89" y="12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5"/>
              <p:cNvSpPr/>
              <p:nvPr/>
            </p:nvSpPr>
            <p:spPr>
              <a:xfrm>
                <a:off x="1302560" y="2791702"/>
                <a:ext cx="294146" cy="308496"/>
              </a:xfrm>
              <a:custGeom>
                <a:avLst/>
                <a:gdLst/>
                <a:ahLst/>
                <a:cxnLst/>
                <a:rect l="l" t="t" r="r" b="b"/>
                <a:pathLst>
                  <a:path w="359" h="376" extrusionOk="0">
                    <a:moveTo>
                      <a:pt x="358" y="296"/>
                    </a:moveTo>
                    <a:cubicBezTo>
                      <a:pt x="359" y="306"/>
                      <a:pt x="355" y="316"/>
                      <a:pt x="347" y="323"/>
                    </a:cubicBezTo>
                    <a:cubicBezTo>
                      <a:pt x="321" y="348"/>
                      <a:pt x="321" y="348"/>
                      <a:pt x="321" y="348"/>
                    </a:cubicBezTo>
                    <a:cubicBezTo>
                      <a:pt x="307" y="361"/>
                      <a:pt x="307" y="361"/>
                      <a:pt x="307" y="361"/>
                    </a:cubicBezTo>
                    <a:cubicBezTo>
                      <a:pt x="292" y="376"/>
                      <a:pt x="268" y="375"/>
                      <a:pt x="254" y="359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93" y="3"/>
                      <a:pt x="93" y="3"/>
                      <a:pt x="93" y="3"/>
                    </a:cubicBezTo>
                    <a:cubicBezTo>
                      <a:pt x="347" y="269"/>
                      <a:pt x="347" y="269"/>
                      <a:pt x="347" y="269"/>
                    </a:cubicBezTo>
                    <a:cubicBezTo>
                      <a:pt x="355" y="277"/>
                      <a:pt x="358" y="287"/>
                      <a:pt x="358" y="296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1302560" y="2867033"/>
                <a:ext cx="293250" cy="228681"/>
              </a:xfrm>
              <a:custGeom>
                <a:avLst/>
                <a:gdLst/>
                <a:ahLst/>
                <a:cxnLst/>
                <a:rect l="l" t="t" r="r" b="b"/>
                <a:pathLst>
                  <a:path w="358" h="279" extrusionOk="0">
                    <a:moveTo>
                      <a:pt x="0" y="0"/>
                    </a:moveTo>
                    <a:cubicBezTo>
                      <a:pt x="254" y="267"/>
                      <a:pt x="254" y="267"/>
                      <a:pt x="254" y="267"/>
                    </a:cubicBezTo>
                    <a:cubicBezTo>
                      <a:pt x="261" y="275"/>
                      <a:pt x="272" y="279"/>
                      <a:pt x="282" y="279"/>
                    </a:cubicBezTo>
                    <a:cubicBezTo>
                      <a:pt x="291" y="279"/>
                      <a:pt x="300" y="276"/>
                      <a:pt x="307" y="269"/>
                    </a:cubicBezTo>
                    <a:cubicBezTo>
                      <a:pt x="321" y="256"/>
                      <a:pt x="321" y="256"/>
                      <a:pt x="321" y="256"/>
                    </a:cubicBezTo>
                    <a:cubicBezTo>
                      <a:pt x="347" y="231"/>
                      <a:pt x="347" y="231"/>
                      <a:pt x="347" y="231"/>
                    </a:cubicBezTo>
                    <a:cubicBezTo>
                      <a:pt x="355" y="224"/>
                      <a:pt x="358" y="214"/>
                      <a:pt x="358" y="205"/>
                    </a:cubicBezTo>
                    <a:cubicBezTo>
                      <a:pt x="358" y="205"/>
                      <a:pt x="358" y="204"/>
                      <a:pt x="358" y="204"/>
                    </a:cubicBezTo>
                    <a:cubicBezTo>
                      <a:pt x="358" y="204"/>
                      <a:pt x="358" y="204"/>
                      <a:pt x="358" y="204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5"/>
              <p:cNvSpPr/>
              <p:nvPr/>
            </p:nvSpPr>
            <p:spPr>
              <a:xfrm>
                <a:off x="845199" y="2327166"/>
                <a:ext cx="483367" cy="481576"/>
              </a:xfrm>
              <a:custGeom>
                <a:avLst/>
                <a:gdLst/>
                <a:ahLst/>
                <a:cxnLst/>
                <a:rect l="l" t="t" r="r" b="b"/>
                <a:pathLst>
                  <a:path w="589" h="588" extrusionOk="0">
                    <a:moveTo>
                      <a:pt x="295" y="0"/>
                    </a:moveTo>
                    <a:cubicBezTo>
                      <a:pt x="293" y="0"/>
                      <a:pt x="291" y="0"/>
                      <a:pt x="290" y="0"/>
                    </a:cubicBezTo>
                    <a:cubicBezTo>
                      <a:pt x="129" y="2"/>
                      <a:pt x="0" y="133"/>
                      <a:pt x="0" y="294"/>
                    </a:cubicBezTo>
                    <a:cubicBezTo>
                      <a:pt x="0" y="334"/>
                      <a:pt x="8" y="373"/>
                      <a:pt x="23" y="408"/>
                    </a:cubicBezTo>
                    <a:cubicBezTo>
                      <a:pt x="37" y="441"/>
                      <a:pt x="56" y="471"/>
                      <a:pt x="81" y="496"/>
                    </a:cubicBezTo>
                    <a:cubicBezTo>
                      <a:pt x="97" y="513"/>
                      <a:pt x="115" y="528"/>
                      <a:pt x="134" y="541"/>
                    </a:cubicBezTo>
                    <a:cubicBezTo>
                      <a:pt x="180" y="571"/>
                      <a:pt x="235" y="588"/>
                      <a:pt x="295" y="588"/>
                    </a:cubicBezTo>
                    <a:cubicBezTo>
                      <a:pt x="309" y="588"/>
                      <a:pt x="323" y="587"/>
                      <a:pt x="337" y="585"/>
                    </a:cubicBezTo>
                    <a:cubicBezTo>
                      <a:pt x="479" y="565"/>
                      <a:pt x="589" y="442"/>
                      <a:pt x="589" y="294"/>
                    </a:cubicBezTo>
                    <a:cubicBezTo>
                      <a:pt x="589" y="267"/>
                      <a:pt x="585" y="241"/>
                      <a:pt x="578" y="216"/>
                    </a:cubicBezTo>
                    <a:cubicBezTo>
                      <a:pt x="559" y="146"/>
                      <a:pt x="515" y="87"/>
                      <a:pt x="457" y="48"/>
                    </a:cubicBezTo>
                    <a:cubicBezTo>
                      <a:pt x="437" y="35"/>
                      <a:pt x="416" y="25"/>
                      <a:pt x="394" y="17"/>
                    </a:cubicBezTo>
                    <a:cubicBezTo>
                      <a:pt x="363" y="6"/>
                      <a:pt x="330" y="0"/>
                      <a:pt x="295" y="0"/>
                    </a:cubicBezTo>
                  </a:path>
                </a:pathLst>
              </a:custGeom>
              <a:solidFill>
                <a:srgbClr val="FDFDFD">
                  <a:alpha val="303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5"/>
              <p:cNvSpPr/>
              <p:nvPr/>
            </p:nvSpPr>
            <p:spPr>
              <a:xfrm>
                <a:off x="955503" y="2366625"/>
                <a:ext cx="364096" cy="442117"/>
              </a:xfrm>
              <a:custGeom>
                <a:avLst/>
                <a:gdLst/>
                <a:ahLst/>
                <a:cxnLst/>
                <a:rect l="l" t="t" r="r" b="b"/>
                <a:pathLst>
                  <a:path w="444" h="540" extrusionOk="0">
                    <a:moveTo>
                      <a:pt x="444" y="168"/>
                    </a:moveTo>
                    <a:cubicBezTo>
                      <a:pt x="203" y="537"/>
                      <a:pt x="203" y="537"/>
                      <a:pt x="203" y="537"/>
                    </a:cubicBezTo>
                    <a:cubicBezTo>
                      <a:pt x="189" y="539"/>
                      <a:pt x="175" y="540"/>
                      <a:pt x="161" y="540"/>
                    </a:cubicBezTo>
                    <a:cubicBezTo>
                      <a:pt x="101" y="540"/>
                      <a:pt x="46" y="523"/>
                      <a:pt x="0" y="493"/>
                    </a:cubicBezTo>
                    <a:cubicBezTo>
                      <a:pt x="323" y="0"/>
                      <a:pt x="323" y="0"/>
                      <a:pt x="323" y="0"/>
                    </a:cubicBezTo>
                    <a:cubicBezTo>
                      <a:pt x="381" y="39"/>
                      <a:pt x="425" y="98"/>
                      <a:pt x="444" y="1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864031" y="2327166"/>
                <a:ext cx="304011" cy="406246"/>
              </a:xfrm>
              <a:custGeom>
                <a:avLst/>
                <a:gdLst/>
                <a:ahLst/>
                <a:cxnLst/>
                <a:rect l="l" t="t" r="r" b="b"/>
                <a:pathLst>
                  <a:path w="371" h="496" extrusionOk="0">
                    <a:moveTo>
                      <a:pt x="371" y="17"/>
                    </a:moveTo>
                    <a:cubicBezTo>
                      <a:pt x="58" y="496"/>
                      <a:pt x="58" y="496"/>
                      <a:pt x="58" y="496"/>
                    </a:cubicBezTo>
                    <a:cubicBezTo>
                      <a:pt x="33" y="471"/>
                      <a:pt x="14" y="441"/>
                      <a:pt x="0" y="408"/>
                    </a:cubicBezTo>
                    <a:cubicBezTo>
                      <a:pt x="267" y="0"/>
                      <a:pt x="267" y="0"/>
                      <a:pt x="267" y="0"/>
                    </a:cubicBezTo>
                    <a:cubicBezTo>
                      <a:pt x="268" y="0"/>
                      <a:pt x="270" y="0"/>
                      <a:pt x="272" y="0"/>
                    </a:cubicBezTo>
                    <a:cubicBezTo>
                      <a:pt x="307" y="0"/>
                      <a:pt x="340" y="6"/>
                      <a:pt x="371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777043" y="2258113"/>
                <a:ext cx="618783" cy="618783"/>
              </a:xfrm>
              <a:custGeom>
                <a:avLst/>
                <a:gdLst/>
                <a:ahLst/>
                <a:cxnLst/>
                <a:rect l="l" t="t" r="r" b="b"/>
                <a:pathLst>
                  <a:path w="755" h="755" extrusionOk="0">
                    <a:moveTo>
                      <a:pt x="246" y="683"/>
                    </a:moveTo>
                    <a:cubicBezTo>
                      <a:pt x="414" y="755"/>
                      <a:pt x="609" y="678"/>
                      <a:pt x="682" y="510"/>
                    </a:cubicBezTo>
                    <a:cubicBezTo>
                      <a:pt x="755" y="342"/>
                      <a:pt x="678" y="146"/>
                      <a:pt x="509" y="73"/>
                    </a:cubicBezTo>
                    <a:cubicBezTo>
                      <a:pt x="341" y="0"/>
                      <a:pt x="146" y="78"/>
                      <a:pt x="73" y="246"/>
                    </a:cubicBezTo>
                    <a:cubicBezTo>
                      <a:pt x="0" y="414"/>
                      <a:pt x="77" y="610"/>
                      <a:pt x="246" y="683"/>
                    </a:cubicBezTo>
                    <a:close/>
                    <a:moveTo>
                      <a:pt x="626" y="485"/>
                    </a:moveTo>
                    <a:cubicBezTo>
                      <a:pt x="566" y="622"/>
                      <a:pt x="407" y="685"/>
                      <a:pt x="270" y="626"/>
                    </a:cubicBezTo>
                    <a:cubicBezTo>
                      <a:pt x="133" y="567"/>
                      <a:pt x="70" y="407"/>
                      <a:pt x="129" y="271"/>
                    </a:cubicBezTo>
                    <a:cubicBezTo>
                      <a:pt x="189" y="134"/>
                      <a:pt x="348" y="71"/>
                      <a:pt x="485" y="130"/>
                    </a:cubicBezTo>
                    <a:cubicBezTo>
                      <a:pt x="622" y="189"/>
                      <a:pt x="685" y="349"/>
                      <a:pt x="626" y="48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2" name="Google Shape;8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1"/>
          </p:nvPr>
        </p:nvSpPr>
        <p:spPr>
          <a:xfrm>
            <a:off x="4989827" y="2704527"/>
            <a:ext cx="3141900" cy="11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2"/>
          </p:nvPr>
        </p:nvSpPr>
        <p:spPr>
          <a:xfrm>
            <a:off x="1012325" y="2704527"/>
            <a:ext cx="3141900" cy="11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5"/>
          <p:cNvSpPr txBox="1">
            <a:spLocks noGrp="1"/>
          </p:cNvSpPr>
          <p:nvPr>
            <p:ph type="subTitle" idx="3"/>
          </p:nvPr>
        </p:nvSpPr>
        <p:spPr>
          <a:xfrm>
            <a:off x="1012325" y="1962450"/>
            <a:ext cx="3141900" cy="8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86" name="Google Shape;86;p5"/>
          <p:cNvSpPr txBox="1">
            <a:spLocks noGrp="1"/>
          </p:cNvSpPr>
          <p:nvPr>
            <p:ph type="subTitle" idx="4"/>
          </p:nvPr>
        </p:nvSpPr>
        <p:spPr>
          <a:xfrm>
            <a:off x="4989832" y="1962450"/>
            <a:ext cx="3141900" cy="8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grpSp>
        <p:nvGrpSpPr>
          <p:cNvPr id="87" name="Google Shape;87;p5"/>
          <p:cNvGrpSpPr/>
          <p:nvPr/>
        </p:nvGrpSpPr>
        <p:grpSpPr>
          <a:xfrm>
            <a:off x="1564677" y="-72908"/>
            <a:ext cx="7097557" cy="4838103"/>
            <a:chOff x="1564677" y="-72908"/>
            <a:chExt cx="7097557" cy="4838103"/>
          </a:xfrm>
        </p:grpSpPr>
        <p:sp>
          <p:nvSpPr>
            <p:cNvPr id="88" name="Google Shape;88;p5"/>
            <p:cNvSpPr/>
            <p:nvPr/>
          </p:nvSpPr>
          <p:spPr>
            <a:xfrm>
              <a:off x="1564677" y="44427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9" name="Google Shape;89;p5"/>
            <p:cNvGrpSpPr/>
            <p:nvPr/>
          </p:nvGrpSpPr>
          <p:grpSpPr>
            <a:xfrm rot="4095745">
              <a:off x="7986209" y="-111497"/>
              <a:ext cx="451777" cy="789064"/>
              <a:chOff x="8579627" y="228750"/>
              <a:chExt cx="451723" cy="788970"/>
            </a:xfrm>
          </p:grpSpPr>
          <p:sp>
            <p:nvSpPr>
              <p:cNvPr id="90" name="Google Shape;90;p5"/>
              <p:cNvSpPr/>
              <p:nvPr/>
            </p:nvSpPr>
            <p:spPr>
              <a:xfrm>
                <a:off x="8579627" y="695320"/>
                <a:ext cx="326675" cy="32240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5"/>
              <p:cNvSpPr/>
              <p:nvPr/>
            </p:nvSpPr>
            <p:spPr>
              <a:xfrm>
                <a:off x="8846775" y="228750"/>
                <a:ext cx="184575" cy="18215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360200" cy="10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7"/>
          <p:cNvSpPr txBox="1">
            <a:spLocks noGrp="1"/>
          </p:cNvSpPr>
          <p:nvPr>
            <p:ph type="subTitle" idx="1"/>
          </p:nvPr>
        </p:nvSpPr>
        <p:spPr>
          <a:xfrm>
            <a:off x="720000" y="1700300"/>
            <a:ext cx="4360200" cy="29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7"/>
          <p:cNvSpPr>
            <a:spLocks noGrp="1"/>
          </p:cNvSpPr>
          <p:nvPr>
            <p:ph type="pic" idx="2"/>
          </p:nvPr>
        </p:nvSpPr>
        <p:spPr>
          <a:xfrm>
            <a:off x="5287787" y="1164750"/>
            <a:ext cx="2702100" cy="3145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/>
          <a:lstStyle/>
          <a:p>
            <a:endParaRPr lang="es-MX"/>
          </a:p>
        </p:txBody>
      </p:sp>
      <p:grpSp>
        <p:nvGrpSpPr>
          <p:cNvPr id="131" name="Google Shape;131;p7"/>
          <p:cNvGrpSpPr/>
          <p:nvPr/>
        </p:nvGrpSpPr>
        <p:grpSpPr>
          <a:xfrm>
            <a:off x="-1074892" y="-1954336"/>
            <a:ext cx="11396924" cy="8184515"/>
            <a:chOff x="-1074892" y="-1954336"/>
            <a:chExt cx="11396924" cy="8184515"/>
          </a:xfrm>
        </p:grpSpPr>
        <p:sp>
          <p:nvSpPr>
            <p:cNvPr id="132" name="Google Shape;132;p7"/>
            <p:cNvSpPr/>
            <p:nvPr/>
          </p:nvSpPr>
          <p:spPr>
            <a:xfrm rot="-9487761">
              <a:off x="6881307" y="-1464727"/>
              <a:ext cx="3098926" cy="2433851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7"/>
            <p:cNvSpPr/>
            <p:nvPr/>
          </p:nvSpPr>
          <p:spPr>
            <a:xfrm rot="-9880295" flipH="1">
              <a:off x="-871076" y="4120981"/>
              <a:ext cx="2249342" cy="1844701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" name="Google Shape;134;p7"/>
          <p:cNvGrpSpPr/>
          <p:nvPr/>
        </p:nvGrpSpPr>
        <p:grpSpPr>
          <a:xfrm>
            <a:off x="7702991" y="236579"/>
            <a:ext cx="1713523" cy="1256858"/>
            <a:chOff x="7702991" y="236579"/>
            <a:chExt cx="1713523" cy="1256858"/>
          </a:xfrm>
        </p:grpSpPr>
        <p:grpSp>
          <p:nvGrpSpPr>
            <p:cNvPr id="135" name="Google Shape;135;p7"/>
            <p:cNvGrpSpPr/>
            <p:nvPr/>
          </p:nvGrpSpPr>
          <p:grpSpPr>
            <a:xfrm>
              <a:off x="7702991" y="236579"/>
              <a:ext cx="428274" cy="605851"/>
              <a:chOff x="6000261" y="1225220"/>
              <a:chExt cx="627600" cy="887824"/>
            </a:xfrm>
          </p:grpSpPr>
          <p:sp>
            <p:nvSpPr>
              <p:cNvPr id="136" name="Google Shape;136;p7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7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7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7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7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7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7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7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7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7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7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9" name="Google Shape;149;p7"/>
            <p:cNvGrpSpPr/>
            <p:nvPr/>
          </p:nvGrpSpPr>
          <p:grpSpPr>
            <a:xfrm rot="-2376894">
              <a:off x="8771628" y="712393"/>
              <a:ext cx="471966" cy="712375"/>
              <a:chOff x="2047101" y="2145599"/>
              <a:chExt cx="407553" cy="615151"/>
            </a:xfrm>
          </p:grpSpPr>
          <p:sp>
            <p:nvSpPr>
              <p:cNvPr id="150" name="Google Shape;150;p7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avLst/>
                <a:gdLst/>
                <a:ahLst/>
                <a:cxnLst/>
                <a:rect l="l" t="t" r="r" b="b"/>
                <a:pathLst>
                  <a:path w="879" h="1325" extrusionOk="0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439" extrusionOk="0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7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7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70" extrusionOk="0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7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248" h="170" extrusionOk="0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7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7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7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7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7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7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7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7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7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7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7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7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7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7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7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7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6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7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7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7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47" extrusionOk="0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7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7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7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7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7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7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58" extrusionOk="0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0" name="Google Shape;180;p7"/>
          <p:cNvGrpSpPr/>
          <p:nvPr/>
        </p:nvGrpSpPr>
        <p:grpSpPr>
          <a:xfrm>
            <a:off x="90252" y="352520"/>
            <a:ext cx="8548512" cy="4482580"/>
            <a:chOff x="90252" y="352520"/>
            <a:chExt cx="8548512" cy="4482580"/>
          </a:xfrm>
        </p:grpSpPr>
        <p:sp>
          <p:nvSpPr>
            <p:cNvPr id="181" name="Google Shape;181;p7"/>
            <p:cNvSpPr/>
            <p:nvPr/>
          </p:nvSpPr>
          <p:spPr>
            <a:xfrm>
              <a:off x="8312089" y="35252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90252" y="40430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7"/>
            <p:cNvSpPr/>
            <p:nvPr/>
          </p:nvSpPr>
          <p:spPr>
            <a:xfrm>
              <a:off x="416925" y="465295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9"/>
          <p:cNvSpPr txBox="1">
            <a:spLocks noGrp="1"/>
          </p:cNvSpPr>
          <p:nvPr>
            <p:ph type="subTitle" idx="1"/>
          </p:nvPr>
        </p:nvSpPr>
        <p:spPr>
          <a:xfrm>
            <a:off x="4731475" y="1538600"/>
            <a:ext cx="3699300" cy="27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9"/>
          <p:cNvSpPr txBox="1">
            <a:spLocks noGrp="1"/>
          </p:cNvSpPr>
          <p:nvPr>
            <p:ph type="subTitle" idx="2"/>
          </p:nvPr>
        </p:nvSpPr>
        <p:spPr>
          <a:xfrm>
            <a:off x="872400" y="1538600"/>
            <a:ext cx="3699300" cy="27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4" name="Google Shape;194;p9"/>
          <p:cNvGrpSpPr/>
          <p:nvPr/>
        </p:nvGrpSpPr>
        <p:grpSpPr>
          <a:xfrm>
            <a:off x="-1003990" y="-1494873"/>
            <a:ext cx="12202257" cy="9246220"/>
            <a:chOff x="-1003990" y="-1494873"/>
            <a:chExt cx="12202257" cy="9246220"/>
          </a:xfrm>
        </p:grpSpPr>
        <p:sp>
          <p:nvSpPr>
            <p:cNvPr id="195" name="Google Shape;195;p9"/>
            <p:cNvSpPr/>
            <p:nvPr/>
          </p:nvSpPr>
          <p:spPr>
            <a:xfrm rot="-1862678">
              <a:off x="6571680" y="3713484"/>
              <a:ext cx="4091079" cy="3213076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9"/>
            <p:cNvSpPr/>
            <p:nvPr/>
          </p:nvSpPr>
          <p:spPr>
            <a:xfrm rot="-3988337" flipH="1">
              <a:off x="-833999" y="-1017772"/>
              <a:ext cx="2249730" cy="1845020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7" name="Google Shape;197;p9"/>
          <p:cNvGrpSpPr/>
          <p:nvPr/>
        </p:nvGrpSpPr>
        <p:grpSpPr>
          <a:xfrm>
            <a:off x="7726686" y="3223087"/>
            <a:ext cx="1740094" cy="1817570"/>
            <a:chOff x="7726686" y="3223087"/>
            <a:chExt cx="1740094" cy="1817570"/>
          </a:xfrm>
        </p:grpSpPr>
        <p:grpSp>
          <p:nvGrpSpPr>
            <p:cNvPr id="198" name="Google Shape;198;p9"/>
            <p:cNvGrpSpPr/>
            <p:nvPr/>
          </p:nvGrpSpPr>
          <p:grpSpPr>
            <a:xfrm>
              <a:off x="8790410" y="3223087"/>
              <a:ext cx="676370" cy="1142272"/>
              <a:chOff x="2757910" y="1240337"/>
              <a:chExt cx="676370" cy="1142272"/>
            </a:xfrm>
          </p:grpSpPr>
          <p:sp>
            <p:nvSpPr>
              <p:cNvPr id="199" name="Google Shape;199;p9"/>
              <p:cNvSpPr/>
              <p:nvPr/>
            </p:nvSpPr>
            <p:spPr>
              <a:xfrm>
                <a:off x="2757910" y="1240337"/>
                <a:ext cx="676370" cy="870576"/>
              </a:xfrm>
              <a:custGeom>
                <a:avLst/>
                <a:gdLst/>
                <a:ahLst/>
                <a:cxnLst/>
                <a:rect l="l" t="t" r="r" b="b"/>
                <a:pathLst>
                  <a:path w="774" h="996" extrusionOk="0">
                    <a:moveTo>
                      <a:pt x="774" y="387"/>
                    </a:moveTo>
                    <a:cubicBezTo>
                      <a:pt x="774" y="173"/>
                      <a:pt x="601" y="0"/>
                      <a:pt x="387" y="0"/>
                    </a:cubicBezTo>
                    <a:cubicBezTo>
                      <a:pt x="173" y="0"/>
                      <a:pt x="0" y="173"/>
                      <a:pt x="0" y="387"/>
                    </a:cubicBezTo>
                    <a:cubicBezTo>
                      <a:pt x="0" y="462"/>
                      <a:pt x="22" y="533"/>
                      <a:pt x="59" y="592"/>
                    </a:cubicBezTo>
                    <a:cubicBezTo>
                      <a:pt x="59" y="592"/>
                      <a:pt x="59" y="592"/>
                      <a:pt x="59" y="592"/>
                    </a:cubicBezTo>
                    <a:cubicBezTo>
                      <a:pt x="59" y="592"/>
                      <a:pt x="61" y="595"/>
                      <a:pt x="64" y="600"/>
                    </a:cubicBezTo>
                    <a:cubicBezTo>
                      <a:pt x="65" y="602"/>
                      <a:pt x="66" y="603"/>
                      <a:pt x="67" y="605"/>
                    </a:cubicBezTo>
                    <a:cubicBezTo>
                      <a:pt x="99" y="654"/>
                      <a:pt x="211" y="835"/>
                      <a:pt x="211" y="996"/>
                    </a:cubicBezTo>
                    <a:cubicBezTo>
                      <a:pt x="334" y="996"/>
                      <a:pt x="334" y="996"/>
                      <a:pt x="334" y="996"/>
                    </a:cubicBezTo>
                    <a:cubicBezTo>
                      <a:pt x="464" y="996"/>
                      <a:pt x="464" y="996"/>
                      <a:pt x="464" y="996"/>
                    </a:cubicBezTo>
                    <a:cubicBezTo>
                      <a:pt x="563" y="996"/>
                      <a:pt x="563" y="996"/>
                      <a:pt x="563" y="996"/>
                    </a:cubicBezTo>
                    <a:cubicBezTo>
                      <a:pt x="563" y="808"/>
                      <a:pt x="716" y="592"/>
                      <a:pt x="716" y="592"/>
                    </a:cubicBezTo>
                    <a:cubicBezTo>
                      <a:pt x="716" y="592"/>
                      <a:pt x="716" y="592"/>
                      <a:pt x="716" y="592"/>
                    </a:cubicBezTo>
                    <a:cubicBezTo>
                      <a:pt x="753" y="533"/>
                      <a:pt x="774" y="462"/>
                      <a:pt x="774" y="3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9"/>
              <p:cNvSpPr/>
              <p:nvPr/>
            </p:nvSpPr>
            <p:spPr>
              <a:xfrm>
                <a:off x="2940636" y="2078385"/>
                <a:ext cx="320487" cy="227689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38" extrusionOk="0">
                    <a:moveTo>
                      <a:pt x="196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90" y="238"/>
                    </a:lnTo>
                    <a:lnTo>
                      <a:pt x="139" y="238"/>
                    </a:lnTo>
                    <a:lnTo>
                      <a:pt x="196" y="238"/>
                    </a:lnTo>
                    <a:lnTo>
                      <a:pt x="245" y="238"/>
                    </a:lnTo>
                    <a:lnTo>
                      <a:pt x="335" y="165"/>
                    </a:lnTo>
                    <a:lnTo>
                      <a:pt x="335" y="0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9"/>
              <p:cNvSpPr/>
              <p:nvPr/>
            </p:nvSpPr>
            <p:spPr>
              <a:xfrm>
                <a:off x="2924372" y="1697628"/>
                <a:ext cx="322400" cy="369276"/>
              </a:xfrm>
              <a:custGeom>
                <a:avLst/>
                <a:gdLst/>
                <a:ahLst/>
                <a:cxnLst/>
                <a:rect l="l" t="t" r="r" b="b"/>
                <a:pathLst>
                  <a:path w="369" h="422" extrusionOk="0">
                    <a:moveTo>
                      <a:pt x="103" y="422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1" y="50"/>
                      <a:pt x="66" y="92"/>
                      <a:pt x="109" y="87"/>
                    </a:cubicBezTo>
                    <a:cubicBezTo>
                      <a:pt x="86" y="49"/>
                      <a:pt x="96" y="27"/>
                      <a:pt x="103" y="18"/>
                    </a:cubicBezTo>
                    <a:cubicBezTo>
                      <a:pt x="114" y="4"/>
                      <a:pt x="135" y="0"/>
                      <a:pt x="150" y="8"/>
                    </a:cubicBezTo>
                    <a:cubicBezTo>
                      <a:pt x="164" y="16"/>
                      <a:pt x="168" y="33"/>
                      <a:pt x="160" y="54"/>
                    </a:cubicBezTo>
                    <a:cubicBezTo>
                      <a:pt x="152" y="73"/>
                      <a:pt x="140" y="86"/>
                      <a:pt x="123" y="92"/>
                    </a:cubicBezTo>
                    <a:cubicBezTo>
                      <a:pt x="128" y="98"/>
                      <a:pt x="133" y="105"/>
                      <a:pt x="139" y="111"/>
                    </a:cubicBezTo>
                    <a:cubicBezTo>
                      <a:pt x="168" y="143"/>
                      <a:pt x="196" y="138"/>
                      <a:pt x="214" y="128"/>
                    </a:cubicBezTo>
                    <a:cubicBezTo>
                      <a:pt x="230" y="119"/>
                      <a:pt x="243" y="104"/>
                      <a:pt x="253" y="88"/>
                    </a:cubicBezTo>
                    <a:cubicBezTo>
                      <a:pt x="246" y="85"/>
                      <a:pt x="241" y="82"/>
                      <a:pt x="238" y="80"/>
                    </a:cubicBezTo>
                    <a:cubicBezTo>
                      <a:pt x="216" y="67"/>
                      <a:pt x="204" y="45"/>
                      <a:pt x="209" y="27"/>
                    </a:cubicBezTo>
                    <a:cubicBezTo>
                      <a:pt x="213" y="15"/>
                      <a:pt x="225" y="8"/>
                      <a:pt x="242" y="7"/>
                    </a:cubicBezTo>
                    <a:cubicBezTo>
                      <a:pt x="259" y="7"/>
                      <a:pt x="270" y="15"/>
                      <a:pt x="274" y="29"/>
                    </a:cubicBezTo>
                    <a:cubicBezTo>
                      <a:pt x="278" y="43"/>
                      <a:pt x="274" y="63"/>
                      <a:pt x="265" y="83"/>
                    </a:cubicBezTo>
                    <a:cubicBezTo>
                      <a:pt x="307" y="92"/>
                      <a:pt x="347" y="61"/>
                      <a:pt x="360" y="4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293" y="422"/>
                      <a:pt x="293" y="422"/>
                      <a:pt x="293" y="422"/>
                    </a:cubicBezTo>
                    <a:cubicBezTo>
                      <a:pt x="285" y="420"/>
                      <a:pt x="285" y="420"/>
                      <a:pt x="285" y="420"/>
                    </a:cubicBezTo>
                    <a:cubicBezTo>
                      <a:pt x="356" y="63"/>
                      <a:pt x="356" y="63"/>
                      <a:pt x="356" y="63"/>
                    </a:cubicBezTo>
                    <a:cubicBezTo>
                      <a:pt x="316" y="94"/>
                      <a:pt x="283" y="95"/>
                      <a:pt x="261" y="90"/>
                    </a:cubicBezTo>
                    <a:cubicBezTo>
                      <a:pt x="251" y="108"/>
                      <a:pt x="236" y="125"/>
                      <a:pt x="218" y="135"/>
                    </a:cubicBezTo>
                    <a:cubicBezTo>
                      <a:pt x="189" y="151"/>
                      <a:pt x="159" y="145"/>
                      <a:pt x="133" y="117"/>
                    </a:cubicBezTo>
                    <a:cubicBezTo>
                      <a:pt x="125" y="109"/>
                      <a:pt x="119" y="101"/>
                      <a:pt x="114" y="94"/>
                    </a:cubicBezTo>
                    <a:cubicBezTo>
                      <a:pt x="77" y="101"/>
                      <a:pt x="34" y="76"/>
                      <a:pt x="15" y="63"/>
                    </a:cubicBezTo>
                    <a:cubicBezTo>
                      <a:pt x="111" y="420"/>
                      <a:pt x="111" y="420"/>
                      <a:pt x="111" y="420"/>
                    </a:cubicBezTo>
                    <a:cubicBezTo>
                      <a:pt x="103" y="422"/>
                      <a:pt x="103" y="422"/>
                      <a:pt x="103" y="422"/>
                    </a:cubicBezTo>
                    <a:moveTo>
                      <a:pt x="133" y="12"/>
                    </a:moveTo>
                    <a:cubicBezTo>
                      <a:pt x="125" y="12"/>
                      <a:pt x="115" y="16"/>
                      <a:pt x="110" y="23"/>
                    </a:cubicBezTo>
                    <a:cubicBezTo>
                      <a:pt x="99" y="37"/>
                      <a:pt x="102" y="59"/>
                      <a:pt x="118" y="85"/>
                    </a:cubicBezTo>
                    <a:cubicBezTo>
                      <a:pt x="133" y="80"/>
                      <a:pt x="145" y="69"/>
                      <a:pt x="152" y="51"/>
                    </a:cubicBezTo>
                    <a:cubicBezTo>
                      <a:pt x="159" y="34"/>
                      <a:pt x="156" y="21"/>
                      <a:pt x="146" y="15"/>
                    </a:cubicBezTo>
                    <a:cubicBezTo>
                      <a:pt x="142" y="13"/>
                      <a:pt x="138" y="12"/>
                      <a:pt x="133" y="12"/>
                    </a:cubicBezTo>
                    <a:moveTo>
                      <a:pt x="244" y="16"/>
                    </a:moveTo>
                    <a:cubicBezTo>
                      <a:pt x="243" y="16"/>
                      <a:pt x="243" y="16"/>
                      <a:pt x="243" y="16"/>
                    </a:cubicBezTo>
                    <a:cubicBezTo>
                      <a:pt x="229" y="16"/>
                      <a:pt x="220" y="21"/>
                      <a:pt x="217" y="30"/>
                    </a:cubicBezTo>
                    <a:cubicBezTo>
                      <a:pt x="214" y="43"/>
                      <a:pt x="224" y="62"/>
                      <a:pt x="242" y="73"/>
                    </a:cubicBezTo>
                    <a:cubicBezTo>
                      <a:pt x="247" y="76"/>
                      <a:pt x="252" y="79"/>
                      <a:pt x="257" y="80"/>
                    </a:cubicBezTo>
                    <a:cubicBezTo>
                      <a:pt x="265" y="62"/>
                      <a:pt x="269" y="44"/>
                      <a:pt x="266" y="31"/>
                    </a:cubicBezTo>
                    <a:cubicBezTo>
                      <a:pt x="263" y="21"/>
                      <a:pt x="255" y="16"/>
                      <a:pt x="244" y="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9"/>
              <p:cNvSpPr/>
              <p:nvPr/>
            </p:nvSpPr>
            <p:spPr>
              <a:xfrm>
                <a:off x="2942549" y="1733025"/>
                <a:ext cx="304223" cy="323357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69" extrusionOk="0">
                    <a:moveTo>
                      <a:pt x="0" y="77"/>
                    </a:moveTo>
                    <a:cubicBezTo>
                      <a:pt x="78" y="369"/>
                      <a:pt x="78" y="369"/>
                      <a:pt x="78" y="369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6" y="77"/>
                      <a:pt x="3" y="77"/>
                      <a:pt x="0" y="77"/>
                    </a:cubicBezTo>
                    <a:moveTo>
                      <a:pt x="348" y="0"/>
                    </a:moveTo>
                    <a:cubicBezTo>
                      <a:pt x="339" y="8"/>
                      <a:pt x="339" y="8"/>
                      <a:pt x="339" y="8"/>
                    </a:cubicBezTo>
                    <a:cubicBezTo>
                      <a:pt x="328" y="18"/>
                      <a:pt x="295" y="43"/>
                      <a:pt x="260" y="43"/>
                    </a:cubicBezTo>
                    <a:cubicBezTo>
                      <a:pt x="254" y="43"/>
                      <a:pt x="249" y="43"/>
                      <a:pt x="244" y="42"/>
                    </a:cubicBezTo>
                    <a:cubicBezTo>
                      <a:pt x="248" y="34"/>
                      <a:pt x="250" y="26"/>
                      <a:pt x="252" y="18"/>
                    </a:cubicBezTo>
                    <a:cubicBezTo>
                      <a:pt x="249" y="20"/>
                      <a:pt x="245" y="22"/>
                      <a:pt x="242" y="24"/>
                    </a:cubicBezTo>
                    <a:cubicBezTo>
                      <a:pt x="240" y="29"/>
                      <a:pt x="238" y="34"/>
                      <a:pt x="236" y="39"/>
                    </a:cubicBezTo>
                    <a:cubicBezTo>
                      <a:pt x="232" y="38"/>
                      <a:pt x="228" y="36"/>
                      <a:pt x="224" y="34"/>
                    </a:cubicBezTo>
                    <a:cubicBezTo>
                      <a:pt x="221" y="35"/>
                      <a:pt x="218" y="37"/>
                      <a:pt x="215" y="38"/>
                    </a:cubicBezTo>
                    <a:cubicBezTo>
                      <a:pt x="215" y="38"/>
                      <a:pt x="216" y="39"/>
                      <a:pt x="217" y="39"/>
                    </a:cubicBezTo>
                    <a:cubicBezTo>
                      <a:pt x="220" y="41"/>
                      <a:pt x="225" y="44"/>
                      <a:pt x="232" y="47"/>
                    </a:cubicBezTo>
                    <a:cubicBezTo>
                      <a:pt x="222" y="63"/>
                      <a:pt x="209" y="78"/>
                      <a:pt x="193" y="87"/>
                    </a:cubicBezTo>
                    <a:cubicBezTo>
                      <a:pt x="185" y="91"/>
                      <a:pt x="176" y="94"/>
                      <a:pt x="165" y="94"/>
                    </a:cubicBezTo>
                    <a:cubicBezTo>
                      <a:pt x="151" y="94"/>
                      <a:pt x="135" y="88"/>
                      <a:pt x="118" y="70"/>
                    </a:cubicBezTo>
                    <a:cubicBezTo>
                      <a:pt x="117" y="70"/>
                      <a:pt x="117" y="69"/>
                      <a:pt x="116" y="68"/>
                    </a:cubicBezTo>
                    <a:cubicBezTo>
                      <a:pt x="113" y="69"/>
                      <a:pt x="110" y="69"/>
                      <a:pt x="107" y="70"/>
                    </a:cubicBezTo>
                    <a:cubicBezTo>
                      <a:pt x="108" y="72"/>
                      <a:pt x="110" y="74"/>
                      <a:pt x="112" y="76"/>
                    </a:cubicBezTo>
                    <a:cubicBezTo>
                      <a:pt x="128" y="94"/>
                      <a:pt x="147" y="103"/>
                      <a:pt x="165" y="103"/>
                    </a:cubicBezTo>
                    <a:cubicBezTo>
                      <a:pt x="176" y="103"/>
                      <a:pt x="186" y="100"/>
                      <a:pt x="197" y="94"/>
                    </a:cubicBezTo>
                    <a:cubicBezTo>
                      <a:pt x="215" y="84"/>
                      <a:pt x="230" y="67"/>
                      <a:pt x="240" y="49"/>
                    </a:cubicBezTo>
                    <a:cubicBezTo>
                      <a:pt x="246" y="51"/>
                      <a:pt x="253" y="52"/>
                      <a:pt x="261" y="52"/>
                    </a:cubicBezTo>
                    <a:cubicBezTo>
                      <a:pt x="281" y="52"/>
                      <a:pt x="306" y="45"/>
                      <a:pt x="335" y="22"/>
                    </a:cubicBezTo>
                    <a:cubicBezTo>
                      <a:pt x="266" y="369"/>
                      <a:pt x="266" y="369"/>
                      <a:pt x="266" y="369"/>
                    </a:cubicBezTo>
                    <a:cubicBezTo>
                      <a:pt x="275" y="369"/>
                      <a:pt x="275" y="369"/>
                      <a:pt x="275" y="369"/>
                    </a:cubicBezTo>
                    <a:cubicBezTo>
                      <a:pt x="348" y="0"/>
                      <a:pt x="348" y="0"/>
                      <a:pt x="3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9"/>
              <p:cNvSpPr/>
              <p:nvPr/>
            </p:nvSpPr>
            <p:spPr>
              <a:xfrm>
                <a:off x="2904282" y="2056382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9"/>
              <p:cNvSpPr/>
              <p:nvPr/>
            </p:nvSpPr>
            <p:spPr>
              <a:xfrm>
                <a:off x="2904282" y="2118566"/>
                <a:ext cx="393194" cy="4113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7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1"/>
                      <a:pt x="0" y="23"/>
                    </a:cubicBezTo>
                    <a:cubicBezTo>
                      <a:pt x="0" y="36"/>
                      <a:pt x="12" y="47"/>
                      <a:pt x="25" y="47"/>
                    </a:cubicBezTo>
                    <a:cubicBezTo>
                      <a:pt x="425" y="47"/>
                      <a:pt x="425" y="47"/>
                      <a:pt x="425" y="47"/>
                    </a:cubicBezTo>
                    <a:cubicBezTo>
                      <a:pt x="438" y="47"/>
                      <a:pt x="450" y="36"/>
                      <a:pt x="450" y="23"/>
                    </a:cubicBezTo>
                    <a:cubicBezTo>
                      <a:pt x="450" y="11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9"/>
              <p:cNvSpPr/>
              <p:nvPr/>
            </p:nvSpPr>
            <p:spPr>
              <a:xfrm>
                <a:off x="2904282" y="2181706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9"/>
              <p:cNvSpPr/>
              <p:nvPr/>
            </p:nvSpPr>
            <p:spPr>
              <a:xfrm>
                <a:off x="3026737" y="2306074"/>
                <a:ext cx="148285" cy="76534"/>
              </a:xfrm>
              <a:custGeom>
                <a:avLst/>
                <a:gdLst/>
                <a:ahLst/>
                <a:cxnLst/>
                <a:rect l="l" t="t" r="r" b="b"/>
                <a:pathLst>
                  <a:path w="170" h="87" extrusionOk="0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49"/>
                      <a:pt x="38" y="87"/>
                      <a:pt x="85" y="87"/>
                    </a:cubicBezTo>
                    <a:cubicBezTo>
                      <a:pt x="132" y="87"/>
                      <a:pt x="170" y="49"/>
                      <a:pt x="170" y="2"/>
                    </a:cubicBezTo>
                    <a:cubicBezTo>
                      <a:pt x="170" y="0"/>
                      <a:pt x="170" y="0"/>
                      <a:pt x="17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" name="Google Shape;207;p9"/>
            <p:cNvGrpSpPr/>
            <p:nvPr/>
          </p:nvGrpSpPr>
          <p:grpSpPr>
            <a:xfrm>
              <a:off x="7726686" y="4365344"/>
              <a:ext cx="959226" cy="675313"/>
              <a:chOff x="3622711" y="1331469"/>
              <a:chExt cx="959226" cy="675313"/>
            </a:xfrm>
          </p:grpSpPr>
          <p:sp>
            <p:nvSpPr>
              <p:cNvPr id="208" name="Google Shape;208;p9"/>
              <p:cNvSpPr/>
              <p:nvPr/>
            </p:nvSpPr>
            <p:spPr>
              <a:xfrm>
                <a:off x="3622711" y="1331469"/>
                <a:ext cx="959226" cy="675313"/>
              </a:xfrm>
              <a:custGeom>
                <a:avLst/>
                <a:gdLst/>
                <a:ahLst/>
                <a:cxnLst/>
                <a:rect l="l" t="t" r="r" b="b"/>
                <a:pathLst>
                  <a:path w="517" h="365" extrusionOk="0">
                    <a:moveTo>
                      <a:pt x="503" y="365"/>
                    </a:moveTo>
                    <a:cubicBezTo>
                      <a:pt x="14" y="365"/>
                      <a:pt x="14" y="365"/>
                      <a:pt x="14" y="365"/>
                    </a:cubicBezTo>
                    <a:cubicBezTo>
                      <a:pt x="6" y="365"/>
                      <a:pt x="0" y="359"/>
                      <a:pt x="0" y="35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503" y="0"/>
                      <a:pt x="503" y="0"/>
                      <a:pt x="503" y="0"/>
                    </a:cubicBezTo>
                    <a:cubicBezTo>
                      <a:pt x="511" y="0"/>
                      <a:pt x="517" y="6"/>
                      <a:pt x="517" y="14"/>
                    </a:cubicBezTo>
                    <a:cubicBezTo>
                      <a:pt x="517" y="351"/>
                      <a:pt x="517" y="351"/>
                      <a:pt x="517" y="351"/>
                    </a:cubicBezTo>
                    <a:cubicBezTo>
                      <a:pt x="517" y="359"/>
                      <a:pt x="511" y="365"/>
                      <a:pt x="503" y="36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9"/>
              <p:cNvSpPr/>
              <p:nvPr/>
            </p:nvSpPr>
            <p:spPr>
              <a:xfrm>
                <a:off x="3728165" y="1367972"/>
                <a:ext cx="750345" cy="332586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64" extrusionOk="0">
                    <a:moveTo>
                      <a:pt x="1" y="164"/>
                    </a:moveTo>
                    <a:lnTo>
                      <a:pt x="125" y="82"/>
                    </a:lnTo>
                    <a:lnTo>
                      <a:pt x="184" y="125"/>
                    </a:lnTo>
                    <a:lnTo>
                      <a:pt x="247" y="47"/>
                    </a:lnTo>
                    <a:lnTo>
                      <a:pt x="308" y="86"/>
                    </a:lnTo>
                    <a:lnTo>
                      <a:pt x="370" y="2"/>
                    </a:lnTo>
                    <a:lnTo>
                      <a:pt x="368" y="0"/>
                    </a:lnTo>
                    <a:lnTo>
                      <a:pt x="308" y="84"/>
                    </a:lnTo>
                    <a:lnTo>
                      <a:pt x="246" y="45"/>
                    </a:lnTo>
                    <a:lnTo>
                      <a:pt x="183" y="123"/>
                    </a:lnTo>
                    <a:lnTo>
                      <a:pt x="125" y="80"/>
                    </a:lnTo>
                    <a:lnTo>
                      <a:pt x="0" y="162"/>
                    </a:lnTo>
                    <a:lnTo>
                      <a:pt x="1" y="164"/>
                    </a:lnTo>
                    <a:lnTo>
                      <a:pt x="1" y="16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9"/>
              <p:cNvSpPr/>
              <p:nvPr/>
            </p:nvSpPr>
            <p:spPr>
              <a:xfrm>
                <a:off x="3963408" y="1513985"/>
                <a:ext cx="363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9"/>
              <p:cNvSpPr/>
              <p:nvPr/>
            </p:nvSpPr>
            <p:spPr>
              <a:xfrm>
                <a:off x="4083059" y="1597131"/>
                <a:ext cx="36300" cy="387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9"/>
              <p:cNvSpPr/>
              <p:nvPr/>
            </p:nvSpPr>
            <p:spPr>
              <a:xfrm>
                <a:off x="4208792" y="1445035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9"/>
              <p:cNvSpPr/>
              <p:nvPr/>
            </p:nvSpPr>
            <p:spPr>
              <a:xfrm>
                <a:off x="4332497" y="1516013"/>
                <a:ext cx="387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9"/>
              <p:cNvSpPr/>
              <p:nvPr/>
            </p:nvSpPr>
            <p:spPr>
              <a:xfrm>
                <a:off x="4458231" y="1351748"/>
                <a:ext cx="36300" cy="36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9"/>
              <p:cNvSpPr/>
              <p:nvPr/>
            </p:nvSpPr>
            <p:spPr>
              <a:xfrm>
                <a:off x="3709914" y="1678250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9"/>
              <p:cNvSpPr/>
              <p:nvPr/>
            </p:nvSpPr>
            <p:spPr>
              <a:xfrm>
                <a:off x="3701802" y="1765453"/>
                <a:ext cx="66923" cy="152098"/>
              </a:xfrm>
              <a:custGeom>
                <a:avLst/>
                <a:gdLst/>
                <a:ahLst/>
                <a:cxnLst/>
                <a:rect l="l" t="t" r="r" b="b"/>
                <a:pathLst>
                  <a:path w="36" h="83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3"/>
                      <a:pt x="8" y="83"/>
                      <a:pt x="18" y="83"/>
                    </a:cubicBezTo>
                    <a:cubicBezTo>
                      <a:pt x="28" y="83"/>
                      <a:pt x="36" y="73"/>
                      <a:pt x="36" y="60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9"/>
              <p:cNvSpPr/>
              <p:nvPr/>
            </p:nvSpPr>
            <p:spPr>
              <a:xfrm>
                <a:off x="3825507" y="1694474"/>
                <a:ext cx="66923" cy="223076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1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11"/>
                      <a:pt x="8" y="121"/>
                      <a:pt x="18" y="121"/>
                    </a:cubicBezTo>
                    <a:cubicBezTo>
                      <a:pt x="28" y="121"/>
                      <a:pt x="36" y="111"/>
                      <a:pt x="36" y="98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9"/>
              <p:cNvSpPr/>
              <p:nvPr/>
            </p:nvSpPr>
            <p:spPr>
              <a:xfrm>
                <a:off x="3947185" y="1621467"/>
                <a:ext cx="66923" cy="296083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0" extrusionOk="0">
                    <a:moveTo>
                      <a:pt x="36" y="23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50"/>
                      <a:pt x="8" y="160"/>
                      <a:pt x="18" y="160"/>
                    </a:cubicBezTo>
                    <a:cubicBezTo>
                      <a:pt x="28" y="160"/>
                      <a:pt x="36" y="150"/>
                      <a:pt x="36" y="137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9"/>
              <p:cNvSpPr/>
              <p:nvPr/>
            </p:nvSpPr>
            <p:spPr>
              <a:xfrm>
                <a:off x="4072918" y="1678250"/>
                <a:ext cx="64895" cy="23930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9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9"/>
                      <a:pt x="8" y="129"/>
                      <a:pt x="18" y="129"/>
                    </a:cubicBezTo>
                    <a:cubicBezTo>
                      <a:pt x="28" y="129"/>
                      <a:pt x="36" y="119"/>
                      <a:pt x="36" y="106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9"/>
              <p:cNvSpPr/>
              <p:nvPr/>
            </p:nvSpPr>
            <p:spPr>
              <a:xfrm>
                <a:off x="4196624" y="1548460"/>
                <a:ext cx="66923" cy="369089"/>
              </a:xfrm>
              <a:custGeom>
                <a:avLst/>
                <a:gdLst/>
                <a:ahLst/>
                <a:cxnLst/>
                <a:rect l="l" t="t" r="r" b="b"/>
                <a:pathLst>
                  <a:path w="36" h="199" extrusionOk="0">
                    <a:moveTo>
                      <a:pt x="36" y="24"/>
                    </a:moveTo>
                    <a:cubicBezTo>
                      <a:pt x="36" y="11"/>
                      <a:pt x="27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89"/>
                      <a:pt x="8" y="199"/>
                      <a:pt x="18" y="199"/>
                    </a:cubicBezTo>
                    <a:cubicBezTo>
                      <a:pt x="27" y="199"/>
                      <a:pt x="36" y="189"/>
                      <a:pt x="36" y="176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9"/>
              <p:cNvSpPr/>
              <p:nvPr/>
            </p:nvSpPr>
            <p:spPr>
              <a:xfrm>
                <a:off x="4318302" y="1609299"/>
                <a:ext cx="66923" cy="30825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7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7"/>
                      <a:pt x="8" y="167"/>
                      <a:pt x="18" y="167"/>
                    </a:cubicBezTo>
                    <a:cubicBezTo>
                      <a:pt x="28" y="167"/>
                      <a:pt x="36" y="157"/>
                      <a:pt x="36" y="144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9"/>
              <p:cNvSpPr/>
              <p:nvPr/>
            </p:nvSpPr>
            <p:spPr>
              <a:xfrm>
                <a:off x="4442007" y="1459230"/>
                <a:ext cx="66923" cy="458319"/>
              </a:xfrm>
              <a:custGeom>
                <a:avLst/>
                <a:gdLst/>
                <a:ahLst/>
                <a:cxnLst/>
                <a:rect l="l" t="t" r="r" b="b"/>
                <a:pathLst>
                  <a:path w="36" h="248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0" y="238"/>
                      <a:pt x="8" y="248"/>
                      <a:pt x="18" y="248"/>
                    </a:cubicBezTo>
                    <a:cubicBezTo>
                      <a:pt x="28" y="248"/>
                      <a:pt x="36" y="238"/>
                      <a:pt x="36" y="225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3" name="Google Shape;223;p9"/>
          <p:cNvGrpSpPr/>
          <p:nvPr/>
        </p:nvGrpSpPr>
        <p:grpSpPr>
          <a:xfrm>
            <a:off x="184075" y="23395"/>
            <a:ext cx="8461726" cy="4179175"/>
            <a:chOff x="184075" y="23395"/>
            <a:chExt cx="8461726" cy="4179175"/>
          </a:xfrm>
        </p:grpSpPr>
        <p:sp>
          <p:nvSpPr>
            <p:cNvPr id="224" name="Google Shape;224;p9"/>
            <p:cNvSpPr/>
            <p:nvPr/>
          </p:nvSpPr>
          <p:spPr>
            <a:xfrm>
              <a:off x="8319127" y="388017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9"/>
            <p:cNvSpPr/>
            <p:nvPr/>
          </p:nvSpPr>
          <p:spPr>
            <a:xfrm>
              <a:off x="614752" y="233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9"/>
            <p:cNvSpPr/>
            <p:nvPr/>
          </p:nvSpPr>
          <p:spPr>
            <a:xfrm>
              <a:off x="184075" y="49215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2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14"/>
          <p:cNvSpPr txBox="1">
            <a:spLocks noGrp="1"/>
          </p:cNvSpPr>
          <p:nvPr>
            <p:ph type="subTitle" idx="1"/>
          </p:nvPr>
        </p:nvSpPr>
        <p:spPr>
          <a:xfrm>
            <a:off x="1524375" y="2060193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14"/>
          <p:cNvSpPr txBox="1">
            <a:spLocks noGrp="1"/>
          </p:cNvSpPr>
          <p:nvPr>
            <p:ph type="subTitle" idx="2"/>
          </p:nvPr>
        </p:nvSpPr>
        <p:spPr>
          <a:xfrm>
            <a:off x="5419075" y="2060193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14"/>
          <p:cNvSpPr txBox="1">
            <a:spLocks noGrp="1"/>
          </p:cNvSpPr>
          <p:nvPr>
            <p:ph type="subTitle" idx="3"/>
          </p:nvPr>
        </p:nvSpPr>
        <p:spPr>
          <a:xfrm>
            <a:off x="1524375" y="3717175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14"/>
          <p:cNvSpPr txBox="1">
            <a:spLocks noGrp="1"/>
          </p:cNvSpPr>
          <p:nvPr>
            <p:ph type="subTitle" idx="4"/>
          </p:nvPr>
        </p:nvSpPr>
        <p:spPr>
          <a:xfrm>
            <a:off x="5419075" y="3717175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14"/>
          <p:cNvSpPr txBox="1">
            <a:spLocks noGrp="1"/>
          </p:cNvSpPr>
          <p:nvPr>
            <p:ph type="title" idx="5" hasCustomPrompt="1"/>
          </p:nvPr>
        </p:nvSpPr>
        <p:spPr>
          <a:xfrm>
            <a:off x="859275" y="1424275"/>
            <a:ext cx="6675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6" name="Google Shape;306;p14"/>
          <p:cNvSpPr txBox="1">
            <a:spLocks noGrp="1"/>
          </p:cNvSpPr>
          <p:nvPr>
            <p:ph type="title" idx="6" hasCustomPrompt="1"/>
          </p:nvPr>
        </p:nvSpPr>
        <p:spPr>
          <a:xfrm>
            <a:off x="859275" y="3080674"/>
            <a:ext cx="6675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7" name="Google Shape;307;p14"/>
          <p:cNvSpPr txBox="1">
            <a:spLocks noGrp="1"/>
          </p:cNvSpPr>
          <p:nvPr>
            <p:ph type="title" idx="7" hasCustomPrompt="1"/>
          </p:nvPr>
        </p:nvSpPr>
        <p:spPr>
          <a:xfrm>
            <a:off x="4753977" y="1424275"/>
            <a:ext cx="665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8" name="Google Shape;308;p14"/>
          <p:cNvSpPr txBox="1">
            <a:spLocks noGrp="1"/>
          </p:cNvSpPr>
          <p:nvPr>
            <p:ph type="title" idx="8" hasCustomPrompt="1"/>
          </p:nvPr>
        </p:nvSpPr>
        <p:spPr>
          <a:xfrm>
            <a:off x="4753977" y="3080674"/>
            <a:ext cx="665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9" name="Google Shape;309;p14"/>
          <p:cNvSpPr txBox="1">
            <a:spLocks noGrp="1"/>
          </p:cNvSpPr>
          <p:nvPr>
            <p:ph type="subTitle" idx="9"/>
          </p:nvPr>
        </p:nvSpPr>
        <p:spPr>
          <a:xfrm>
            <a:off x="1524375" y="1426525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10" name="Google Shape;310;p14"/>
          <p:cNvSpPr txBox="1">
            <a:spLocks noGrp="1"/>
          </p:cNvSpPr>
          <p:nvPr>
            <p:ph type="subTitle" idx="13"/>
          </p:nvPr>
        </p:nvSpPr>
        <p:spPr>
          <a:xfrm>
            <a:off x="5419075" y="1426525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11" name="Google Shape;311;p14"/>
          <p:cNvSpPr txBox="1">
            <a:spLocks noGrp="1"/>
          </p:cNvSpPr>
          <p:nvPr>
            <p:ph type="subTitle" idx="14"/>
          </p:nvPr>
        </p:nvSpPr>
        <p:spPr>
          <a:xfrm>
            <a:off x="1524375" y="3082997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12" name="Google Shape;312;p14"/>
          <p:cNvSpPr txBox="1">
            <a:spLocks noGrp="1"/>
          </p:cNvSpPr>
          <p:nvPr>
            <p:ph type="subTitle" idx="15"/>
          </p:nvPr>
        </p:nvSpPr>
        <p:spPr>
          <a:xfrm>
            <a:off x="5419075" y="3082997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grpSp>
        <p:nvGrpSpPr>
          <p:cNvPr id="313" name="Google Shape;313;p14"/>
          <p:cNvGrpSpPr/>
          <p:nvPr/>
        </p:nvGrpSpPr>
        <p:grpSpPr>
          <a:xfrm>
            <a:off x="-1037742" y="-2235586"/>
            <a:ext cx="11304662" cy="8284665"/>
            <a:chOff x="-1037742" y="-2235586"/>
            <a:chExt cx="11304662" cy="8284665"/>
          </a:xfrm>
        </p:grpSpPr>
        <p:sp>
          <p:nvSpPr>
            <p:cNvPr id="314" name="Google Shape;314;p14"/>
            <p:cNvSpPr/>
            <p:nvPr/>
          </p:nvSpPr>
          <p:spPr>
            <a:xfrm rot="-9487761">
              <a:off x="6826194" y="-1745977"/>
              <a:ext cx="3098926" cy="2433851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4"/>
            <p:cNvSpPr/>
            <p:nvPr/>
          </p:nvSpPr>
          <p:spPr>
            <a:xfrm rot="-9880295" flipH="1">
              <a:off x="-833926" y="3939881"/>
              <a:ext cx="2249342" cy="1844701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6" name="Google Shape;316;p14"/>
          <p:cNvGrpSpPr/>
          <p:nvPr/>
        </p:nvGrpSpPr>
        <p:grpSpPr>
          <a:xfrm>
            <a:off x="-49429" y="3983121"/>
            <a:ext cx="1527509" cy="1332112"/>
            <a:chOff x="-49429" y="3983121"/>
            <a:chExt cx="1527509" cy="1332112"/>
          </a:xfrm>
        </p:grpSpPr>
        <p:grpSp>
          <p:nvGrpSpPr>
            <p:cNvPr id="317" name="Google Shape;317;p14"/>
            <p:cNvGrpSpPr/>
            <p:nvPr/>
          </p:nvGrpSpPr>
          <p:grpSpPr>
            <a:xfrm>
              <a:off x="840880" y="4718150"/>
              <a:ext cx="637200" cy="597084"/>
              <a:chOff x="1932280" y="1331475"/>
              <a:chExt cx="637200" cy="597084"/>
            </a:xfrm>
          </p:grpSpPr>
          <p:sp>
            <p:nvSpPr>
              <p:cNvPr id="318" name="Google Shape;318;p14"/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14"/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14"/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14"/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14"/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14"/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14"/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14"/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14"/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14"/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14"/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14"/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0" name="Google Shape;330;p14"/>
            <p:cNvGrpSpPr/>
            <p:nvPr/>
          </p:nvGrpSpPr>
          <p:grpSpPr>
            <a:xfrm>
              <a:off x="-49429" y="3983121"/>
              <a:ext cx="588491" cy="951052"/>
              <a:chOff x="1062996" y="1340396"/>
              <a:chExt cx="588491" cy="951052"/>
            </a:xfrm>
          </p:grpSpPr>
          <p:sp>
            <p:nvSpPr>
              <p:cNvPr id="331" name="Google Shape;331;p14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14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14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14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14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14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7" name="Google Shape;337;p14"/>
          <p:cNvGrpSpPr/>
          <p:nvPr/>
        </p:nvGrpSpPr>
        <p:grpSpPr>
          <a:xfrm>
            <a:off x="393327" y="100000"/>
            <a:ext cx="8498675" cy="4378045"/>
            <a:chOff x="393327" y="100000"/>
            <a:chExt cx="8498675" cy="4378045"/>
          </a:xfrm>
        </p:grpSpPr>
        <p:sp>
          <p:nvSpPr>
            <p:cNvPr id="338" name="Google Shape;338;p14"/>
            <p:cNvSpPr/>
            <p:nvPr/>
          </p:nvSpPr>
          <p:spPr>
            <a:xfrm>
              <a:off x="393327" y="415564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14"/>
            <p:cNvSpPr/>
            <p:nvPr/>
          </p:nvSpPr>
          <p:spPr>
            <a:xfrm>
              <a:off x="8565327" y="3782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14"/>
            <p:cNvSpPr/>
            <p:nvPr/>
          </p:nvSpPr>
          <p:spPr>
            <a:xfrm>
              <a:off x="8246200" y="10000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15"/>
          <p:cNvSpPr txBox="1">
            <a:spLocks noGrp="1"/>
          </p:cNvSpPr>
          <p:nvPr>
            <p:ph type="subTitle" idx="1"/>
          </p:nvPr>
        </p:nvSpPr>
        <p:spPr>
          <a:xfrm>
            <a:off x="772413" y="1931324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15"/>
          <p:cNvSpPr txBox="1">
            <a:spLocks noGrp="1"/>
          </p:cNvSpPr>
          <p:nvPr>
            <p:ph type="subTitle" idx="2"/>
          </p:nvPr>
        </p:nvSpPr>
        <p:spPr>
          <a:xfrm>
            <a:off x="3304713" y="1931324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15"/>
          <p:cNvSpPr txBox="1">
            <a:spLocks noGrp="1"/>
          </p:cNvSpPr>
          <p:nvPr>
            <p:ph type="subTitle" idx="3"/>
          </p:nvPr>
        </p:nvSpPr>
        <p:spPr>
          <a:xfrm>
            <a:off x="772413" y="3641600"/>
            <a:ext cx="25323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15"/>
          <p:cNvSpPr txBox="1">
            <a:spLocks noGrp="1"/>
          </p:cNvSpPr>
          <p:nvPr>
            <p:ph type="subTitle" idx="4"/>
          </p:nvPr>
        </p:nvSpPr>
        <p:spPr>
          <a:xfrm>
            <a:off x="3304713" y="3641600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7" name="Google Shape;347;p15"/>
          <p:cNvSpPr txBox="1">
            <a:spLocks noGrp="1"/>
          </p:cNvSpPr>
          <p:nvPr>
            <p:ph type="subTitle" idx="5"/>
          </p:nvPr>
        </p:nvSpPr>
        <p:spPr>
          <a:xfrm>
            <a:off x="5837613" y="1931325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15"/>
          <p:cNvSpPr txBox="1">
            <a:spLocks noGrp="1"/>
          </p:cNvSpPr>
          <p:nvPr>
            <p:ph type="subTitle" idx="6"/>
          </p:nvPr>
        </p:nvSpPr>
        <p:spPr>
          <a:xfrm>
            <a:off x="5837613" y="3641600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15"/>
          <p:cNvSpPr txBox="1">
            <a:spLocks noGrp="1"/>
          </p:cNvSpPr>
          <p:nvPr>
            <p:ph type="subTitle" idx="7"/>
          </p:nvPr>
        </p:nvSpPr>
        <p:spPr>
          <a:xfrm>
            <a:off x="773528" y="1248100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50" name="Google Shape;350;p15"/>
          <p:cNvSpPr txBox="1">
            <a:spLocks noGrp="1"/>
          </p:cNvSpPr>
          <p:nvPr>
            <p:ph type="subTitle" idx="8"/>
          </p:nvPr>
        </p:nvSpPr>
        <p:spPr>
          <a:xfrm>
            <a:off x="3305788" y="1248100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51" name="Google Shape;351;p15"/>
          <p:cNvSpPr txBox="1">
            <a:spLocks noGrp="1"/>
          </p:cNvSpPr>
          <p:nvPr>
            <p:ph type="subTitle" idx="9"/>
          </p:nvPr>
        </p:nvSpPr>
        <p:spPr>
          <a:xfrm>
            <a:off x="5838688" y="1248100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52" name="Google Shape;352;p15"/>
          <p:cNvSpPr txBox="1">
            <a:spLocks noGrp="1"/>
          </p:cNvSpPr>
          <p:nvPr>
            <p:ph type="subTitle" idx="13"/>
          </p:nvPr>
        </p:nvSpPr>
        <p:spPr>
          <a:xfrm>
            <a:off x="773528" y="3021152"/>
            <a:ext cx="2532900" cy="74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53" name="Google Shape;353;p15"/>
          <p:cNvSpPr txBox="1">
            <a:spLocks noGrp="1"/>
          </p:cNvSpPr>
          <p:nvPr>
            <p:ph type="subTitle" idx="14"/>
          </p:nvPr>
        </p:nvSpPr>
        <p:spPr>
          <a:xfrm>
            <a:off x="3305788" y="3021152"/>
            <a:ext cx="2532900" cy="74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54" name="Google Shape;354;p15"/>
          <p:cNvSpPr txBox="1">
            <a:spLocks noGrp="1"/>
          </p:cNvSpPr>
          <p:nvPr>
            <p:ph type="subTitle" idx="15"/>
          </p:nvPr>
        </p:nvSpPr>
        <p:spPr>
          <a:xfrm>
            <a:off x="5838688" y="3021152"/>
            <a:ext cx="2532900" cy="74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grpSp>
        <p:nvGrpSpPr>
          <p:cNvPr id="355" name="Google Shape;355;p15"/>
          <p:cNvGrpSpPr/>
          <p:nvPr/>
        </p:nvGrpSpPr>
        <p:grpSpPr>
          <a:xfrm>
            <a:off x="-3041836" y="-2868272"/>
            <a:ext cx="13627869" cy="9901131"/>
            <a:chOff x="-3041836" y="-2868272"/>
            <a:chExt cx="13627869" cy="9901131"/>
          </a:xfrm>
        </p:grpSpPr>
        <p:sp>
          <p:nvSpPr>
            <p:cNvPr id="356" name="Google Shape;356;p15"/>
            <p:cNvSpPr/>
            <p:nvPr/>
          </p:nvSpPr>
          <p:spPr>
            <a:xfrm rot="-7886775">
              <a:off x="-2572901" y="-1962564"/>
              <a:ext cx="3742179" cy="2939049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5"/>
            <p:cNvSpPr/>
            <p:nvPr/>
          </p:nvSpPr>
          <p:spPr>
            <a:xfrm rot="7161465" flipH="1">
              <a:off x="7349081" y="3959289"/>
              <a:ext cx="2935948" cy="2407792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p15"/>
          <p:cNvGrpSpPr/>
          <p:nvPr/>
        </p:nvGrpSpPr>
        <p:grpSpPr>
          <a:xfrm>
            <a:off x="7855330" y="4035052"/>
            <a:ext cx="1716236" cy="991057"/>
            <a:chOff x="7855330" y="4035052"/>
            <a:chExt cx="1716236" cy="991057"/>
          </a:xfrm>
        </p:grpSpPr>
        <p:grpSp>
          <p:nvGrpSpPr>
            <p:cNvPr id="359" name="Google Shape;359;p15"/>
            <p:cNvGrpSpPr/>
            <p:nvPr/>
          </p:nvGrpSpPr>
          <p:grpSpPr>
            <a:xfrm>
              <a:off x="7855330" y="4429025"/>
              <a:ext cx="637200" cy="597084"/>
              <a:chOff x="1932280" y="1331475"/>
              <a:chExt cx="637200" cy="597084"/>
            </a:xfrm>
          </p:grpSpPr>
          <p:sp>
            <p:nvSpPr>
              <p:cNvPr id="360" name="Google Shape;360;p15"/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15"/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15"/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15"/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15"/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15"/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" name="Google Shape;366;p15"/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" name="Google Shape;367;p15"/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" name="Google Shape;368;p15"/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" name="Google Shape;369;p15"/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" name="Google Shape;370;p15"/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15"/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2" name="Google Shape;372;p15"/>
            <p:cNvGrpSpPr/>
            <p:nvPr/>
          </p:nvGrpSpPr>
          <p:grpSpPr>
            <a:xfrm rot="4185065">
              <a:off x="8729342" y="4000165"/>
              <a:ext cx="588492" cy="951054"/>
              <a:chOff x="1062996" y="1340396"/>
              <a:chExt cx="588491" cy="951052"/>
            </a:xfrm>
          </p:grpSpPr>
          <p:sp>
            <p:nvSpPr>
              <p:cNvPr id="373" name="Google Shape;373;p15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" name="Google Shape;374;p15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15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15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15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15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79" name="Google Shape;379;p15"/>
          <p:cNvGrpSpPr/>
          <p:nvPr/>
        </p:nvGrpSpPr>
        <p:grpSpPr>
          <a:xfrm>
            <a:off x="180827" y="137600"/>
            <a:ext cx="8684725" cy="4152370"/>
            <a:chOff x="180827" y="137600"/>
            <a:chExt cx="8684725" cy="4152370"/>
          </a:xfrm>
        </p:grpSpPr>
        <p:sp>
          <p:nvSpPr>
            <p:cNvPr id="380" name="Google Shape;380;p15"/>
            <p:cNvSpPr/>
            <p:nvPr/>
          </p:nvSpPr>
          <p:spPr>
            <a:xfrm>
              <a:off x="8538877" y="396757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180827" y="5394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713225" y="13760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31" name="Google Shape;431;p19"/>
          <p:cNvGrpSpPr/>
          <p:nvPr/>
        </p:nvGrpSpPr>
        <p:grpSpPr>
          <a:xfrm>
            <a:off x="-2180385" y="-2351677"/>
            <a:ext cx="12725618" cy="9332031"/>
            <a:chOff x="-2180385" y="-2351677"/>
            <a:chExt cx="12725618" cy="9332031"/>
          </a:xfrm>
        </p:grpSpPr>
        <p:sp>
          <p:nvSpPr>
            <p:cNvPr id="432" name="Google Shape;432;p19"/>
            <p:cNvSpPr/>
            <p:nvPr/>
          </p:nvSpPr>
          <p:spPr>
            <a:xfrm rot="3702647">
              <a:off x="-1898200" y="-1554774"/>
              <a:ext cx="3409976" cy="2678147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19"/>
            <p:cNvSpPr/>
            <p:nvPr/>
          </p:nvSpPr>
          <p:spPr>
            <a:xfrm rot="6417430" flipH="1">
              <a:off x="7465596" y="3990147"/>
              <a:ext cx="2966740" cy="2433045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4" name="Google Shape;434;p19"/>
          <p:cNvGrpSpPr/>
          <p:nvPr/>
        </p:nvGrpSpPr>
        <p:grpSpPr>
          <a:xfrm>
            <a:off x="202002" y="232075"/>
            <a:ext cx="8988910" cy="4783030"/>
            <a:chOff x="202002" y="232075"/>
            <a:chExt cx="8988910" cy="4783030"/>
          </a:xfrm>
        </p:grpSpPr>
        <p:grpSp>
          <p:nvGrpSpPr>
            <p:cNvPr id="435" name="Google Shape;435;p19"/>
            <p:cNvGrpSpPr/>
            <p:nvPr/>
          </p:nvGrpSpPr>
          <p:grpSpPr>
            <a:xfrm flipH="1">
              <a:off x="8602421" y="3830071"/>
              <a:ext cx="588491" cy="951052"/>
              <a:chOff x="1062996" y="1340396"/>
              <a:chExt cx="588491" cy="951052"/>
            </a:xfrm>
          </p:grpSpPr>
          <p:sp>
            <p:nvSpPr>
              <p:cNvPr id="436" name="Google Shape;436;p19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19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9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19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19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19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2" name="Google Shape;442;p19"/>
            <p:cNvGrpSpPr/>
            <p:nvPr/>
          </p:nvGrpSpPr>
          <p:grpSpPr>
            <a:xfrm>
              <a:off x="202002" y="232075"/>
              <a:ext cx="8555437" cy="4783030"/>
              <a:chOff x="202002" y="232075"/>
              <a:chExt cx="8555437" cy="4783030"/>
            </a:xfrm>
          </p:grpSpPr>
          <p:sp>
            <p:nvSpPr>
              <p:cNvPr id="443" name="Google Shape;443;p19"/>
              <p:cNvSpPr/>
              <p:nvPr/>
            </p:nvSpPr>
            <p:spPr>
              <a:xfrm>
                <a:off x="8430764" y="3951070"/>
                <a:ext cx="326675" cy="32240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19"/>
              <p:cNvSpPr/>
              <p:nvPr/>
            </p:nvSpPr>
            <p:spPr>
              <a:xfrm>
                <a:off x="202002" y="805845"/>
                <a:ext cx="326675" cy="32240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19"/>
              <p:cNvSpPr/>
              <p:nvPr/>
            </p:nvSpPr>
            <p:spPr>
              <a:xfrm>
                <a:off x="528663" y="232075"/>
                <a:ext cx="184575" cy="18215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46" name="Google Shape;446;p19"/>
              <p:cNvGrpSpPr/>
              <p:nvPr/>
            </p:nvGrpSpPr>
            <p:grpSpPr>
              <a:xfrm>
                <a:off x="7775189" y="4529478"/>
                <a:ext cx="751918" cy="485627"/>
                <a:chOff x="2436192" y="2730596"/>
                <a:chExt cx="924300" cy="596960"/>
              </a:xfrm>
            </p:grpSpPr>
            <p:sp>
              <p:nvSpPr>
                <p:cNvPr id="447" name="Google Shape;447;p19"/>
                <p:cNvSpPr/>
                <p:nvPr/>
              </p:nvSpPr>
              <p:spPr>
                <a:xfrm>
                  <a:off x="2436192" y="2786955"/>
                  <a:ext cx="924300" cy="5406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" name="Google Shape;448;p19"/>
                <p:cNvSpPr/>
                <p:nvPr/>
              </p:nvSpPr>
              <p:spPr>
                <a:xfrm>
                  <a:off x="2436192" y="2730596"/>
                  <a:ext cx="924297" cy="56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2" h="153" extrusionOk="0">
                      <a:moveTo>
                        <a:pt x="2512" y="73"/>
                      </a:moveTo>
                      <a:cubicBezTo>
                        <a:pt x="2512" y="153"/>
                        <a:pt x="2512" y="153"/>
                        <a:pt x="2512" y="153"/>
                      </a:cubicBezTo>
                      <a:cubicBezTo>
                        <a:pt x="0" y="153"/>
                        <a:pt x="0" y="153"/>
                        <a:pt x="0" y="153"/>
                      </a:cubicBezTo>
                      <a:cubicBezTo>
                        <a:pt x="0" y="73"/>
                        <a:pt x="0" y="73"/>
                        <a:pt x="0" y="73"/>
                      </a:cubicBezTo>
                      <a:cubicBezTo>
                        <a:pt x="0" y="33"/>
                        <a:pt x="32" y="0"/>
                        <a:pt x="72" y="0"/>
                      </a:cubicBezTo>
                      <a:cubicBezTo>
                        <a:pt x="2440" y="0"/>
                        <a:pt x="2440" y="0"/>
                        <a:pt x="2440" y="0"/>
                      </a:cubicBezTo>
                      <a:cubicBezTo>
                        <a:pt x="2480" y="0"/>
                        <a:pt x="2512" y="33"/>
                        <a:pt x="2512" y="7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9" name="Google Shape;449;p19"/>
                <p:cNvSpPr/>
                <p:nvPr/>
              </p:nvSpPr>
              <p:spPr>
                <a:xfrm>
                  <a:off x="2461152" y="2745893"/>
                  <a:ext cx="25800" cy="2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0" name="Google Shape;450;p19"/>
                <p:cNvSpPr/>
                <p:nvPr/>
              </p:nvSpPr>
              <p:spPr>
                <a:xfrm>
                  <a:off x="2500603" y="2745893"/>
                  <a:ext cx="26100" cy="2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" name="Google Shape;451;p19"/>
                <p:cNvSpPr/>
                <p:nvPr/>
              </p:nvSpPr>
              <p:spPr>
                <a:xfrm>
                  <a:off x="2540860" y="2745893"/>
                  <a:ext cx="25800" cy="2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" name="Google Shape;452;p19"/>
                <p:cNvSpPr/>
                <p:nvPr/>
              </p:nvSpPr>
              <p:spPr>
                <a:xfrm>
                  <a:off x="2481682" y="2858210"/>
                  <a:ext cx="833700" cy="33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" name="Google Shape;453;p19"/>
                <p:cNvSpPr/>
                <p:nvPr/>
              </p:nvSpPr>
              <p:spPr>
                <a:xfrm>
                  <a:off x="2481682" y="2943152"/>
                  <a:ext cx="833700" cy="33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4" name="Google Shape;454;p19"/>
                <p:cNvSpPr/>
                <p:nvPr/>
              </p:nvSpPr>
              <p:spPr>
                <a:xfrm>
                  <a:off x="2481682" y="3028497"/>
                  <a:ext cx="833700" cy="27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5" name="Google Shape;455;p19"/>
                <p:cNvSpPr/>
                <p:nvPr/>
              </p:nvSpPr>
              <p:spPr>
                <a:xfrm>
                  <a:off x="2481682" y="3113439"/>
                  <a:ext cx="833700" cy="27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6" name="Google Shape;456;p19"/>
                <p:cNvSpPr/>
                <p:nvPr/>
              </p:nvSpPr>
              <p:spPr>
                <a:xfrm>
                  <a:off x="2481682" y="2898467"/>
                  <a:ext cx="833718" cy="392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6" h="1067" extrusionOk="0">
                      <a:moveTo>
                        <a:pt x="0" y="232"/>
                      </a:moveTo>
                      <a:cubicBezTo>
                        <a:pt x="137" y="97"/>
                        <a:pt x="137" y="97"/>
                        <a:pt x="137" y="97"/>
                      </a:cubicBezTo>
                      <a:cubicBezTo>
                        <a:pt x="226" y="9"/>
                        <a:pt x="367" y="0"/>
                        <a:pt x="466" y="76"/>
                      </a:cubicBezTo>
                      <a:cubicBezTo>
                        <a:pt x="852" y="371"/>
                        <a:pt x="852" y="371"/>
                        <a:pt x="852" y="371"/>
                      </a:cubicBezTo>
                      <a:cubicBezTo>
                        <a:pt x="949" y="446"/>
                        <a:pt x="1085" y="440"/>
                        <a:pt x="1174" y="357"/>
                      </a:cubicBezTo>
                      <a:cubicBezTo>
                        <a:pt x="1235" y="302"/>
                        <a:pt x="1235" y="302"/>
                        <a:pt x="1235" y="302"/>
                      </a:cubicBezTo>
                      <a:cubicBezTo>
                        <a:pt x="1308" y="235"/>
                        <a:pt x="1413" y="217"/>
                        <a:pt x="1504" y="256"/>
                      </a:cubicBezTo>
                      <a:cubicBezTo>
                        <a:pt x="2266" y="584"/>
                        <a:pt x="2266" y="584"/>
                        <a:pt x="2266" y="584"/>
                      </a:cubicBezTo>
                      <a:cubicBezTo>
                        <a:pt x="2266" y="1067"/>
                        <a:pt x="2266" y="1067"/>
                        <a:pt x="2266" y="1067"/>
                      </a:cubicBezTo>
                      <a:cubicBezTo>
                        <a:pt x="0" y="1067"/>
                        <a:pt x="0" y="1067"/>
                        <a:pt x="0" y="1067"/>
                      </a:cubicBezTo>
                      <a:lnTo>
                        <a:pt x="0" y="23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7" name="Google Shape;457;p19"/>
                <p:cNvSpPr/>
                <p:nvPr/>
              </p:nvSpPr>
              <p:spPr>
                <a:xfrm>
                  <a:off x="2481682" y="2914972"/>
                  <a:ext cx="833718" cy="376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6" h="1022" extrusionOk="0">
                      <a:moveTo>
                        <a:pt x="0" y="1022"/>
                      </a:moveTo>
                      <a:cubicBezTo>
                        <a:pt x="371" y="590"/>
                        <a:pt x="371" y="590"/>
                        <a:pt x="371" y="590"/>
                      </a:cubicBezTo>
                      <a:cubicBezTo>
                        <a:pt x="468" y="477"/>
                        <a:pt x="643" y="473"/>
                        <a:pt x="745" y="582"/>
                      </a:cubicBezTo>
                      <a:cubicBezTo>
                        <a:pt x="840" y="683"/>
                        <a:pt x="998" y="688"/>
                        <a:pt x="1100" y="594"/>
                      </a:cubicBezTo>
                      <a:cubicBezTo>
                        <a:pt x="1634" y="99"/>
                        <a:pt x="1634" y="99"/>
                        <a:pt x="1634" y="99"/>
                      </a:cubicBezTo>
                      <a:cubicBezTo>
                        <a:pt x="1741" y="0"/>
                        <a:pt x="1909" y="12"/>
                        <a:pt x="2001" y="125"/>
                      </a:cubicBezTo>
                      <a:cubicBezTo>
                        <a:pt x="2266" y="453"/>
                        <a:pt x="2266" y="453"/>
                        <a:pt x="2266" y="453"/>
                      </a:cubicBezTo>
                      <a:cubicBezTo>
                        <a:pt x="2266" y="1022"/>
                        <a:pt x="2266" y="1022"/>
                        <a:pt x="2266" y="1022"/>
                      </a:cubicBezTo>
                      <a:lnTo>
                        <a:pt x="0" y="1022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22"/>
          <p:cNvGrpSpPr/>
          <p:nvPr/>
        </p:nvGrpSpPr>
        <p:grpSpPr>
          <a:xfrm>
            <a:off x="-2106233" y="-952769"/>
            <a:ext cx="12545486" cy="8509944"/>
            <a:chOff x="-2106233" y="-952769"/>
            <a:chExt cx="12545486" cy="8509944"/>
          </a:xfrm>
        </p:grpSpPr>
        <p:sp>
          <p:nvSpPr>
            <p:cNvPr id="511" name="Google Shape;511;p22"/>
            <p:cNvSpPr/>
            <p:nvPr/>
          </p:nvSpPr>
          <p:spPr>
            <a:xfrm rot="7341459" flipH="1">
              <a:off x="-1767562" y="4061175"/>
              <a:ext cx="3409980" cy="2678150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22"/>
            <p:cNvSpPr/>
            <p:nvPr/>
          </p:nvSpPr>
          <p:spPr>
            <a:xfrm rot="10245665">
              <a:off x="8058163" y="-784291"/>
              <a:ext cx="2247692" cy="1843349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3" name="Google Shape;513;p22"/>
          <p:cNvGrpSpPr/>
          <p:nvPr/>
        </p:nvGrpSpPr>
        <p:grpSpPr>
          <a:xfrm>
            <a:off x="1087005" y="172450"/>
            <a:ext cx="7905012" cy="4753945"/>
            <a:chOff x="1087005" y="172450"/>
            <a:chExt cx="7905012" cy="4753945"/>
          </a:xfrm>
        </p:grpSpPr>
        <p:sp>
          <p:nvSpPr>
            <p:cNvPr id="514" name="Google Shape;514;p22"/>
            <p:cNvSpPr/>
            <p:nvPr/>
          </p:nvSpPr>
          <p:spPr>
            <a:xfrm flipH="1">
              <a:off x="1087005" y="46039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22"/>
            <p:cNvSpPr/>
            <p:nvPr/>
          </p:nvSpPr>
          <p:spPr>
            <a:xfrm flipH="1">
              <a:off x="8665343" y="7704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22"/>
            <p:cNvSpPr/>
            <p:nvPr/>
          </p:nvSpPr>
          <p:spPr>
            <a:xfrm flipH="1">
              <a:off x="8430782" y="17245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7" name="Google Shape;517;p22"/>
          <p:cNvGrpSpPr/>
          <p:nvPr/>
        </p:nvGrpSpPr>
        <p:grpSpPr>
          <a:xfrm>
            <a:off x="-335165" y="3759862"/>
            <a:ext cx="1253120" cy="1142272"/>
            <a:chOff x="-335165" y="3759862"/>
            <a:chExt cx="1253120" cy="1142272"/>
          </a:xfrm>
        </p:grpSpPr>
        <p:grpSp>
          <p:nvGrpSpPr>
            <p:cNvPr id="518" name="Google Shape;518;p22"/>
            <p:cNvGrpSpPr/>
            <p:nvPr/>
          </p:nvGrpSpPr>
          <p:grpSpPr>
            <a:xfrm flipH="1">
              <a:off x="510249" y="4497559"/>
              <a:ext cx="407706" cy="388498"/>
              <a:chOff x="2884583" y="645291"/>
              <a:chExt cx="285089" cy="271696"/>
            </a:xfrm>
          </p:grpSpPr>
          <p:sp>
            <p:nvSpPr>
              <p:cNvPr id="519" name="Google Shape;519;p22"/>
              <p:cNvSpPr/>
              <p:nvPr/>
            </p:nvSpPr>
            <p:spPr>
              <a:xfrm>
                <a:off x="2905629" y="652944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520;p22"/>
              <p:cNvSpPr/>
              <p:nvPr/>
            </p:nvSpPr>
            <p:spPr>
              <a:xfrm>
                <a:off x="2884583" y="645291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1" name="Google Shape;521;p22"/>
            <p:cNvGrpSpPr/>
            <p:nvPr/>
          </p:nvGrpSpPr>
          <p:grpSpPr>
            <a:xfrm>
              <a:off x="-335165" y="3759862"/>
              <a:ext cx="676370" cy="1142272"/>
              <a:chOff x="2757910" y="1240337"/>
              <a:chExt cx="676370" cy="1142272"/>
            </a:xfrm>
          </p:grpSpPr>
          <p:sp>
            <p:nvSpPr>
              <p:cNvPr id="522" name="Google Shape;522;p22"/>
              <p:cNvSpPr/>
              <p:nvPr/>
            </p:nvSpPr>
            <p:spPr>
              <a:xfrm>
                <a:off x="2757910" y="1240337"/>
                <a:ext cx="676370" cy="870576"/>
              </a:xfrm>
              <a:custGeom>
                <a:avLst/>
                <a:gdLst/>
                <a:ahLst/>
                <a:cxnLst/>
                <a:rect l="l" t="t" r="r" b="b"/>
                <a:pathLst>
                  <a:path w="774" h="996" extrusionOk="0">
                    <a:moveTo>
                      <a:pt x="774" y="387"/>
                    </a:moveTo>
                    <a:cubicBezTo>
                      <a:pt x="774" y="173"/>
                      <a:pt x="601" y="0"/>
                      <a:pt x="387" y="0"/>
                    </a:cubicBezTo>
                    <a:cubicBezTo>
                      <a:pt x="173" y="0"/>
                      <a:pt x="0" y="173"/>
                      <a:pt x="0" y="387"/>
                    </a:cubicBezTo>
                    <a:cubicBezTo>
                      <a:pt x="0" y="462"/>
                      <a:pt x="22" y="533"/>
                      <a:pt x="59" y="592"/>
                    </a:cubicBezTo>
                    <a:cubicBezTo>
                      <a:pt x="59" y="592"/>
                      <a:pt x="59" y="592"/>
                      <a:pt x="59" y="592"/>
                    </a:cubicBezTo>
                    <a:cubicBezTo>
                      <a:pt x="59" y="592"/>
                      <a:pt x="61" y="595"/>
                      <a:pt x="64" y="600"/>
                    </a:cubicBezTo>
                    <a:cubicBezTo>
                      <a:pt x="65" y="602"/>
                      <a:pt x="66" y="603"/>
                      <a:pt x="67" y="605"/>
                    </a:cubicBezTo>
                    <a:cubicBezTo>
                      <a:pt x="99" y="654"/>
                      <a:pt x="211" y="835"/>
                      <a:pt x="211" y="996"/>
                    </a:cubicBezTo>
                    <a:cubicBezTo>
                      <a:pt x="334" y="996"/>
                      <a:pt x="334" y="996"/>
                      <a:pt x="334" y="996"/>
                    </a:cubicBezTo>
                    <a:cubicBezTo>
                      <a:pt x="464" y="996"/>
                      <a:pt x="464" y="996"/>
                      <a:pt x="464" y="996"/>
                    </a:cubicBezTo>
                    <a:cubicBezTo>
                      <a:pt x="563" y="996"/>
                      <a:pt x="563" y="996"/>
                      <a:pt x="563" y="996"/>
                    </a:cubicBezTo>
                    <a:cubicBezTo>
                      <a:pt x="563" y="808"/>
                      <a:pt x="716" y="592"/>
                      <a:pt x="716" y="592"/>
                    </a:cubicBezTo>
                    <a:cubicBezTo>
                      <a:pt x="716" y="592"/>
                      <a:pt x="716" y="592"/>
                      <a:pt x="716" y="592"/>
                    </a:cubicBezTo>
                    <a:cubicBezTo>
                      <a:pt x="753" y="533"/>
                      <a:pt x="774" y="462"/>
                      <a:pt x="774" y="3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22"/>
              <p:cNvSpPr/>
              <p:nvPr/>
            </p:nvSpPr>
            <p:spPr>
              <a:xfrm>
                <a:off x="2940636" y="2078385"/>
                <a:ext cx="320487" cy="227689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38" extrusionOk="0">
                    <a:moveTo>
                      <a:pt x="196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90" y="238"/>
                    </a:lnTo>
                    <a:lnTo>
                      <a:pt x="139" y="238"/>
                    </a:lnTo>
                    <a:lnTo>
                      <a:pt x="196" y="238"/>
                    </a:lnTo>
                    <a:lnTo>
                      <a:pt x="245" y="238"/>
                    </a:lnTo>
                    <a:lnTo>
                      <a:pt x="335" y="165"/>
                    </a:lnTo>
                    <a:lnTo>
                      <a:pt x="335" y="0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22"/>
              <p:cNvSpPr/>
              <p:nvPr/>
            </p:nvSpPr>
            <p:spPr>
              <a:xfrm>
                <a:off x="2924372" y="1697628"/>
                <a:ext cx="322400" cy="369276"/>
              </a:xfrm>
              <a:custGeom>
                <a:avLst/>
                <a:gdLst/>
                <a:ahLst/>
                <a:cxnLst/>
                <a:rect l="l" t="t" r="r" b="b"/>
                <a:pathLst>
                  <a:path w="369" h="422" extrusionOk="0">
                    <a:moveTo>
                      <a:pt x="103" y="422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1" y="50"/>
                      <a:pt x="66" y="92"/>
                      <a:pt x="109" y="87"/>
                    </a:cubicBezTo>
                    <a:cubicBezTo>
                      <a:pt x="86" y="49"/>
                      <a:pt x="96" y="27"/>
                      <a:pt x="103" y="18"/>
                    </a:cubicBezTo>
                    <a:cubicBezTo>
                      <a:pt x="114" y="4"/>
                      <a:pt x="135" y="0"/>
                      <a:pt x="150" y="8"/>
                    </a:cubicBezTo>
                    <a:cubicBezTo>
                      <a:pt x="164" y="16"/>
                      <a:pt x="168" y="33"/>
                      <a:pt x="160" y="54"/>
                    </a:cubicBezTo>
                    <a:cubicBezTo>
                      <a:pt x="152" y="73"/>
                      <a:pt x="140" y="86"/>
                      <a:pt x="123" y="92"/>
                    </a:cubicBezTo>
                    <a:cubicBezTo>
                      <a:pt x="128" y="98"/>
                      <a:pt x="133" y="105"/>
                      <a:pt x="139" y="111"/>
                    </a:cubicBezTo>
                    <a:cubicBezTo>
                      <a:pt x="168" y="143"/>
                      <a:pt x="196" y="138"/>
                      <a:pt x="214" y="128"/>
                    </a:cubicBezTo>
                    <a:cubicBezTo>
                      <a:pt x="230" y="119"/>
                      <a:pt x="243" y="104"/>
                      <a:pt x="253" y="88"/>
                    </a:cubicBezTo>
                    <a:cubicBezTo>
                      <a:pt x="246" y="85"/>
                      <a:pt x="241" y="82"/>
                      <a:pt x="238" y="80"/>
                    </a:cubicBezTo>
                    <a:cubicBezTo>
                      <a:pt x="216" y="67"/>
                      <a:pt x="204" y="45"/>
                      <a:pt x="209" y="27"/>
                    </a:cubicBezTo>
                    <a:cubicBezTo>
                      <a:pt x="213" y="15"/>
                      <a:pt x="225" y="8"/>
                      <a:pt x="242" y="7"/>
                    </a:cubicBezTo>
                    <a:cubicBezTo>
                      <a:pt x="259" y="7"/>
                      <a:pt x="270" y="15"/>
                      <a:pt x="274" y="29"/>
                    </a:cubicBezTo>
                    <a:cubicBezTo>
                      <a:pt x="278" y="43"/>
                      <a:pt x="274" y="63"/>
                      <a:pt x="265" y="83"/>
                    </a:cubicBezTo>
                    <a:cubicBezTo>
                      <a:pt x="307" y="92"/>
                      <a:pt x="347" y="61"/>
                      <a:pt x="360" y="4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293" y="422"/>
                      <a:pt x="293" y="422"/>
                      <a:pt x="293" y="422"/>
                    </a:cubicBezTo>
                    <a:cubicBezTo>
                      <a:pt x="285" y="420"/>
                      <a:pt x="285" y="420"/>
                      <a:pt x="285" y="420"/>
                    </a:cubicBezTo>
                    <a:cubicBezTo>
                      <a:pt x="356" y="63"/>
                      <a:pt x="356" y="63"/>
                      <a:pt x="356" y="63"/>
                    </a:cubicBezTo>
                    <a:cubicBezTo>
                      <a:pt x="316" y="94"/>
                      <a:pt x="283" y="95"/>
                      <a:pt x="261" y="90"/>
                    </a:cubicBezTo>
                    <a:cubicBezTo>
                      <a:pt x="251" y="108"/>
                      <a:pt x="236" y="125"/>
                      <a:pt x="218" y="135"/>
                    </a:cubicBezTo>
                    <a:cubicBezTo>
                      <a:pt x="189" y="151"/>
                      <a:pt x="159" y="145"/>
                      <a:pt x="133" y="117"/>
                    </a:cubicBezTo>
                    <a:cubicBezTo>
                      <a:pt x="125" y="109"/>
                      <a:pt x="119" y="101"/>
                      <a:pt x="114" y="94"/>
                    </a:cubicBezTo>
                    <a:cubicBezTo>
                      <a:pt x="77" y="101"/>
                      <a:pt x="34" y="76"/>
                      <a:pt x="15" y="63"/>
                    </a:cubicBezTo>
                    <a:cubicBezTo>
                      <a:pt x="111" y="420"/>
                      <a:pt x="111" y="420"/>
                      <a:pt x="111" y="420"/>
                    </a:cubicBezTo>
                    <a:cubicBezTo>
                      <a:pt x="103" y="422"/>
                      <a:pt x="103" y="422"/>
                      <a:pt x="103" y="422"/>
                    </a:cubicBezTo>
                    <a:moveTo>
                      <a:pt x="133" y="12"/>
                    </a:moveTo>
                    <a:cubicBezTo>
                      <a:pt x="125" y="12"/>
                      <a:pt x="115" y="16"/>
                      <a:pt x="110" y="23"/>
                    </a:cubicBezTo>
                    <a:cubicBezTo>
                      <a:pt x="99" y="37"/>
                      <a:pt x="102" y="59"/>
                      <a:pt x="118" y="85"/>
                    </a:cubicBezTo>
                    <a:cubicBezTo>
                      <a:pt x="133" y="80"/>
                      <a:pt x="145" y="69"/>
                      <a:pt x="152" y="51"/>
                    </a:cubicBezTo>
                    <a:cubicBezTo>
                      <a:pt x="159" y="34"/>
                      <a:pt x="156" y="21"/>
                      <a:pt x="146" y="15"/>
                    </a:cubicBezTo>
                    <a:cubicBezTo>
                      <a:pt x="142" y="13"/>
                      <a:pt x="138" y="12"/>
                      <a:pt x="133" y="12"/>
                    </a:cubicBezTo>
                    <a:moveTo>
                      <a:pt x="244" y="16"/>
                    </a:moveTo>
                    <a:cubicBezTo>
                      <a:pt x="243" y="16"/>
                      <a:pt x="243" y="16"/>
                      <a:pt x="243" y="16"/>
                    </a:cubicBezTo>
                    <a:cubicBezTo>
                      <a:pt x="229" y="16"/>
                      <a:pt x="220" y="21"/>
                      <a:pt x="217" y="30"/>
                    </a:cubicBezTo>
                    <a:cubicBezTo>
                      <a:pt x="214" y="43"/>
                      <a:pt x="224" y="62"/>
                      <a:pt x="242" y="73"/>
                    </a:cubicBezTo>
                    <a:cubicBezTo>
                      <a:pt x="247" y="76"/>
                      <a:pt x="252" y="79"/>
                      <a:pt x="257" y="80"/>
                    </a:cubicBezTo>
                    <a:cubicBezTo>
                      <a:pt x="265" y="62"/>
                      <a:pt x="269" y="44"/>
                      <a:pt x="266" y="31"/>
                    </a:cubicBezTo>
                    <a:cubicBezTo>
                      <a:pt x="263" y="21"/>
                      <a:pt x="255" y="16"/>
                      <a:pt x="244" y="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22"/>
              <p:cNvSpPr/>
              <p:nvPr/>
            </p:nvSpPr>
            <p:spPr>
              <a:xfrm>
                <a:off x="2942549" y="1733025"/>
                <a:ext cx="304223" cy="323357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69" extrusionOk="0">
                    <a:moveTo>
                      <a:pt x="0" y="77"/>
                    </a:moveTo>
                    <a:cubicBezTo>
                      <a:pt x="78" y="369"/>
                      <a:pt x="78" y="369"/>
                      <a:pt x="78" y="369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6" y="77"/>
                      <a:pt x="3" y="77"/>
                      <a:pt x="0" y="77"/>
                    </a:cubicBezTo>
                    <a:moveTo>
                      <a:pt x="348" y="0"/>
                    </a:moveTo>
                    <a:cubicBezTo>
                      <a:pt x="339" y="8"/>
                      <a:pt x="339" y="8"/>
                      <a:pt x="339" y="8"/>
                    </a:cubicBezTo>
                    <a:cubicBezTo>
                      <a:pt x="328" y="18"/>
                      <a:pt x="295" y="43"/>
                      <a:pt x="260" y="43"/>
                    </a:cubicBezTo>
                    <a:cubicBezTo>
                      <a:pt x="254" y="43"/>
                      <a:pt x="249" y="43"/>
                      <a:pt x="244" y="42"/>
                    </a:cubicBezTo>
                    <a:cubicBezTo>
                      <a:pt x="248" y="34"/>
                      <a:pt x="250" y="26"/>
                      <a:pt x="252" y="18"/>
                    </a:cubicBezTo>
                    <a:cubicBezTo>
                      <a:pt x="249" y="20"/>
                      <a:pt x="245" y="22"/>
                      <a:pt x="242" y="24"/>
                    </a:cubicBezTo>
                    <a:cubicBezTo>
                      <a:pt x="240" y="29"/>
                      <a:pt x="238" y="34"/>
                      <a:pt x="236" y="39"/>
                    </a:cubicBezTo>
                    <a:cubicBezTo>
                      <a:pt x="232" y="38"/>
                      <a:pt x="228" y="36"/>
                      <a:pt x="224" y="34"/>
                    </a:cubicBezTo>
                    <a:cubicBezTo>
                      <a:pt x="221" y="35"/>
                      <a:pt x="218" y="37"/>
                      <a:pt x="215" y="38"/>
                    </a:cubicBezTo>
                    <a:cubicBezTo>
                      <a:pt x="215" y="38"/>
                      <a:pt x="216" y="39"/>
                      <a:pt x="217" y="39"/>
                    </a:cubicBezTo>
                    <a:cubicBezTo>
                      <a:pt x="220" y="41"/>
                      <a:pt x="225" y="44"/>
                      <a:pt x="232" y="47"/>
                    </a:cubicBezTo>
                    <a:cubicBezTo>
                      <a:pt x="222" y="63"/>
                      <a:pt x="209" y="78"/>
                      <a:pt x="193" y="87"/>
                    </a:cubicBezTo>
                    <a:cubicBezTo>
                      <a:pt x="185" y="91"/>
                      <a:pt x="176" y="94"/>
                      <a:pt x="165" y="94"/>
                    </a:cubicBezTo>
                    <a:cubicBezTo>
                      <a:pt x="151" y="94"/>
                      <a:pt x="135" y="88"/>
                      <a:pt x="118" y="70"/>
                    </a:cubicBezTo>
                    <a:cubicBezTo>
                      <a:pt x="117" y="70"/>
                      <a:pt x="117" y="69"/>
                      <a:pt x="116" y="68"/>
                    </a:cubicBezTo>
                    <a:cubicBezTo>
                      <a:pt x="113" y="69"/>
                      <a:pt x="110" y="69"/>
                      <a:pt x="107" y="70"/>
                    </a:cubicBezTo>
                    <a:cubicBezTo>
                      <a:pt x="108" y="72"/>
                      <a:pt x="110" y="74"/>
                      <a:pt x="112" y="76"/>
                    </a:cubicBezTo>
                    <a:cubicBezTo>
                      <a:pt x="128" y="94"/>
                      <a:pt x="147" y="103"/>
                      <a:pt x="165" y="103"/>
                    </a:cubicBezTo>
                    <a:cubicBezTo>
                      <a:pt x="176" y="103"/>
                      <a:pt x="186" y="100"/>
                      <a:pt x="197" y="94"/>
                    </a:cubicBezTo>
                    <a:cubicBezTo>
                      <a:pt x="215" y="84"/>
                      <a:pt x="230" y="67"/>
                      <a:pt x="240" y="49"/>
                    </a:cubicBezTo>
                    <a:cubicBezTo>
                      <a:pt x="246" y="51"/>
                      <a:pt x="253" y="52"/>
                      <a:pt x="261" y="52"/>
                    </a:cubicBezTo>
                    <a:cubicBezTo>
                      <a:pt x="281" y="52"/>
                      <a:pt x="306" y="45"/>
                      <a:pt x="335" y="22"/>
                    </a:cubicBezTo>
                    <a:cubicBezTo>
                      <a:pt x="266" y="369"/>
                      <a:pt x="266" y="369"/>
                      <a:pt x="266" y="369"/>
                    </a:cubicBezTo>
                    <a:cubicBezTo>
                      <a:pt x="275" y="369"/>
                      <a:pt x="275" y="369"/>
                      <a:pt x="275" y="369"/>
                    </a:cubicBezTo>
                    <a:cubicBezTo>
                      <a:pt x="348" y="0"/>
                      <a:pt x="348" y="0"/>
                      <a:pt x="3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22"/>
              <p:cNvSpPr/>
              <p:nvPr/>
            </p:nvSpPr>
            <p:spPr>
              <a:xfrm>
                <a:off x="2904282" y="2056382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p22"/>
              <p:cNvSpPr/>
              <p:nvPr/>
            </p:nvSpPr>
            <p:spPr>
              <a:xfrm>
                <a:off x="2904282" y="2118566"/>
                <a:ext cx="393194" cy="4113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7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1"/>
                      <a:pt x="0" y="23"/>
                    </a:cubicBezTo>
                    <a:cubicBezTo>
                      <a:pt x="0" y="36"/>
                      <a:pt x="12" y="47"/>
                      <a:pt x="25" y="47"/>
                    </a:cubicBezTo>
                    <a:cubicBezTo>
                      <a:pt x="425" y="47"/>
                      <a:pt x="425" y="47"/>
                      <a:pt x="425" y="47"/>
                    </a:cubicBezTo>
                    <a:cubicBezTo>
                      <a:pt x="438" y="47"/>
                      <a:pt x="450" y="36"/>
                      <a:pt x="450" y="23"/>
                    </a:cubicBezTo>
                    <a:cubicBezTo>
                      <a:pt x="450" y="11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528;p22"/>
              <p:cNvSpPr/>
              <p:nvPr/>
            </p:nvSpPr>
            <p:spPr>
              <a:xfrm>
                <a:off x="2904282" y="2181706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p22"/>
              <p:cNvSpPr/>
              <p:nvPr/>
            </p:nvSpPr>
            <p:spPr>
              <a:xfrm>
                <a:off x="3026737" y="2306074"/>
                <a:ext cx="148285" cy="76534"/>
              </a:xfrm>
              <a:custGeom>
                <a:avLst/>
                <a:gdLst/>
                <a:ahLst/>
                <a:cxnLst/>
                <a:rect l="l" t="t" r="r" b="b"/>
                <a:pathLst>
                  <a:path w="170" h="87" extrusionOk="0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49"/>
                      <a:pt x="38" y="87"/>
                      <a:pt x="85" y="87"/>
                    </a:cubicBezTo>
                    <a:cubicBezTo>
                      <a:pt x="132" y="87"/>
                      <a:pt x="170" y="49"/>
                      <a:pt x="170" y="2"/>
                    </a:cubicBezTo>
                    <a:cubicBezTo>
                      <a:pt x="170" y="0"/>
                      <a:pt x="170" y="0"/>
                      <a:pt x="17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1" name="Google Shape;531;p23"/>
          <p:cNvGrpSpPr/>
          <p:nvPr/>
        </p:nvGrpSpPr>
        <p:grpSpPr>
          <a:xfrm>
            <a:off x="-2000071" y="-3048428"/>
            <a:ext cx="12973783" cy="11115125"/>
            <a:chOff x="-2000071" y="-3048428"/>
            <a:chExt cx="12973783" cy="11115125"/>
          </a:xfrm>
        </p:grpSpPr>
        <p:sp>
          <p:nvSpPr>
            <p:cNvPr id="532" name="Google Shape;532;p23"/>
            <p:cNvSpPr/>
            <p:nvPr/>
          </p:nvSpPr>
          <p:spPr>
            <a:xfrm rot="-8306489">
              <a:off x="-1505843" y="3814578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23"/>
            <p:cNvSpPr/>
            <p:nvPr/>
          </p:nvSpPr>
          <p:spPr>
            <a:xfrm rot="-2526298">
              <a:off x="3963480" y="-2324949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23"/>
            <p:cNvSpPr/>
            <p:nvPr/>
          </p:nvSpPr>
          <p:spPr>
            <a:xfrm rot="7128936">
              <a:off x="4994086" y="2541069"/>
              <a:ext cx="5631417" cy="4125872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5" name="Google Shape;535;p23"/>
          <p:cNvGrpSpPr/>
          <p:nvPr/>
        </p:nvGrpSpPr>
        <p:grpSpPr>
          <a:xfrm>
            <a:off x="4039126" y="812484"/>
            <a:ext cx="4161347" cy="3655602"/>
            <a:chOff x="3840701" y="713259"/>
            <a:chExt cx="4161347" cy="3655602"/>
          </a:xfrm>
        </p:grpSpPr>
        <p:grpSp>
          <p:nvGrpSpPr>
            <p:cNvPr id="536" name="Google Shape;536;p23"/>
            <p:cNvGrpSpPr/>
            <p:nvPr/>
          </p:nvGrpSpPr>
          <p:grpSpPr>
            <a:xfrm>
              <a:off x="4501506" y="1401751"/>
              <a:ext cx="2461134" cy="1589525"/>
              <a:chOff x="2436192" y="2730596"/>
              <a:chExt cx="924300" cy="596960"/>
            </a:xfrm>
          </p:grpSpPr>
          <p:sp>
            <p:nvSpPr>
              <p:cNvPr id="537" name="Google Shape;537;p23"/>
              <p:cNvSpPr/>
              <p:nvPr/>
            </p:nvSpPr>
            <p:spPr>
              <a:xfrm>
                <a:off x="2436192" y="2786955"/>
                <a:ext cx="924300" cy="540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23"/>
              <p:cNvSpPr/>
              <p:nvPr/>
            </p:nvSpPr>
            <p:spPr>
              <a:xfrm>
                <a:off x="2436192" y="2730596"/>
                <a:ext cx="924297" cy="56360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23"/>
              <p:cNvSpPr/>
              <p:nvPr/>
            </p:nvSpPr>
            <p:spPr>
              <a:xfrm>
                <a:off x="2461152" y="2745893"/>
                <a:ext cx="258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23"/>
              <p:cNvSpPr/>
              <p:nvPr/>
            </p:nvSpPr>
            <p:spPr>
              <a:xfrm>
                <a:off x="2500603" y="2745893"/>
                <a:ext cx="261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23"/>
              <p:cNvSpPr/>
              <p:nvPr/>
            </p:nvSpPr>
            <p:spPr>
              <a:xfrm>
                <a:off x="2540860" y="2745893"/>
                <a:ext cx="258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23"/>
              <p:cNvSpPr/>
              <p:nvPr/>
            </p:nvSpPr>
            <p:spPr>
              <a:xfrm>
                <a:off x="2481682" y="2858210"/>
                <a:ext cx="833700" cy="3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543;p23"/>
              <p:cNvSpPr/>
              <p:nvPr/>
            </p:nvSpPr>
            <p:spPr>
              <a:xfrm>
                <a:off x="2481682" y="2943152"/>
                <a:ext cx="833700" cy="3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p23"/>
              <p:cNvSpPr/>
              <p:nvPr/>
            </p:nvSpPr>
            <p:spPr>
              <a:xfrm>
                <a:off x="2481682" y="3028497"/>
                <a:ext cx="833700" cy="2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545;p23"/>
              <p:cNvSpPr/>
              <p:nvPr/>
            </p:nvSpPr>
            <p:spPr>
              <a:xfrm>
                <a:off x="2481682" y="3113439"/>
                <a:ext cx="833700" cy="2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23"/>
              <p:cNvSpPr/>
              <p:nvPr/>
            </p:nvSpPr>
            <p:spPr>
              <a:xfrm>
                <a:off x="2481682" y="2898467"/>
                <a:ext cx="833718" cy="392507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" name="Google Shape;547;p23"/>
              <p:cNvSpPr/>
              <p:nvPr/>
            </p:nvSpPr>
            <p:spPr>
              <a:xfrm>
                <a:off x="2481682" y="2914972"/>
                <a:ext cx="833718" cy="376001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8" name="Google Shape;548;p23"/>
            <p:cNvGrpSpPr/>
            <p:nvPr/>
          </p:nvGrpSpPr>
          <p:grpSpPr>
            <a:xfrm>
              <a:off x="6621346" y="1957399"/>
              <a:ext cx="1380702" cy="2411461"/>
              <a:chOff x="6502296" y="1615124"/>
              <a:chExt cx="1380702" cy="2411461"/>
            </a:xfrm>
          </p:grpSpPr>
          <p:sp>
            <p:nvSpPr>
              <p:cNvPr id="549" name="Google Shape;549;p23"/>
              <p:cNvSpPr/>
              <p:nvPr/>
            </p:nvSpPr>
            <p:spPr>
              <a:xfrm>
                <a:off x="6990675" y="1711100"/>
                <a:ext cx="396300" cy="486450"/>
              </a:xfrm>
              <a:custGeom>
                <a:avLst/>
                <a:gdLst/>
                <a:ahLst/>
                <a:cxnLst/>
                <a:rect l="l" t="t" r="r" b="b"/>
                <a:pathLst>
                  <a:path w="15852" h="19458" extrusionOk="0">
                    <a:moveTo>
                      <a:pt x="0" y="5579"/>
                    </a:moveTo>
                    <a:lnTo>
                      <a:pt x="1701" y="19458"/>
                    </a:lnTo>
                    <a:lnTo>
                      <a:pt x="15852" y="16941"/>
                    </a:lnTo>
                    <a:lnTo>
                      <a:pt x="12314" y="2177"/>
                    </a:lnTo>
                    <a:lnTo>
                      <a:pt x="571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550" name="Google Shape;550;p23"/>
              <p:cNvSpPr/>
              <p:nvPr/>
            </p:nvSpPr>
            <p:spPr>
              <a:xfrm>
                <a:off x="6934616" y="1685929"/>
                <a:ext cx="451384" cy="297518"/>
              </a:xfrm>
              <a:custGeom>
                <a:avLst/>
                <a:gdLst/>
                <a:ahLst/>
                <a:cxnLst/>
                <a:rect l="l" t="t" r="r" b="b"/>
                <a:pathLst>
                  <a:path w="506" h="334" extrusionOk="0">
                    <a:moveTo>
                      <a:pt x="258" y="0"/>
                    </a:moveTo>
                    <a:cubicBezTo>
                      <a:pt x="376" y="15"/>
                      <a:pt x="376" y="15"/>
                      <a:pt x="376" y="15"/>
                    </a:cubicBezTo>
                    <a:cubicBezTo>
                      <a:pt x="376" y="15"/>
                      <a:pt x="506" y="234"/>
                      <a:pt x="312" y="313"/>
                    </a:cubicBezTo>
                    <a:cubicBezTo>
                      <a:pt x="308" y="321"/>
                      <a:pt x="249" y="334"/>
                      <a:pt x="216" y="329"/>
                    </a:cubicBezTo>
                    <a:cubicBezTo>
                      <a:pt x="0" y="309"/>
                      <a:pt x="65" y="107"/>
                      <a:pt x="92" y="17"/>
                    </a:cubicBezTo>
                    <a:cubicBezTo>
                      <a:pt x="258" y="0"/>
                      <a:pt x="258" y="0"/>
                      <a:pt x="25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551;p23"/>
              <p:cNvSpPr/>
              <p:nvPr/>
            </p:nvSpPr>
            <p:spPr>
              <a:xfrm>
                <a:off x="6888321" y="2511763"/>
                <a:ext cx="815622" cy="1284027"/>
              </a:xfrm>
              <a:custGeom>
                <a:avLst/>
                <a:gdLst/>
                <a:ahLst/>
                <a:cxnLst/>
                <a:rect l="l" t="t" r="r" b="b"/>
                <a:pathLst>
                  <a:path w="914" h="1439" extrusionOk="0">
                    <a:moveTo>
                      <a:pt x="7" y="256"/>
                    </a:moveTo>
                    <a:cubicBezTo>
                      <a:pt x="8" y="267"/>
                      <a:pt x="10" y="286"/>
                      <a:pt x="14" y="313"/>
                    </a:cubicBezTo>
                    <a:cubicBezTo>
                      <a:pt x="49" y="572"/>
                      <a:pt x="205" y="1439"/>
                      <a:pt x="205" y="1439"/>
                    </a:cubicBezTo>
                    <a:cubicBezTo>
                      <a:pt x="357" y="1439"/>
                      <a:pt x="357" y="1439"/>
                      <a:pt x="357" y="1439"/>
                    </a:cubicBezTo>
                    <a:cubicBezTo>
                      <a:pt x="307" y="363"/>
                      <a:pt x="307" y="363"/>
                      <a:pt x="307" y="363"/>
                    </a:cubicBezTo>
                    <a:cubicBezTo>
                      <a:pt x="304" y="298"/>
                      <a:pt x="304" y="298"/>
                      <a:pt x="304" y="298"/>
                    </a:cubicBezTo>
                    <a:cubicBezTo>
                      <a:pt x="328" y="363"/>
                      <a:pt x="328" y="363"/>
                      <a:pt x="328" y="363"/>
                    </a:cubicBezTo>
                    <a:cubicBezTo>
                      <a:pt x="755" y="1439"/>
                      <a:pt x="755" y="1439"/>
                      <a:pt x="755" y="1439"/>
                    </a:cubicBezTo>
                    <a:cubicBezTo>
                      <a:pt x="914" y="1439"/>
                      <a:pt x="914" y="1439"/>
                      <a:pt x="914" y="1439"/>
                    </a:cubicBezTo>
                    <a:cubicBezTo>
                      <a:pt x="914" y="1439"/>
                      <a:pt x="631" y="394"/>
                      <a:pt x="580" y="208"/>
                    </a:cubicBezTo>
                    <a:cubicBezTo>
                      <a:pt x="577" y="199"/>
                      <a:pt x="575" y="193"/>
                      <a:pt x="574" y="188"/>
                    </a:cubicBezTo>
                    <a:cubicBezTo>
                      <a:pt x="545" y="90"/>
                      <a:pt x="484" y="5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p23"/>
              <p:cNvSpPr/>
              <p:nvPr/>
            </p:nvSpPr>
            <p:spPr>
              <a:xfrm>
                <a:off x="6942105" y="1981405"/>
                <a:ext cx="425511" cy="571206"/>
              </a:xfrm>
              <a:custGeom>
                <a:avLst/>
                <a:gdLst/>
                <a:ahLst/>
                <a:cxnLst/>
                <a:rect l="l" t="t" r="r" b="b"/>
                <a:pathLst>
                  <a:path w="477" h="641" extrusionOk="0">
                    <a:moveTo>
                      <a:pt x="0" y="63"/>
                    </a:move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5"/>
                      <a:pt x="27" y="316"/>
                    </a:cubicBezTo>
                    <a:cubicBezTo>
                      <a:pt x="27" y="317"/>
                      <a:pt x="27" y="318"/>
                      <a:pt x="28" y="320"/>
                    </a:cubicBezTo>
                    <a:cubicBezTo>
                      <a:pt x="28" y="327"/>
                      <a:pt x="30" y="341"/>
                      <a:pt x="31" y="353"/>
                    </a:cubicBezTo>
                    <a:cubicBezTo>
                      <a:pt x="32" y="362"/>
                      <a:pt x="32" y="362"/>
                      <a:pt x="32" y="362"/>
                    </a:cubicBezTo>
                    <a:cubicBezTo>
                      <a:pt x="32" y="362"/>
                      <a:pt x="32" y="363"/>
                      <a:pt x="32" y="364"/>
                    </a:cubicBezTo>
                    <a:cubicBezTo>
                      <a:pt x="33" y="369"/>
                      <a:pt x="33" y="369"/>
                      <a:pt x="33" y="369"/>
                    </a:cubicBezTo>
                    <a:cubicBezTo>
                      <a:pt x="33" y="371"/>
                      <a:pt x="33" y="373"/>
                      <a:pt x="34" y="375"/>
                    </a:cubicBezTo>
                    <a:cubicBezTo>
                      <a:pt x="34" y="379"/>
                      <a:pt x="34" y="379"/>
                      <a:pt x="34" y="379"/>
                    </a:cubicBezTo>
                    <a:cubicBezTo>
                      <a:pt x="34" y="380"/>
                      <a:pt x="34" y="380"/>
                      <a:pt x="34" y="380"/>
                    </a:cubicBezTo>
                    <a:cubicBezTo>
                      <a:pt x="35" y="386"/>
                      <a:pt x="41" y="442"/>
                      <a:pt x="41" y="442"/>
                    </a:cubicBezTo>
                    <a:cubicBezTo>
                      <a:pt x="28" y="595"/>
                      <a:pt x="28" y="595"/>
                      <a:pt x="28" y="595"/>
                    </a:cubicBezTo>
                    <a:cubicBezTo>
                      <a:pt x="234" y="641"/>
                      <a:pt x="234" y="641"/>
                      <a:pt x="234" y="641"/>
                    </a:cubicBezTo>
                    <a:cubicBezTo>
                      <a:pt x="420" y="595"/>
                      <a:pt x="420" y="595"/>
                      <a:pt x="420" y="595"/>
                    </a:cubicBezTo>
                    <a:cubicBezTo>
                      <a:pt x="420" y="455"/>
                      <a:pt x="420" y="455"/>
                      <a:pt x="420" y="455"/>
                    </a:cubicBezTo>
                    <a:cubicBezTo>
                      <a:pt x="420" y="451"/>
                      <a:pt x="420" y="451"/>
                      <a:pt x="420" y="451"/>
                    </a:cubicBezTo>
                    <a:cubicBezTo>
                      <a:pt x="421" y="448"/>
                      <a:pt x="421" y="448"/>
                      <a:pt x="421" y="448"/>
                    </a:cubicBezTo>
                    <a:cubicBezTo>
                      <a:pt x="424" y="430"/>
                      <a:pt x="432" y="380"/>
                      <a:pt x="442" y="322"/>
                    </a:cubicBezTo>
                    <a:cubicBezTo>
                      <a:pt x="442" y="322"/>
                      <a:pt x="442" y="322"/>
                      <a:pt x="442" y="322"/>
                    </a:cubicBezTo>
                    <a:cubicBezTo>
                      <a:pt x="458" y="223"/>
                      <a:pt x="477" y="102"/>
                      <a:pt x="477" y="88"/>
                    </a:cubicBezTo>
                    <a:cubicBezTo>
                      <a:pt x="477" y="88"/>
                      <a:pt x="460" y="80"/>
                      <a:pt x="435" y="68"/>
                    </a:cubicBezTo>
                    <a:cubicBezTo>
                      <a:pt x="435" y="68"/>
                      <a:pt x="435" y="68"/>
                      <a:pt x="435" y="68"/>
                    </a:cubicBezTo>
                    <a:cubicBezTo>
                      <a:pt x="434" y="68"/>
                      <a:pt x="434" y="68"/>
                      <a:pt x="434" y="68"/>
                    </a:cubicBezTo>
                    <a:cubicBezTo>
                      <a:pt x="378" y="42"/>
                      <a:pt x="278" y="0"/>
                      <a:pt x="228" y="1"/>
                    </a:cubicBezTo>
                    <a:cubicBezTo>
                      <a:pt x="155" y="4"/>
                      <a:pt x="0" y="63"/>
                      <a:pt x="0" y="6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23"/>
              <p:cNvSpPr/>
              <p:nvPr/>
            </p:nvSpPr>
            <p:spPr>
              <a:xfrm>
                <a:off x="7548715" y="3707962"/>
                <a:ext cx="309092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5" extrusionOk="0">
                    <a:moveTo>
                      <a:pt x="156" y="31"/>
                    </a:moveTo>
                    <a:cubicBezTo>
                      <a:pt x="174" y="98"/>
                      <a:pt x="174" y="98"/>
                      <a:pt x="174" y="98"/>
                    </a:cubicBezTo>
                    <a:cubicBezTo>
                      <a:pt x="174" y="98"/>
                      <a:pt x="261" y="198"/>
                      <a:pt x="314" y="230"/>
                    </a:cubicBezTo>
                    <a:cubicBezTo>
                      <a:pt x="347" y="258"/>
                      <a:pt x="335" y="281"/>
                      <a:pt x="328" y="293"/>
                    </a:cubicBezTo>
                    <a:cubicBezTo>
                      <a:pt x="320" y="304"/>
                      <a:pt x="212" y="305"/>
                      <a:pt x="185" y="301"/>
                    </a:cubicBezTo>
                    <a:cubicBezTo>
                      <a:pt x="126" y="293"/>
                      <a:pt x="93" y="218"/>
                      <a:pt x="57" y="211"/>
                    </a:cubicBezTo>
                    <a:cubicBezTo>
                      <a:pt x="21" y="203"/>
                      <a:pt x="0" y="184"/>
                      <a:pt x="15" y="81"/>
                    </a:cubicBezTo>
                    <a:cubicBezTo>
                      <a:pt x="27" y="0"/>
                      <a:pt x="156" y="31"/>
                      <a:pt x="156" y="31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23"/>
              <p:cNvSpPr/>
              <p:nvPr/>
            </p:nvSpPr>
            <p:spPr>
              <a:xfrm>
                <a:off x="7550077" y="3796469"/>
                <a:ext cx="332921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261" y="82"/>
                    </a:moveTo>
                    <a:cubicBezTo>
                      <a:pt x="261" y="82"/>
                      <a:pt x="296" y="107"/>
                      <a:pt x="326" y="137"/>
                    </a:cubicBezTo>
                    <a:cubicBezTo>
                      <a:pt x="355" y="168"/>
                      <a:pt x="373" y="194"/>
                      <a:pt x="370" y="208"/>
                    </a:cubicBezTo>
                    <a:cubicBezTo>
                      <a:pt x="366" y="221"/>
                      <a:pt x="295" y="258"/>
                      <a:pt x="180" y="213"/>
                    </a:cubicBezTo>
                    <a:cubicBezTo>
                      <a:pt x="122" y="183"/>
                      <a:pt x="6" y="90"/>
                      <a:pt x="3" y="86"/>
                    </a:cubicBezTo>
                    <a:cubicBezTo>
                      <a:pt x="0" y="81"/>
                      <a:pt x="1" y="13"/>
                      <a:pt x="11" y="0"/>
                    </a:cubicBezTo>
                    <a:cubicBezTo>
                      <a:pt x="11" y="0"/>
                      <a:pt x="16" y="31"/>
                      <a:pt x="37" y="44"/>
                    </a:cubicBezTo>
                    <a:cubicBezTo>
                      <a:pt x="59" y="57"/>
                      <a:pt x="149" y="117"/>
                      <a:pt x="149" y="117"/>
                    </a:cubicBezTo>
                    <a:cubicBezTo>
                      <a:pt x="149" y="117"/>
                      <a:pt x="198" y="70"/>
                      <a:pt x="261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23"/>
              <p:cNvSpPr/>
              <p:nvPr/>
            </p:nvSpPr>
            <p:spPr>
              <a:xfrm>
                <a:off x="6908745" y="3707962"/>
                <a:ext cx="312496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50" h="305" extrusionOk="0">
                    <a:moveTo>
                      <a:pt x="193" y="31"/>
                    </a:moveTo>
                    <a:cubicBezTo>
                      <a:pt x="176" y="98"/>
                      <a:pt x="176" y="98"/>
                      <a:pt x="176" y="98"/>
                    </a:cubicBezTo>
                    <a:cubicBezTo>
                      <a:pt x="176" y="98"/>
                      <a:pt x="76" y="205"/>
                      <a:pt x="29" y="233"/>
                    </a:cubicBezTo>
                    <a:cubicBezTo>
                      <a:pt x="0" y="275"/>
                      <a:pt x="21" y="274"/>
                      <a:pt x="28" y="286"/>
                    </a:cubicBezTo>
                    <a:cubicBezTo>
                      <a:pt x="36" y="297"/>
                      <a:pt x="128" y="305"/>
                      <a:pt x="155" y="301"/>
                    </a:cubicBezTo>
                    <a:cubicBezTo>
                      <a:pt x="214" y="292"/>
                      <a:pt x="257" y="218"/>
                      <a:pt x="293" y="211"/>
                    </a:cubicBezTo>
                    <a:cubicBezTo>
                      <a:pt x="329" y="203"/>
                      <a:pt x="350" y="184"/>
                      <a:pt x="335" y="81"/>
                    </a:cubicBezTo>
                    <a:cubicBezTo>
                      <a:pt x="323" y="0"/>
                      <a:pt x="193" y="31"/>
                      <a:pt x="193" y="31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23"/>
              <p:cNvSpPr/>
              <p:nvPr/>
            </p:nvSpPr>
            <p:spPr>
              <a:xfrm>
                <a:off x="6886959" y="3796469"/>
                <a:ext cx="332239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112" y="82"/>
                    </a:moveTo>
                    <a:cubicBezTo>
                      <a:pt x="112" y="82"/>
                      <a:pt x="77" y="107"/>
                      <a:pt x="47" y="137"/>
                    </a:cubicBezTo>
                    <a:cubicBezTo>
                      <a:pt x="18" y="168"/>
                      <a:pt x="0" y="194"/>
                      <a:pt x="3" y="208"/>
                    </a:cubicBezTo>
                    <a:cubicBezTo>
                      <a:pt x="6" y="221"/>
                      <a:pt x="78" y="258"/>
                      <a:pt x="193" y="213"/>
                    </a:cubicBezTo>
                    <a:cubicBezTo>
                      <a:pt x="250" y="183"/>
                      <a:pt x="367" y="90"/>
                      <a:pt x="370" y="86"/>
                    </a:cubicBezTo>
                    <a:cubicBezTo>
                      <a:pt x="373" y="81"/>
                      <a:pt x="372" y="13"/>
                      <a:pt x="362" y="0"/>
                    </a:cubicBezTo>
                    <a:cubicBezTo>
                      <a:pt x="362" y="0"/>
                      <a:pt x="357" y="31"/>
                      <a:pt x="335" y="44"/>
                    </a:cubicBezTo>
                    <a:cubicBezTo>
                      <a:pt x="314" y="57"/>
                      <a:pt x="224" y="117"/>
                      <a:pt x="224" y="117"/>
                    </a:cubicBezTo>
                    <a:cubicBezTo>
                      <a:pt x="224" y="117"/>
                      <a:pt x="175" y="70"/>
                      <a:pt x="112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23"/>
              <p:cNvSpPr/>
              <p:nvPr/>
            </p:nvSpPr>
            <p:spPr>
              <a:xfrm>
                <a:off x="7212391" y="2059699"/>
                <a:ext cx="548060" cy="518785"/>
              </a:xfrm>
              <a:custGeom>
                <a:avLst/>
                <a:gdLst/>
                <a:ahLst/>
                <a:cxnLst/>
                <a:rect l="l" t="t" r="r" b="b"/>
                <a:pathLst>
                  <a:path w="615" h="582" extrusionOk="0">
                    <a:moveTo>
                      <a:pt x="0" y="88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500" y="310"/>
                      <a:pt x="545" y="352"/>
                    </a:cubicBezTo>
                    <a:cubicBezTo>
                      <a:pt x="603" y="404"/>
                      <a:pt x="615" y="538"/>
                      <a:pt x="510" y="551"/>
                    </a:cubicBezTo>
                    <a:cubicBezTo>
                      <a:pt x="221" y="582"/>
                      <a:pt x="221" y="582"/>
                      <a:pt x="221" y="582"/>
                    </a:cubicBezTo>
                    <a:cubicBezTo>
                      <a:pt x="237" y="399"/>
                      <a:pt x="237" y="399"/>
                      <a:pt x="237" y="399"/>
                    </a:cubicBezTo>
                    <a:cubicBezTo>
                      <a:pt x="48" y="255"/>
                      <a:pt x="48" y="255"/>
                      <a:pt x="48" y="255"/>
                    </a:cubicBezTo>
                    <a:cubicBezTo>
                      <a:pt x="0" y="88"/>
                      <a:pt x="0" y="88"/>
                      <a:pt x="0" y="8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23"/>
              <p:cNvSpPr/>
              <p:nvPr/>
            </p:nvSpPr>
            <p:spPr>
              <a:xfrm>
                <a:off x="7370341" y="2319091"/>
                <a:ext cx="184502" cy="54466"/>
              </a:xfrm>
              <a:custGeom>
                <a:avLst/>
                <a:gdLst/>
                <a:ahLst/>
                <a:cxnLst/>
                <a:rect l="l" t="t" r="r" b="b"/>
                <a:pathLst>
                  <a:path w="271" h="80" extrusionOk="0">
                    <a:moveTo>
                      <a:pt x="0" y="0"/>
                    </a:moveTo>
                    <a:lnTo>
                      <a:pt x="5" y="68"/>
                    </a:lnTo>
                    <a:lnTo>
                      <a:pt x="271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" name="Google Shape;559;p23"/>
              <p:cNvSpPr/>
              <p:nvPr/>
            </p:nvSpPr>
            <p:spPr>
              <a:xfrm>
                <a:off x="6615312" y="2037232"/>
                <a:ext cx="395556" cy="444575"/>
              </a:xfrm>
              <a:custGeom>
                <a:avLst/>
                <a:gdLst/>
                <a:ahLst/>
                <a:cxnLst/>
                <a:rect l="l" t="t" r="r" b="b"/>
                <a:pathLst>
                  <a:path w="443" h="498" extrusionOk="0">
                    <a:moveTo>
                      <a:pt x="0" y="106"/>
                    </a:moveTo>
                    <a:cubicBezTo>
                      <a:pt x="0" y="106"/>
                      <a:pt x="208" y="496"/>
                      <a:pt x="287" y="497"/>
                    </a:cubicBezTo>
                    <a:cubicBezTo>
                      <a:pt x="365" y="498"/>
                      <a:pt x="443" y="264"/>
                      <a:pt x="443" y="264"/>
                    </a:cubicBezTo>
                    <a:cubicBezTo>
                      <a:pt x="366" y="0"/>
                      <a:pt x="366" y="0"/>
                      <a:pt x="366" y="0"/>
                    </a:cubicBezTo>
                    <a:cubicBezTo>
                      <a:pt x="366" y="0"/>
                      <a:pt x="282" y="287"/>
                      <a:pt x="273" y="291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0" y="106"/>
                      <a:pt x="0" y="106"/>
                      <a:pt x="0" y="10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" name="Google Shape;560;p23"/>
              <p:cNvSpPr/>
              <p:nvPr/>
            </p:nvSpPr>
            <p:spPr>
              <a:xfrm>
                <a:off x="6534295" y="2008637"/>
                <a:ext cx="111654" cy="141611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59" extrusionOk="0">
                    <a:moveTo>
                      <a:pt x="110" y="141"/>
                    </a:moveTo>
                    <a:cubicBezTo>
                      <a:pt x="110" y="141"/>
                      <a:pt x="58" y="159"/>
                      <a:pt x="35" y="152"/>
                    </a:cubicBezTo>
                    <a:cubicBezTo>
                      <a:pt x="13" y="144"/>
                      <a:pt x="0" y="127"/>
                      <a:pt x="0" y="127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45" y="9"/>
                      <a:pt x="76" y="0"/>
                      <a:pt x="78" y="2"/>
                    </a:cubicBezTo>
                    <a:cubicBezTo>
                      <a:pt x="79" y="4"/>
                      <a:pt x="125" y="84"/>
                      <a:pt x="125" y="84"/>
                    </a:cubicBezTo>
                    <a:cubicBezTo>
                      <a:pt x="110" y="141"/>
                      <a:pt x="110" y="141"/>
                      <a:pt x="110" y="141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" name="Google Shape;561;p23"/>
              <p:cNvSpPr/>
              <p:nvPr/>
            </p:nvSpPr>
            <p:spPr>
              <a:xfrm>
                <a:off x="6565612" y="2143440"/>
                <a:ext cx="33360" cy="2723"/>
              </a:xfrm>
              <a:custGeom>
                <a:avLst/>
                <a:gdLst/>
                <a:ahLst/>
                <a:cxnLst/>
                <a:rect l="l" t="t" r="r" b="b"/>
                <a:pathLst>
                  <a:path w="37" h="3" extrusionOk="0">
                    <a:moveTo>
                      <a:pt x="37" y="0"/>
                    </a:moveTo>
                    <a:cubicBezTo>
                      <a:pt x="29" y="2"/>
                      <a:pt x="21" y="3"/>
                      <a:pt x="13" y="3"/>
                    </a:cubicBezTo>
                    <a:cubicBezTo>
                      <a:pt x="8" y="3"/>
                      <a:pt x="4" y="2"/>
                      <a:pt x="0" y="1"/>
                    </a:cubicBezTo>
                    <a:cubicBezTo>
                      <a:pt x="4" y="2"/>
                      <a:pt x="8" y="3"/>
                      <a:pt x="13" y="3"/>
                    </a:cubicBezTo>
                    <a:cubicBezTo>
                      <a:pt x="21" y="3"/>
                      <a:pt x="29" y="2"/>
                      <a:pt x="37" y="0"/>
                    </a:cubicBezTo>
                    <a:moveTo>
                      <a:pt x="37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FFD1BE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562;p23"/>
              <p:cNvSpPr/>
              <p:nvPr/>
            </p:nvSpPr>
            <p:spPr>
              <a:xfrm>
                <a:off x="6539060" y="2073996"/>
                <a:ext cx="99400" cy="7216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81" extrusionOk="0">
                    <a:moveTo>
                      <a:pt x="71" y="1"/>
                    </a:moveTo>
                    <a:cubicBezTo>
                      <a:pt x="72" y="2"/>
                      <a:pt x="72" y="2"/>
                      <a:pt x="72" y="2"/>
                    </a:cubicBezTo>
                    <a:cubicBezTo>
                      <a:pt x="74" y="4"/>
                      <a:pt x="75" y="6"/>
                      <a:pt x="77" y="7"/>
                    </a:cubicBezTo>
                    <a:cubicBezTo>
                      <a:pt x="75" y="5"/>
                      <a:pt x="73" y="3"/>
                      <a:pt x="71" y="1"/>
                    </a:cubicBezTo>
                    <a:moveTo>
                      <a:pt x="68" y="0"/>
                    </a:moveTo>
                    <a:cubicBezTo>
                      <a:pt x="68" y="0"/>
                      <a:pt x="68" y="0"/>
                      <a:pt x="68" y="1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20"/>
                      <a:pt x="66" y="21"/>
                      <a:pt x="65" y="23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1" y="60"/>
                      <a:pt x="54" y="66"/>
                      <a:pt x="47" y="66"/>
                    </a:cubicBezTo>
                    <a:cubicBezTo>
                      <a:pt x="46" y="66"/>
                      <a:pt x="46" y="66"/>
                      <a:pt x="45" y="66"/>
                    </a:cubicBezTo>
                    <a:cubicBezTo>
                      <a:pt x="38" y="65"/>
                      <a:pt x="38" y="65"/>
                      <a:pt x="38" y="65"/>
                    </a:cubicBezTo>
                    <a:cubicBezTo>
                      <a:pt x="24" y="63"/>
                      <a:pt x="24" y="63"/>
                      <a:pt x="24" y="63"/>
                    </a:cubicBezTo>
                    <a:cubicBezTo>
                      <a:pt x="21" y="63"/>
                      <a:pt x="18" y="62"/>
                      <a:pt x="16" y="60"/>
                    </a:cubicBezTo>
                    <a:cubicBezTo>
                      <a:pt x="15" y="60"/>
                      <a:pt x="15" y="60"/>
                      <a:pt x="14" y="60"/>
                    </a:cubicBezTo>
                    <a:cubicBezTo>
                      <a:pt x="9" y="60"/>
                      <a:pt x="5" y="60"/>
                      <a:pt x="0" y="59"/>
                    </a:cubicBezTo>
                    <a:cubicBezTo>
                      <a:pt x="6" y="65"/>
                      <a:pt x="16" y="74"/>
                      <a:pt x="30" y="79"/>
                    </a:cubicBezTo>
                    <a:cubicBezTo>
                      <a:pt x="30" y="79"/>
                      <a:pt x="30" y="79"/>
                      <a:pt x="30" y="79"/>
                    </a:cubicBezTo>
                    <a:cubicBezTo>
                      <a:pt x="34" y="80"/>
                      <a:pt x="38" y="81"/>
                      <a:pt x="43" y="81"/>
                    </a:cubicBezTo>
                    <a:cubicBezTo>
                      <a:pt x="51" y="81"/>
                      <a:pt x="59" y="80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76" y="76"/>
                      <a:pt x="84" y="74"/>
                      <a:pt x="91" y="72"/>
                    </a:cubicBezTo>
                    <a:cubicBezTo>
                      <a:pt x="112" y="49"/>
                      <a:pt x="109" y="22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99" y="20"/>
                      <a:pt x="92" y="17"/>
                      <a:pt x="86" y="13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0" y="11"/>
                      <a:pt x="75" y="8"/>
                      <a:pt x="71" y="4"/>
                    </a:cubicBezTo>
                    <a:cubicBezTo>
                      <a:pt x="70" y="2"/>
                      <a:pt x="69" y="1"/>
                      <a:pt x="6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23"/>
              <p:cNvSpPr/>
              <p:nvPr/>
            </p:nvSpPr>
            <p:spPr>
              <a:xfrm>
                <a:off x="6586037" y="1939875"/>
                <a:ext cx="5447" cy="49019"/>
              </a:xfrm>
              <a:custGeom>
                <a:avLst/>
                <a:gdLst/>
                <a:ahLst/>
                <a:cxnLst/>
                <a:rect l="l" t="t" r="r" b="b"/>
                <a:pathLst>
                  <a:path w="8" h="72" extrusionOk="0">
                    <a:moveTo>
                      <a:pt x="8" y="0"/>
                    </a:moveTo>
                    <a:lnTo>
                      <a:pt x="0" y="7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64" name="Google Shape;564;p23"/>
              <p:cNvCxnSpPr/>
              <p:nvPr/>
            </p:nvCxnSpPr>
            <p:spPr>
              <a:xfrm flipH="1">
                <a:off x="6586084" y="1939875"/>
                <a:ext cx="5400" cy="489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565" name="Google Shape;565;p23"/>
              <p:cNvSpPr/>
              <p:nvPr/>
            </p:nvSpPr>
            <p:spPr>
              <a:xfrm>
                <a:off x="6576506" y="1939194"/>
                <a:ext cx="24510" cy="51742"/>
              </a:xfrm>
              <a:custGeom>
                <a:avLst/>
                <a:gdLst/>
                <a:ahLst/>
                <a:cxnLst/>
                <a:rect l="l" t="t" r="r" b="b"/>
                <a:pathLst>
                  <a:path w="36" h="76" extrusionOk="0">
                    <a:moveTo>
                      <a:pt x="27" y="76"/>
                    </a:moveTo>
                    <a:lnTo>
                      <a:pt x="0" y="72"/>
                    </a:lnTo>
                    <a:lnTo>
                      <a:pt x="9" y="0"/>
                    </a:lnTo>
                    <a:lnTo>
                      <a:pt x="36" y="3"/>
                    </a:lnTo>
                    <a:lnTo>
                      <a:pt x="27" y="7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23"/>
              <p:cNvSpPr/>
              <p:nvPr/>
            </p:nvSpPr>
            <p:spPr>
              <a:xfrm>
                <a:off x="6547911" y="1973235"/>
                <a:ext cx="61274" cy="160673"/>
              </a:xfrm>
              <a:custGeom>
                <a:avLst/>
                <a:gdLst/>
                <a:ahLst/>
                <a:cxnLst/>
                <a:rect l="l" t="t" r="r" b="b"/>
                <a:pathLst>
                  <a:path w="69" h="180" extrusionOk="0">
                    <a:moveTo>
                      <a:pt x="56" y="3"/>
                    </a:moveTo>
                    <a:cubicBezTo>
                      <a:pt x="49" y="2"/>
                      <a:pt x="49" y="2"/>
                      <a:pt x="49" y="2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" y="159"/>
                      <a:pt x="1" y="159"/>
                      <a:pt x="1" y="159"/>
                    </a:cubicBezTo>
                    <a:cubicBezTo>
                      <a:pt x="0" y="168"/>
                      <a:pt x="5" y="175"/>
                      <a:pt x="14" y="176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35" y="179"/>
                      <a:pt x="35" y="179"/>
                      <a:pt x="35" y="179"/>
                    </a:cubicBezTo>
                    <a:cubicBezTo>
                      <a:pt x="43" y="180"/>
                      <a:pt x="51" y="173"/>
                      <a:pt x="52" y="165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56" y="3"/>
                      <a:pt x="56" y="3"/>
                      <a:pt x="56" y="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p23"/>
              <p:cNvSpPr/>
              <p:nvPr/>
            </p:nvSpPr>
            <p:spPr>
              <a:xfrm>
                <a:off x="6521359" y="1732225"/>
                <a:ext cx="161354" cy="202203"/>
              </a:xfrm>
              <a:custGeom>
                <a:avLst/>
                <a:gdLst/>
                <a:ahLst/>
                <a:cxnLst/>
                <a:rect l="l" t="t" r="r" b="b"/>
                <a:pathLst>
                  <a:path w="181" h="227" extrusionOk="0">
                    <a:moveTo>
                      <a:pt x="175" y="122"/>
                    </a:moveTo>
                    <a:cubicBezTo>
                      <a:pt x="170" y="182"/>
                      <a:pt x="127" y="227"/>
                      <a:pt x="80" y="222"/>
                    </a:cubicBezTo>
                    <a:cubicBezTo>
                      <a:pt x="33" y="218"/>
                      <a:pt x="0" y="166"/>
                      <a:pt x="6" y="106"/>
                    </a:cubicBezTo>
                    <a:cubicBezTo>
                      <a:pt x="11" y="46"/>
                      <a:pt x="54" y="0"/>
                      <a:pt x="101" y="5"/>
                    </a:cubicBezTo>
                    <a:cubicBezTo>
                      <a:pt x="148" y="9"/>
                      <a:pt x="181" y="62"/>
                      <a:pt x="175" y="1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p23"/>
              <p:cNvSpPr/>
              <p:nvPr/>
            </p:nvSpPr>
            <p:spPr>
              <a:xfrm>
                <a:off x="6502296" y="1708396"/>
                <a:ext cx="197438" cy="255987"/>
              </a:xfrm>
              <a:custGeom>
                <a:avLst/>
                <a:gdLst/>
                <a:ahLst/>
                <a:cxnLst/>
                <a:rect l="l" t="t" r="r" b="b"/>
                <a:pathLst>
                  <a:path w="221" h="287" extrusionOk="0">
                    <a:moveTo>
                      <a:pt x="192" y="69"/>
                    </a:moveTo>
                    <a:cubicBezTo>
                      <a:pt x="163" y="13"/>
                      <a:pt x="104" y="0"/>
                      <a:pt x="58" y="41"/>
                    </a:cubicBezTo>
                    <a:cubicBezTo>
                      <a:pt x="13" y="82"/>
                      <a:pt x="0" y="161"/>
                      <a:pt x="29" y="218"/>
                    </a:cubicBezTo>
                    <a:cubicBezTo>
                      <a:pt x="58" y="274"/>
                      <a:pt x="118" y="287"/>
                      <a:pt x="163" y="246"/>
                    </a:cubicBezTo>
                    <a:cubicBezTo>
                      <a:pt x="208" y="205"/>
                      <a:pt x="221" y="126"/>
                      <a:pt x="192" y="69"/>
                    </a:cubicBezTo>
                    <a:close/>
                    <a:moveTo>
                      <a:pt x="153" y="227"/>
                    </a:moveTo>
                    <a:cubicBezTo>
                      <a:pt x="116" y="260"/>
                      <a:pt x="68" y="250"/>
                      <a:pt x="44" y="204"/>
                    </a:cubicBezTo>
                    <a:cubicBezTo>
                      <a:pt x="21" y="158"/>
                      <a:pt x="31" y="93"/>
                      <a:pt x="68" y="60"/>
                    </a:cubicBezTo>
                    <a:cubicBezTo>
                      <a:pt x="105" y="27"/>
                      <a:pt x="154" y="37"/>
                      <a:pt x="177" y="83"/>
                    </a:cubicBezTo>
                    <a:cubicBezTo>
                      <a:pt x="201" y="129"/>
                      <a:pt x="190" y="194"/>
                      <a:pt x="153" y="2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23"/>
              <p:cNvSpPr/>
              <p:nvPr/>
            </p:nvSpPr>
            <p:spPr>
              <a:xfrm>
                <a:off x="6505019" y="2005233"/>
                <a:ext cx="101442" cy="123228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38" extrusionOk="0">
                    <a:moveTo>
                      <a:pt x="113" y="43"/>
                    </a:moveTo>
                    <a:cubicBezTo>
                      <a:pt x="112" y="50"/>
                      <a:pt x="103" y="52"/>
                      <a:pt x="100" y="53"/>
                    </a:cubicBezTo>
                    <a:cubicBezTo>
                      <a:pt x="100" y="53"/>
                      <a:pt x="100" y="53"/>
                      <a:pt x="100" y="53"/>
                    </a:cubicBezTo>
                    <a:cubicBezTo>
                      <a:pt x="99" y="53"/>
                      <a:pt x="100" y="53"/>
                      <a:pt x="99" y="53"/>
                    </a:cubicBezTo>
                    <a:cubicBezTo>
                      <a:pt x="99" y="54"/>
                      <a:pt x="100" y="55"/>
                      <a:pt x="103" y="58"/>
                    </a:cubicBezTo>
                    <a:cubicBezTo>
                      <a:pt x="106" y="61"/>
                      <a:pt x="109" y="65"/>
                      <a:pt x="108" y="73"/>
                    </a:cubicBezTo>
                    <a:cubicBezTo>
                      <a:pt x="108" y="76"/>
                      <a:pt x="106" y="78"/>
                      <a:pt x="104" y="79"/>
                    </a:cubicBezTo>
                    <a:cubicBezTo>
                      <a:pt x="100" y="82"/>
                      <a:pt x="95" y="83"/>
                      <a:pt x="95" y="83"/>
                    </a:cubicBezTo>
                    <a:cubicBezTo>
                      <a:pt x="95" y="83"/>
                      <a:pt x="95" y="83"/>
                      <a:pt x="95" y="83"/>
                    </a:cubicBezTo>
                    <a:cubicBezTo>
                      <a:pt x="96" y="84"/>
                      <a:pt x="106" y="89"/>
                      <a:pt x="103" y="100"/>
                    </a:cubicBezTo>
                    <a:cubicBezTo>
                      <a:pt x="101" y="111"/>
                      <a:pt x="85" y="110"/>
                      <a:pt x="85" y="111"/>
                    </a:cubicBezTo>
                    <a:cubicBezTo>
                      <a:pt x="85" y="111"/>
                      <a:pt x="89" y="113"/>
                      <a:pt x="92" y="116"/>
                    </a:cubicBezTo>
                    <a:cubicBezTo>
                      <a:pt x="93" y="118"/>
                      <a:pt x="94" y="121"/>
                      <a:pt x="92" y="124"/>
                    </a:cubicBezTo>
                    <a:cubicBezTo>
                      <a:pt x="89" y="130"/>
                      <a:pt x="79" y="133"/>
                      <a:pt x="72" y="135"/>
                    </a:cubicBezTo>
                    <a:cubicBezTo>
                      <a:pt x="71" y="135"/>
                      <a:pt x="70" y="135"/>
                      <a:pt x="69" y="136"/>
                    </a:cubicBezTo>
                    <a:cubicBezTo>
                      <a:pt x="68" y="136"/>
                      <a:pt x="68" y="136"/>
                      <a:pt x="68" y="136"/>
                    </a:cubicBezTo>
                    <a:cubicBezTo>
                      <a:pt x="67" y="136"/>
                      <a:pt x="67" y="136"/>
                      <a:pt x="67" y="136"/>
                    </a:cubicBezTo>
                    <a:cubicBezTo>
                      <a:pt x="50" y="138"/>
                      <a:pt x="26" y="137"/>
                      <a:pt x="15" y="127"/>
                    </a:cubicBezTo>
                    <a:cubicBezTo>
                      <a:pt x="11" y="123"/>
                      <a:pt x="11" y="111"/>
                      <a:pt x="14" y="104"/>
                    </a:cubicBezTo>
                    <a:cubicBezTo>
                      <a:pt x="0" y="94"/>
                      <a:pt x="3" y="71"/>
                      <a:pt x="12" y="67"/>
                    </a:cubicBezTo>
                    <a:cubicBezTo>
                      <a:pt x="0" y="47"/>
                      <a:pt x="7" y="37"/>
                      <a:pt x="17" y="33"/>
                    </a:cubicBezTo>
                    <a:cubicBezTo>
                      <a:pt x="14" y="14"/>
                      <a:pt x="26" y="2"/>
                      <a:pt x="33" y="0"/>
                    </a:cubicBezTo>
                    <a:cubicBezTo>
                      <a:pt x="41" y="0"/>
                      <a:pt x="54" y="3"/>
                      <a:pt x="73" y="10"/>
                    </a:cubicBezTo>
                    <a:cubicBezTo>
                      <a:pt x="73" y="10"/>
                      <a:pt x="73" y="10"/>
                      <a:pt x="73" y="10"/>
                    </a:cubicBezTo>
                    <a:cubicBezTo>
                      <a:pt x="73" y="10"/>
                      <a:pt x="73" y="11"/>
                      <a:pt x="74" y="11"/>
                    </a:cubicBezTo>
                    <a:cubicBezTo>
                      <a:pt x="76" y="12"/>
                      <a:pt x="86" y="15"/>
                      <a:pt x="88" y="17"/>
                    </a:cubicBezTo>
                    <a:cubicBezTo>
                      <a:pt x="105" y="24"/>
                      <a:pt x="114" y="36"/>
                      <a:pt x="113" y="43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p23"/>
              <p:cNvSpPr/>
              <p:nvPr/>
            </p:nvSpPr>
            <p:spPr>
              <a:xfrm>
                <a:off x="6539741" y="1976639"/>
                <a:ext cx="118462" cy="117101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33" y="86"/>
                    </a:moveTo>
                    <a:cubicBezTo>
                      <a:pt x="133" y="86"/>
                      <a:pt x="116" y="34"/>
                      <a:pt x="82" y="7"/>
                    </a:cubicBezTo>
                    <a:cubicBezTo>
                      <a:pt x="65" y="0"/>
                      <a:pt x="0" y="52"/>
                      <a:pt x="0" y="52"/>
                    </a:cubicBezTo>
                    <a:cubicBezTo>
                      <a:pt x="5" y="77"/>
                      <a:pt x="38" y="80"/>
                      <a:pt x="61" y="61"/>
                    </a:cubicBezTo>
                    <a:cubicBezTo>
                      <a:pt x="61" y="61"/>
                      <a:pt x="44" y="116"/>
                      <a:pt x="108" y="131"/>
                    </a:cubicBezTo>
                    <a:cubicBezTo>
                      <a:pt x="133" y="86"/>
                      <a:pt x="133" y="86"/>
                      <a:pt x="133" y="8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23"/>
              <p:cNvSpPr/>
              <p:nvPr/>
            </p:nvSpPr>
            <p:spPr>
              <a:xfrm>
                <a:off x="6539741" y="2022935"/>
                <a:ext cx="60593" cy="51061"/>
              </a:xfrm>
              <a:custGeom>
                <a:avLst/>
                <a:gdLst/>
                <a:ahLst/>
                <a:cxnLst/>
                <a:rect l="l" t="t" r="r" b="b"/>
                <a:pathLst>
                  <a:path w="68" h="57" extrusionOk="0">
                    <a:moveTo>
                      <a:pt x="0" y="0"/>
                    </a:moveTo>
                    <a:cubicBezTo>
                      <a:pt x="0" y="6"/>
                      <a:pt x="3" y="12"/>
                      <a:pt x="8" y="16"/>
                    </a:cubicBezTo>
                    <a:cubicBezTo>
                      <a:pt x="13" y="20"/>
                      <a:pt x="19" y="22"/>
                      <a:pt x="26" y="23"/>
                    </a:cubicBezTo>
                    <a:cubicBezTo>
                      <a:pt x="26" y="23"/>
                      <a:pt x="27" y="23"/>
                      <a:pt x="28" y="23"/>
                    </a:cubicBezTo>
                    <a:cubicBezTo>
                      <a:pt x="33" y="23"/>
                      <a:pt x="39" y="22"/>
                      <a:pt x="44" y="20"/>
                    </a:cubicBezTo>
                    <a:cubicBezTo>
                      <a:pt x="49" y="19"/>
                      <a:pt x="53" y="17"/>
                      <a:pt x="57" y="15"/>
                    </a:cubicBezTo>
                    <a:cubicBezTo>
                      <a:pt x="56" y="19"/>
                      <a:pt x="56" y="24"/>
                      <a:pt x="57" y="28"/>
                    </a:cubicBezTo>
                    <a:cubicBezTo>
                      <a:pt x="57" y="29"/>
                      <a:pt x="57" y="31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4"/>
                      <a:pt x="57" y="36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41"/>
                      <a:pt x="59" y="43"/>
                      <a:pt x="60" y="46"/>
                    </a:cubicBezTo>
                    <a:cubicBezTo>
                      <a:pt x="62" y="50"/>
                      <a:pt x="64" y="54"/>
                      <a:pt x="67" y="57"/>
                    </a:cubicBezTo>
                    <a:cubicBezTo>
                      <a:pt x="68" y="57"/>
                      <a:pt x="68" y="56"/>
                      <a:pt x="68" y="55"/>
                    </a:cubicBezTo>
                    <a:cubicBezTo>
                      <a:pt x="53" y="34"/>
                      <a:pt x="61" y="9"/>
                      <a:pt x="61" y="9"/>
                    </a:cubicBezTo>
                    <a:cubicBezTo>
                      <a:pt x="51" y="17"/>
                      <a:pt x="40" y="22"/>
                      <a:pt x="29" y="22"/>
                    </a:cubicBezTo>
                    <a:cubicBezTo>
                      <a:pt x="15" y="22"/>
                      <a:pt x="3" y="14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" name="Google Shape;572;p23"/>
              <p:cNvSpPr/>
              <p:nvPr/>
            </p:nvSpPr>
            <p:spPr>
              <a:xfrm>
                <a:off x="6533614" y="2097825"/>
                <a:ext cx="53785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60" h="12" extrusionOk="0">
                    <a:moveTo>
                      <a:pt x="0" y="0"/>
                    </a:moveTo>
                    <a:cubicBezTo>
                      <a:pt x="60" y="12"/>
                      <a:pt x="60" y="12"/>
                      <a:pt x="60" y="12"/>
                    </a:cubicBezTo>
                    <a:cubicBezTo>
                      <a:pt x="57" y="9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23"/>
              <p:cNvSpPr/>
              <p:nvPr/>
            </p:nvSpPr>
            <p:spPr>
              <a:xfrm>
                <a:off x="6534295" y="2068549"/>
                <a:ext cx="63316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71" h="12" extrusionOk="0">
                    <a:moveTo>
                      <a:pt x="0" y="0"/>
                    </a:moveTo>
                    <a:cubicBezTo>
                      <a:pt x="62" y="12"/>
                      <a:pt x="62" y="12"/>
                      <a:pt x="62" y="12"/>
                    </a:cubicBezTo>
                    <a:cubicBezTo>
                      <a:pt x="62" y="12"/>
                      <a:pt x="67" y="11"/>
                      <a:pt x="71" y="8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" name="Google Shape;574;p23"/>
              <p:cNvSpPr/>
              <p:nvPr/>
            </p:nvSpPr>
            <p:spPr>
              <a:xfrm>
                <a:off x="6539741" y="2042678"/>
                <a:ext cx="51742" cy="14297"/>
              </a:xfrm>
              <a:custGeom>
                <a:avLst/>
                <a:gdLst/>
                <a:ahLst/>
                <a:cxnLst/>
                <a:rect l="l" t="t" r="r" b="b"/>
                <a:pathLst>
                  <a:path w="58" h="16" extrusionOk="0">
                    <a:moveTo>
                      <a:pt x="0" y="0"/>
                    </a:move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5"/>
                      <a:pt x="57" y="11"/>
                      <a:pt x="57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23"/>
              <p:cNvSpPr/>
              <p:nvPr/>
            </p:nvSpPr>
            <p:spPr>
              <a:xfrm>
                <a:off x="6590803" y="2051529"/>
                <a:ext cx="681" cy="5447"/>
              </a:xfrm>
              <a:custGeom>
                <a:avLst/>
                <a:gdLst/>
                <a:ahLst/>
                <a:cxnLst/>
                <a:rect l="l" t="t" r="r" b="b"/>
                <a:pathLst>
                  <a:path w="1" h="6" extrusionOk="0">
                    <a:moveTo>
                      <a:pt x="1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5C3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p23"/>
              <p:cNvSpPr/>
              <p:nvPr/>
            </p:nvSpPr>
            <p:spPr>
              <a:xfrm>
                <a:off x="6601015" y="2027700"/>
                <a:ext cx="411214" cy="510615"/>
              </a:xfrm>
              <a:custGeom>
                <a:avLst/>
                <a:gdLst/>
                <a:ahLst/>
                <a:cxnLst/>
                <a:rect l="l" t="t" r="r" b="b"/>
                <a:pathLst>
                  <a:path w="461" h="573" extrusionOk="0">
                    <a:moveTo>
                      <a:pt x="461" y="327"/>
                    </a:moveTo>
                    <a:cubicBezTo>
                      <a:pt x="460" y="330"/>
                      <a:pt x="459" y="335"/>
                      <a:pt x="457" y="341"/>
                    </a:cubicBezTo>
                    <a:cubicBezTo>
                      <a:pt x="449" y="366"/>
                      <a:pt x="433" y="417"/>
                      <a:pt x="412" y="464"/>
                    </a:cubicBezTo>
                    <a:cubicBezTo>
                      <a:pt x="403" y="484"/>
                      <a:pt x="393" y="503"/>
                      <a:pt x="382" y="520"/>
                    </a:cubicBezTo>
                    <a:cubicBezTo>
                      <a:pt x="362" y="551"/>
                      <a:pt x="340" y="573"/>
                      <a:pt x="316" y="573"/>
                    </a:cubicBezTo>
                    <a:cubicBezTo>
                      <a:pt x="241" y="571"/>
                      <a:pt x="0" y="276"/>
                      <a:pt x="0" y="276"/>
                    </a:cubicBezTo>
                    <a:cubicBezTo>
                      <a:pt x="16" y="169"/>
                      <a:pt x="98" y="52"/>
                      <a:pt x="98" y="52"/>
                    </a:cubicBezTo>
                    <a:cubicBezTo>
                      <a:pt x="280" y="277"/>
                      <a:pt x="280" y="277"/>
                      <a:pt x="280" y="277"/>
                    </a:cubicBezTo>
                    <a:cubicBezTo>
                      <a:pt x="280" y="277"/>
                      <a:pt x="349" y="24"/>
                      <a:pt x="382" y="11"/>
                    </a:cubicBezTo>
                    <a:cubicBezTo>
                      <a:pt x="383" y="10"/>
                      <a:pt x="383" y="10"/>
                      <a:pt x="384" y="10"/>
                    </a:cubicBezTo>
                    <a:cubicBezTo>
                      <a:pt x="417" y="0"/>
                      <a:pt x="452" y="59"/>
                      <a:pt x="452" y="59"/>
                    </a:cubicBezTo>
                    <a:cubicBezTo>
                      <a:pt x="456" y="181"/>
                      <a:pt x="456" y="181"/>
                      <a:pt x="456" y="181"/>
                    </a:cubicBezTo>
                    <a:cubicBezTo>
                      <a:pt x="459" y="261"/>
                      <a:pt x="459" y="261"/>
                      <a:pt x="459" y="261"/>
                    </a:cubicBezTo>
                    <a:cubicBezTo>
                      <a:pt x="461" y="327"/>
                      <a:pt x="461" y="327"/>
                      <a:pt x="461" y="327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23"/>
              <p:cNvSpPr/>
              <p:nvPr/>
            </p:nvSpPr>
            <p:spPr>
              <a:xfrm>
                <a:off x="6904660" y="2201309"/>
                <a:ext cx="66040" cy="290029"/>
              </a:xfrm>
              <a:custGeom>
                <a:avLst/>
                <a:gdLst/>
                <a:ahLst/>
                <a:cxnLst/>
                <a:rect l="l" t="t" r="r" b="b"/>
                <a:pathLst>
                  <a:path w="74" h="325" extrusionOk="0">
                    <a:moveTo>
                      <a:pt x="42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0" y="66"/>
                      <a:pt x="7" y="89"/>
                    </a:cubicBezTo>
                    <a:cubicBezTo>
                      <a:pt x="14" y="111"/>
                      <a:pt x="42" y="150"/>
                      <a:pt x="42" y="150"/>
                    </a:cubicBezTo>
                    <a:cubicBezTo>
                      <a:pt x="42" y="325"/>
                      <a:pt x="42" y="325"/>
                      <a:pt x="42" y="325"/>
                    </a:cubicBezTo>
                    <a:cubicBezTo>
                      <a:pt x="53" y="308"/>
                      <a:pt x="63" y="289"/>
                      <a:pt x="72" y="269"/>
                    </a:cubicBezTo>
                    <a:cubicBezTo>
                      <a:pt x="72" y="269"/>
                      <a:pt x="72" y="269"/>
                      <a:pt x="72" y="269"/>
                    </a:cubicBezTo>
                    <a:cubicBezTo>
                      <a:pt x="74" y="159"/>
                      <a:pt x="74" y="159"/>
                      <a:pt x="74" y="159"/>
                    </a:cubicBezTo>
                    <a:cubicBezTo>
                      <a:pt x="73" y="146"/>
                      <a:pt x="33" y="112"/>
                      <a:pt x="26" y="81"/>
                    </a:cubicBezTo>
                    <a:cubicBezTo>
                      <a:pt x="23" y="66"/>
                      <a:pt x="32" y="31"/>
                      <a:pt x="42" y="0"/>
                    </a:cubicBezTo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23"/>
              <p:cNvSpPr/>
              <p:nvPr/>
            </p:nvSpPr>
            <p:spPr>
              <a:xfrm>
                <a:off x="6925085" y="1981405"/>
                <a:ext cx="442532" cy="590271"/>
              </a:xfrm>
              <a:custGeom>
                <a:avLst/>
                <a:gdLst/>
                <a:ahLst/>
                <a:cxnLst/>
                <a:rect l="l" t="t" r="r" b="b"/>
                <a:pathLst>
                  <a:path w="496" h="662" extrusionOk="0">
                    <a:moveTo>
                      <a:pt x="496" y="88"/>
                    </a:moveTo>
                    <a:cubicBezTo>
                      <a:pt x="461" y="323"/>
                      <a:pt x="461" y="323"/>
                      <a:pt x="461" y="323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0" y="321"/>
                      <a:pt x="460" y="321"/>
                      <a:pt x="460" y="321"/>
                    </a:cubicBezTo>
                    <a:cubicBezTo>
                      <a:pt x="440" y="448"/>
                      <a:pt x="440" y="448"/>
                      <a:pt x="440" y="448"/>
                    </a:cubicBezTo>
                    <a:cubicBezTo>
                      <a:pt x="440" y="451"/>
                      <a:pt x="440" y="451"/>
                      <a:pt x="440" y="451"/>
                    </a:cubicBezTo>
                    <a:cubicBezTo>
                      <a:pt x="455" y="595"/>
                      <a:pt x="455" y="595"/>
                      <a:pt x="455" y="595"/>
                    </a:cubicBezTo>
                    <a:cubicBezTo>
                      <a:pt x="455" y="595"/>
                      <a:pt x="214" y="662"/>
                      <a:pt x="47" y="595"/>
                    </a:cubicBezTo>
                    <a:cubicBezTo>
                      <a:pt x="47" y="572"/>
                      <a:pt x="47" y="572"/>
                      <a:pt x="47" y="572"/>
                    </a:cubicBezTo>
                    <a:cubicBezTo>
                      <a:pt x="49" y="516"/>
                      <a:pt x="49" y="516"/>
                      <a:pt x="49" y="516"/>
                    </a:cubicBezTo>
                    <a:cubicBezTo>
                      <a:pt x="51" y="406"/>
                      <a:pt x="51" y="406"/>
                      <a:pt x="51" y="406"/>
                    </a:cubicBezTo>
                    <a:cubicBezTo>
                      <a:pt x="50" y="393"/>
                      <a:pt x="10" y="359"/>
                      <a:pt x="3" y="328"/>
                    </a:cubicBezTo>
                    <a:cubicBezTo>
                      <a:pt x="0" y="313"/>
                      <a:pt x="9" y="278"/>
                      <a:pt x="19" y="247"/>
                    </a:cubicBezTo>
                    <a:cubicBezTo>
                      <a:pt x="28" y="219"/>
                      <a:pt x="37" y="196"/>
                      <a:pt x="37" y="196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20" y="62"/>
                      <a:pt x="20" y="62"/>
                      <a:pt x="21" y="62"/>
                    </a:cubicBezTo>
                    <a:cubicBezTo>
                      <a:pt x="38" y="56"/>
                      <a:pt x="178" y="4"/>
                      <a:pt x="247" y="1"/>
                    </a:cubicBezTo>
                    <a:cubicBezTo>
                      <a:pt x="297" y="0"/>
                      <a:pt x="397" y="42"/>
                      <a:pt x="453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79" y="80"/>
                      <a:pt x="496" y="88"/>
                      <a:pt x="496" y="8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23"/>
              <p:cNvSpPr/>
              <p:nvPr/>
            </p:nvSpPr>
            <p:spPr>
              <a:xfrm>
                <a:off x="6888321" y="2511763"/>
                <a:ext cx="822429" cy="1230922"/>
              </a:xfrm>
              <a:custGeom>
                <a:avLst/>
                <a:gdLst/>
                <a:ahLst/>
                <a:cxnLst/>
                <a:rect l="l" t="t" r="r" b="b"/>
                <a:pathLst>
                  <a:path w="922" h="1380" extrusionOk="0">
                    <a:moveTo>
                      <a:pt x="7" y="256"/>
                    </a:moveTo>
                    <a:cubicBezTo>
                      <a:pt x="7" y="1338"/>
                      <a:pt x="7" y="1338"/>
                      <a:pt x="7" y="1338"/>
                    </a:cubicBezTo>
                    <a:cubicBezTo>
                      <a:pt x="7" y="1338"/>
                      <a:pt x="81" y="1380"/>
                      <a:pt x="214" y="1380"/>
                    </a:cubicBezTo>
                    <a:cubicBezTo>
                      <a:pt x="348" y="1380"/>
                      <a:pt x="428" y="1368"/>
                      <a:pt x="428" y="1368"/>
                    </a:cubicBezTo>
                    <a:cubicBezTo>
                      <a:pt x="324" y="356"/>
                      <a:pt x="324" y="356"/>
                      <a:pt x="324" y="356"/>
                    </a:cubicBezTo>
                    <a:cubicBezTo>
                      <a:pt x="538" y="1366"/>
                      <a:pt x="538" y="1366"/>
                      <a:pt x="538" y="1366"/>
                    </a:cubicBezTo>
                    <a:cubicBezTo>
                      <a:pt x="538" y="1366"/>
                      <a:pt x="653" y="1354"/>
                      <a:pt x="743" y="1332"/>
                    </a:cubicBezTo>
                    <a:cubicBezTo>
                      <a:pt x="834" y="1310"/>
                      <a:pt x="922" y="1248"/>
                      <a:pt x="922" y="1248"/>
                    </a:cubicBezTo>
                    <a:cubicBezTo>
                      <a:pt x="600" y="208"/>
                      <a:pt x="600" y="208"/>
                      <a:pt x="600" y="208"/>
                    </a:cubicBezTo>
                    <a:cubicBezTo>
                      <a:pt x="566" y="75"/>
                      <a:pt x="484" y="3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23"/>
              <p:cNvSpPr/>
              <p:nvPr/>
            </p:nvSpPr>
            <p:spPr>
              <a:xfrm>
                <a:off x="7078269" y="1878601"/>
                <a:ext cx="125271" cy="239648"/>
              </a:xfrm>
              <a:custGeom>
                <a:avLst/>
                <a:gdLst/>
                <a:ahLst/>
                <a:cxnLst/>
                <a:rect l="l" t="t" r="r" b="b"/>
                <a:pathLst>
                  <a:path w="140" h="269" extrusionOk="0">
                    <a:moveTo>
                      <a:pt x="0" y="142"/>
                    </a:moveTo>
                    <a:cubicBezTo>
                      <a:pt x="0" y="159"/>
                      <a:pt x="0" y="233"/>
                      <a:pt x="37" y="269"/>
                    </a:cubicBezTo>
                    <a:cubicBezTo>
                      <a:pt x="110" y="236"/>
                      <a:pt x="139" y="123"/>
                      <a:pt x="139" y="123"/>
                    </a:cubicBezTo>
                    <a:cubicBezTo>
                      <a:pt x="139" y="118"/>
                      <a:pt x="139" y="118"/>
                      <a:pt x="139" y="118"/>
                    </a:cubicBezTo>
                    <a:cubicBezTo>
                      <a:pt x="140" y="29"/>
                      <a:pt x="140" y="29"/>
                      <a:pt x="140" y="29"/>
                    </a:cubicBezTo>
                    <a:cubicBezTo>
                      <a:pt x="139" y="11"/>
                      <a:pt x="15" y="0"/>
                      <a:pt x="15" y="0"/>
                    </a:cubicBezTo>
                    <a:cubicBezTo>
                      <a:pt x="0" y="142"/>
                      <a:pt x="0" y="142"/>
                      <a:pt x="0" y="142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23"/>
              <p:cNvSpPr/>
              <p:nvPr/>
            </p:nvSpPr>
            <p:spPr>
              <a:xfrm>
                <a:off x="7203540" y="1907876"/>
                <a:ext cx="0" cy="2246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25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728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" name="Google Shape;582;p23"/>
              <p:cNvSpPr/>
              <p:nvPr/>
            </p:nvSpPr>
            <p:spPr>
              <a:xfrm>
                <a:off x="7086439" y="1907876"/>
                <a:ext cx="117101" cy="61274"/>
              </a:xfrm>
              <a:custGeom>
                <a:avLst/>
                <a:gdLst/>
                <a:ahLst/>
                <a:cxnLst/>
                <a:rect l="l" t="t" r="r" b="b"/>
                <a:pathLst>
                  <a:path w="131" h="69" extrusionOk="0">
                    <a:moveTo>
                      <a:pt x="131" y="0"/>
                    </a:moveTo>
                    <a:cubicBezTo>
                      <a:pt x="100" y="30"/>
                      <a:pt x="51" y="64"/>
                      <a:pt x="11" y="64"/>
                    </a:cubicBezTo>
                    <a:cubicBezTo>
                      <a:pt x="7" y="64"/>
                      <a:pt x="4" y="63"/>
                      <a:pt x="1" y="63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4"/>
                      <a:pt x="14" y="69"/>
                      <a:pt x="35" y="69"/>
                    </a:cubicBezTo>
                    <a:cubicBezTo>
                      <a:pt x="61" y="69"/>
                      <a:pt x="98" y="61"/>
                      <a:pt x="131" y="25"/>
                    </a:cubicBezTo>
                    <a:cubicBezTo>
                      <a:pt x="131" y="0"/>
                      <a:pt x="131" y="0"/>
                      <a:pt x="131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" name="Google Shape;583;p23"/>
              <p:cNvSpPr/>
              <p:nvPr/>
            </p:nvSpPr>
            <p:spPr>
              <a:xfrm>
                <a:off x="7004741" y="1678440"/>
                <a:ext cx="240330" cy="294795"/>
              </a:xfrm>
              <a:custGeom>
                <a:avLst/>
                <a:gdLst/>
                <a:ahLst/>
                <a:cxnLst/>
                <a:rect l="l" t="t" r="r" b="b"/>
                <a:pathLst>
                  <a:path w="270" h="330" extrusionOk="0">
                    <a:moveTo>
                      <a:pt x="2" y="168"/>
                    </a:moveTo>
                    <a:cubicBezTo>
                      <a:pt x="1" y="175"/>
                      <a:pt x="1" y="181"/>
                      <a:pt x="0" y="187"/>
                    </a:cubicBezTo>
                    <a:cubicBezTo>
                      <a:pt x="0" y="208"/>
                      <a:pt x="0" y="224"/>
                      <a:pt x="2" y="230"/>
                    </a:cubicBezTo>
                    <a:cubicBezTo>
                      <a:pt x="20" y="271"/>
                      <a:pt x="66" y="316"/>
                      <a:pt x="90" y="319"/>
                    </a:cubicBezTo>
                    <a:cubicBezTo>
                      <a:pt x="142" y="330"/>
                      <a:pt x="215" y="270"/>
                      <a:pt x="244" y="236"/>
                    </a:cubicBezTo>
                    <a:cubicBezTo>
                      <a:pt x="262" y="215"/>
                      <a:pt x="270" y="166"/>
                      <a:pt x="264" y="116"/>
                    </a:cubicBezTo>
                    <a:cubicBezTo>
                      <a:pt x="260" y="85"/>
                      <a:pt x="255" y="81"/>
                      <a:pt x="252" y="69"/>
                    </a:cubicBezTo>
                    <a:cubicBezTo>
                      <a:pt x="252" y="69"/>
                      <a:pt x="243" y="18"/>
                      <a:pt x="142" y="6"/>
                    </a:cubicBezTo>
                    <a:cubicBezTo>
                      <a:pt x="91" y="0"/>
                      <a:pt x="40" y="12"/>
                      <a:pt x="27" y="40"/>
                    </a:cubicBezTo>
                    <a:cubicBezTo>
                      <a:pt x="14" y="68"/>
                      <a:pt x="5" y="124"/>
                      <a:pt x="2" y="168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p23"/>
              <p:cNvSpPr/>
              <p:nvPr/>
            </p:nvSpPr>
            <p:spPr>
              <a:xfrm>
                <a:off x="7145670" y="1845241"/>
                <a:ext cx="43572" cy="21786"/>
              </a:xfrm>
              <a:custGeom>
                <a:avLst/>
                <a:gdLst/>
                <a:ahLst/>
                <a:cxnLst/>
                <a:rect l="l" t="t" r="r" b="b"/>
                <a:pathLst>
                  <a:path w="49" h="24" extrusionOk="0">
                    <a:moveTo>
                      <a:pt x="26" y="0"/>
                    </a:moveTo>
                    <a:cubicBezTo>
                      <a:pt x="25" y="0"/>
                      <a:pt x="24" y="0"/>
                      <a:pt x="23" y="0"/>
                    </a:cubicBezTo>
                    <a:cubicBezTo>
                      <a:pt x="10" y="1"/>
                      <a:pt x="0" y="14"/>
                      <a:pt x="0" y="14"/>
                    </a:cubicBezTo>
                    <a:cubicBezTo>
                      <a:pt x="0" y="14"/>
                      <a:pt x="11" y="24"/>
                      <a:pt x="23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39" y="22"/>
                      <a:pt x="49" y="10"/>
                      <a:pt x="49" y="10"/>
                    </a:cubicBezTo>
                    <a:cubicBezTo>
                      <a:pt x="49" y="10"/>
                      <a:pt x="38" y="0"/>
                      <a:pt x="26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" name="Google Shape;585;p23"/>
              <p:cNvSpPr/>
              <p:nvPr/>
            </p:nvSpPr>
            <p:spPr>
              <a:xfrm>
                <a:off x="7004741" y="1828220"/>
                <a:ext cx="15659" cy="17020"/>
              </a:xfrm>
              <a:custGeom>
                <a:avLst/>
                <a:gdLst/>
                <a:ahLst/>
                <a:cxnLst/>
                <a:rect l="l" t="t" r="r" b="b"/>
                <a:pathLst>
                  <a:path w="18" h="19" extrusionOk="0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7"/>
                      <a:pt x="1" y="13"/>
                      <a:pt x="0" y="19"/>
                    </a:cubicBezTo>
                    <a:cubicBezTo>
                      <a:pt x="1" y="19"/>
                      <a:pt x="2" y="19"/>
                      <a:pt x="3" y="19"/>
                    </a:cubicBezTo>
                    <a:cubicBezTo>
                      <a:pt x="11" y="19"/>
                      <a:pt x="18" y="15"/>
                      <a:pt x="18" y="15"/>
                    </a:cubicBezTo>
                    <a:cubicBezTo>
                      <a:pt x="18" y="15"/>
                      <a:pt x="12" y="4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586;p23"/>
              <p:cNvSpPr/>
              <p:nvPr/>
            </p:nvSpPr>
            <p:spPr>
              <a:xfrm>
                <a:off x="7028569" y="1805073"/>
                <a:ext cx="25191" cy="44934"/>
              </a:xfrm>
              <a:custGeom>
                <a:avLst/>
                <a:gdLst/>
                <a:ahLst/>
                <a:cxnLst/>
                <a:rect l="l" t="t" r="r" b="b"/>
                <a:pathLst>
                  <a:path w="28" h="50" extrusionOk="0">
                    <a:moveTo>
                      <a:pt x="0" y="0"/>
                    </a:moveTo>
                    <a:cubicBezTo>
                      <a:pt x="18" y="2"/>
                      <a:pt x="18" y="2"/>
                      <a:pt x="18" y="2"/>
                    </a:cubicBezTo>
                    <a:cubicBezTo>
                      <a:pt x="24" y="3"/>
                      <a:pt x="28" y="14"/>
                      <a:pt x="27" y="27"/>
                    </a:cubicBezTo>
                    <a:cubicBezTo>
                      <a:pt x="25" y="40"/>
                      <a:pt x="19" y="50"/>
                      <a:pt x="13" y="49"/>
                    </a:cubicBezTo>
                    <a:cubicBezTo>
                      <a:pt x="7" y="48"/>
                      <a:pt x="3" y="37"/>
                      <a:pt x="5" y="24"/>
                    </a:cubicBezTo>
                    <a:cubicBezTo>
                      <a:pt x="5" y="19"/>
                      <a:pt x="7" y="14"/>
                      <a:pt x="9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23"/>
              <p:cNvSpPr/>
              <p:nvPr/>
            </p:nvSpPr>
            <p:spPr>
              <a:xfrm>
                <a:off x="7097332" y="1749245"/>
                <a:ext cx="61274" cy="64678"/>
              </a:xfrm>
              <a:custGeom>
                <a:avLst/>
                <a:gdLst/>
                <a:ahLst/>
                <a:cxnLst/>
                <a:rect l="l" t="t" r="r" b="b"/>
                <a:pathLst>
                  <a:path w="69" h="73" extrusionOk="0">
                    <a:moveTo>
                      <a:pt x="0" y="45"/>
                    </a:moveTo>
                    <a:cubicBezTo>
                      <a:pt x="0" y="45"/>
                      <a:pt x="41" y="31"/>
                      <a:pt x="69" y="73"/>
                    </a:cubicBezTo>
                    <a:cubicBezTo>
                      <a:pt x="69" y="73"/>
                      <a:pt x="42" y="0"/>
                      <a:pt x="0" y="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23"/>
              <p:cNvSpPr/>
              <p:nvPr/>
            </p:nvSpPr>
            <p:spPr>
              <a:xfrm>
                <a:off x="7010868" y="1752649"/>
                <a:ext cx="49019" cy="48338"/>
              </a:xfrm>
              <a:custGeom>
                <a:avLst/>
                <a:gdLst/>
                <a:ahLst/>
                <a:cxnLst/>
                <a:rect l="l" t="t" r="r" b="b"/>
                <a:pathLst>
                  <a:path w="55" h="54" extrusionOk="0">
                    <a:moveTo>
                      <a:pt x="55" y="38"/>
                    </a:moveTo>
                    <a:cubicBezTo>
                      <a:pt x="55" y="38"/>
                      <a:pt x="23" y="25"/>
                      <a:pt x="0" y="54"/>
                    </a:cubicBezTo>
                    <a:cubicBezTo>
                      <a:pt x="0" y="54"/>
                      <a:pt x="26" y="0"/>
                      <a:pt x="55" y="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23"/>
              <p:cNvSpPr/>
              <p:nvPr/>
            </p:nvSpPr>
            <p:spPr>
              <a:xfrm>
                <a:off x="7228049" y="1789414"/>
                <a:ext cx="66040" cy="129356"/>
              </a:xfrm>
              <a:custGeom>
                <a:avLst/>
                <a:gdLst/>
                <a:ahLst/>
                <a:cxnLst/>
                <a:rect l="l" t="t" r="r" b="b"/>
                <a:pathLst>
                  <a:path w="74" h="145" extrusionOk="0">
                    <a:moveTo>
                      <a:pt x="4" y="41"/>
                    </a:moveTo>
                    <a:cubicBezTo>
                      <a:pt x="4" y="41"/>
                      <a:pt x="21" y="0"/>
                      <a:pt x="48" y="3"/>
                    </a:cubicBezTo>
                    <a:cubicBezTo>
                      <a:pt x="74" y="6"/>
                      <a:pt x="58" y="145"/>
                      <a:pt x="0" y="85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" name="Google Shape;590;p23"/>
              <p:cNvSpPr/>
              <p:nvPr/>
            </p:nvSpPr>
            <p:spPr>
              <a:xfrm>
                <a:off x="7234857" y="1819370"/>
                <a:ext cx="33360" cy="27233"/>
              </a:xfrm>
              <a:custGeom>
                <a:avLst/>
                <a:gdLst/>
                <a:ahLst/>
                <a:cxnLst/>
                <a:rect l="l" t="t" r="r" b="b"/>
                <a:pathLst>
                  <a:path w="38" h="30" extrusionOk="0">
                    <a:moveTo>
                      <a:pt x="1" y="30"/>
                    </a:moveTo>
                    <a:cubicBezTo>
                      <a:pt x="2" y="30"/>
                      <a:pt x="3" y="30"/>
                      <a:pt x="3" y="29"/>
                    </a:cubicBezTo>
                    <a:cubicBezTo>
                      <a:pt x="3" y="29"/>
                      <a:pt x="6" y="19"/>
                      <a:pt x="13" y="17"/>
                    </a:cubicBezTo>
                    <a:cubicBezTo>
                      <a:pt x="16" y="16"/>
                      <a:pt x="19" y="17"/>
                      <a:pt x="23" y="20"/>
                    </a:cubicBezTo>
                    <a:cubicBezTo>
                      <a:pt x="24" y="20"/>
                      <a:pt x="25" y="20"/>
                      <a:pt x="25" y="20"/>
                    </a:cubicBezTo>
                    <a:cubicBezTo>
                      <a:pt x="26" y="19"/>
                      <a:pt x="26" y="18"/>
                      <a:pt x="25" y="17"/>
                    </a:cubicBezTo>
                    <a:cubicBezTo>
                      <a:pt x="20" y="14"/>
                      <a:pt x="16" y="13"/>
                      <a:pt x="12" y="14"/>
                    </a:cubicBezTo>
                    <a:cubicBezTo>
                      <a:pt x="11" y="14"/>
                      <a:pt x="10" y="15"/>
                      <a:pt x="9" y="15"/>
                    </a:cubicBezTo>
                    <a:cubicBezTo>
                      <a:pt x="14" y="8"/>
                      <a:pt x="20" y="4"/>
                      <a:pt x="25" y="4"/>
                    </a:cubicBezTo>
                    <a:cubicBezTo>
                      <a:pt x="28" y="5"/>
                      <a:pt x="31" y="7"/>
                      <a:pt x="33" y="11"/>
                    </a:cubicBezTo>
                    <a:cubicBezTo>
                      <a:pt x="34" y="14"/>
                      <a:pt x="35" y="17"/>
                      <a:pt x="35" y="17"/>
                    </a:cubicBezTo>
                    <a:cubicBezTo>
                      <a:pt x="35" y="17"/>
                      <a:pt x="36" y="18"/>
                      <a:pt x="37" y="18"/>
                    </a:cubicBezTo>
                    <a:cubicBezTo>
                      <a:pt x="38" y="18"/>
                      <a:pt x="38" y="17"/>
                      <a:pt x="38" y="16"/>
                    </a:cubicBezTo>
                    <a:cubicBezTo>
                      <a:pt x="38" y="15"/>
                      <a:pt x="36" y="3"/>
                      <a:pt x="26" y="1"/>
                    </a:cubicBezTo>
                    <a:cubicBezTo>
                      <a:pt x="16" y="0"/>
                      <a:pt x="4" y="12"/>
                      <a:pt x="0" y="28"/>
                    </a:cubicBezTo>
                    <a:cubicBezTo>
                      <a:pt x="0" y="29"/>
                      <a:pt x="0" y="30"/>
                      <a:pt x="1" y="30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" name="Google Shape;591;p23"/>
              <p:cNvSpPr/>
              <p:nvPr/>
            </p:nvSpPr>
            <p:spPr>
              <a:xfrm>
                <a:off x="6982954" y="1615124"/>
                <a:ext cx="307050" cy="19471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18" extrusionOk="0">
                    <a:moveTo>
                      <a:pt x="38" y="175"/>
                    </a:moveTo>
                    <a:cubicBezTo>
                      <a:pt x="38" y="175"/>
                      <a:pt x="93" y="160"/>
                      <a:pt x="116" y="109"/>
                    </a:cubicBezTo>
                    <a:cubicBezTo>
                      <a:pt x="116" y="109"/>
                      <a:pt x="163" y="212"/>
                      <a:pt x="290" y="218"/>
                    </a:cubicBezTo>
                    <a:cubicBezTo>
                      <a:pt x="290" y="218"/>
                      <a:pt x="293" y="164"/>
                      <a:pt x="344" y="175"/>
                    </a:cubicBezTo>
                    <a:cubicBezTo>
                      <a:pt x="344" y="175"/>
                      <a:pt x="340" y="87"/>
                      <a:pt x="280" y="44"/>
                    </a:cubicBezTo>
                    <a:cubicBezTo>
                      <a:pt x="219" y="0"/>
                      <a:pt x="137" y="38"/>
                      <a:pt x="137" y="38"/>
                    </a:cubicBezTo>
                    <a:cubicBezTo>
                      <a:pt x="137" y="38"/>
                      <a:pt x="120" y="18"/>
                      <a:pt x="75" y="35"/>
                    </a:cubicBezTo>
                    <a:cubicBezTo>
                      <a:pt x="30" y="52"/>
                      <a:pt x="0" y="177"/>
                      <a:pt x="0" y="177"/>
                    </a:cubicBezTo>
                    <a:cubicBezTo>
                      <a:pt x="0" y="177"/>
                      <a:pt x="24" y="180"/>
                      <a:pt x="38" y="1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p23"/>
              <p:cNvSpPr/>
              <p:nvPr/>
            </p:nvSpPr>
            <p:spPr>
              <a:xfrm>
                <a:off x="7394850" y="2367429"/>
                <a:ext cx="39487" cy="211054"/>
              </a:xfrm>
              <a:custGeom>
                <a:avLst/>
                <a:gdLst/>
                <a:ahLst/>
                <a:cxnLst/>
                <a:rect l="l" t="t" r="r" b="b"/>
                <a:pathLst>
                  <a:path w="44" h="237" extrusionOk="0">
                    <a:moveTo>
                      <a:pt x="0" y="119"/>
                    </a:moveTo>
                    <a:cubicBezTo>
                      <a:pt x="0" y="184"/>
                      <a:pt x="16" y="237"/>
                      <a:pt x="16" y="237"/>
                    </a:cubicBezTo>
                    <a:cubicBezTo>
                      <a:pt x="16" y="237"/>
                      <a:pt x="44" y="184"/>
                      <a:pt x="44" y="119"/>
                    </a:cubicBezTo>
                    <a:cubicBezTo>
                      <a:pt x="44" y="53"/>
                      <a:pt x="22" y="0"/>
                      <a:pt x="22" y="0"/>
                    </a:cubicBezTo>
                    <a:cubicBezTo>
                      <a:pt x="22" y="0"/>
                      <a:pt x="0" y="53"/>
                      <a:pt x="0" y="119"/>
                    </a:cubicBezTo>
                    <a:close/>
                  </a:path>
                </a:pathLst>
              </a:custGeom>
              <a:solidFill>
                <a:srgbClr val="27314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23"/>
              <p:cNvSpPr/>
              <p:nvPr/>
            </p:nvSpPr>
            <p:spPr>
              <a:xfrm>
                <a:off x="7071461" y="2201990"/>
                <a:ext cx="322709" cy="447298"/>
              </a:xfrm>
              <a:custGeom>
                <a:avLst/>
                <a:gdLst/>
                <a:ahLst/>
                <a:cxnLst/>
                <a:rect l="l" t="t" r="r" b="b"/>
                <a:pathLst>
                  <a:path w="362" h="501" extrusionOk="0">
                    <a:moveTo>
                      <a:pt x="19" y="25"/>
                    </a:moveTo>
                    <a:cubicBezTo>
                      <a:pt x="312" y="0"/>
                      <a:pt x="312" y="0"/>
                      <a:pt x="312" y="0"/>
                    </a:cubicBezTo>
                    <a:cubicBezTo>
                      <a:pt x="319" y="1"/>
                      <a:pt x="325" y="7"/>
                      <a:pt x="326" y="15"/>
                    </a:cubicBezTo>
                    <a:cubicBezTo>
                      <a:pt x="361" y="459"/>
                      <a:pt x="361" y="459"/>
                      <a:pt x="361" y="459"/>
                    </a:cubicBezTo>
                    <a:cubicBezTo>
                      <a:pt x="362" y="469"/>
                      <a:pt x="353" y="477"/>
                      <a:pt x="343" y="476"/>
                    </a:cubicBezTo>
                    <a:cubicBezTo>
                      <a:pt x="50" y="501"/>
                      <a:pt x="50" y="501"/>
                      <a:pt x="50" y="501"/>
                    </a:cubicBezTo>
                    <a:cubicBezTo>
                      <a:pt x="42" y="500"/>
                      <a:pt x="36" y="494"/>
                      <a:pt x="36" y="486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33"/>
                      <a:pt x="9" y="24"/>
                      <a:pt x="19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" name="Google Shape;594;p23"/>
              <p:cNvSpPr/>
              <p:nvPr/>
            </p:nvSpPr>
            <p:spPr>
              <a:xfrm>
                <a:off x="7197413" y="2319091"/>
                <a:ext cx="70800" cy="72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" name="Google Shape;595;p23"/>
              <p:cNvSpPr/>
              <p:nvPr/>
            </p:nvSpPr>
            <p:spPr>
              <a:xfrm>
                <a:off x="7270941" y="2312283"/>
                <a:ext cx="171567" cy="204927"/>
              </a:xfrm>
              <a:custGeom>
                <a:avLst/>
                <a:gdLst/>
                <a:ahLst/>
                <a:cxnLst/>
                <a:rect l="l" t="t" r="r" b="b"/>
                <a:pathLst>
                  <a:path w="192" h="230" extrusionOk="0">
                    <a:moveTo>
                      <a:pt x="128" y="230"/>
                    </a:moveTo>
                    <a:cubicBezTo>
                      <a:pt x="146" y="224"/>
                      <a:pt x="174" y="212"/>
                      <a:pt x="180" y="189"/>
                    </a:cubicBezTo>
                    <a:cubicBezTo>
                      <a:pt x="190" y="155"/>
                      <a:pt x="192" y="61"/>
                      <a:pt x="174" y="45"/>
                    </a:cubicBezTo>
                    <a:cubicBezTo>
                      <a:pt x="156" y="29"/>
                      <a:pt x="27" y="0"/>
                      <a:pt x="27" y="0"/>
                    </a:cubicBezTo>
                    <a:cubicBezTo>
                      <a:pt x="27" y="0"/>
                      <a:pt x="21" y="26"/>
                      <a:pt x="45" y="36"/>
                    </a:cubicBezTo>
                    <a:cubicBezTo>
                      <a:pt x="69" y="45"/>
                      <a:pt x="133" y="64"/>
                      <a:pt x="133" y="64"/>
                    </a:cubicBezTo>
                    <a:cubicBezTo>
                      <a:pt x="3" y="59"/>
                      <a:pt x="3" y="59"/>
                      <a:pt x="3" y="59"/>
                    </a:cubicBezTo>
                    <a:cubicBezTo>
                      <a:pt x="3" y="59"/>
                      <a:pt x="0" y="77"/>
                      <a:pt x="15" y="86"/>
                    </a:cubicBezTo>
                    <a:cubicBezTo>
                      <a:pt x="30" y="95"/>
                      <a:pt x="116" y="97"/>
                      <a:pt x="116" y="97"/>
                    </a:cubicBezTo>
                    <a:cubicBezTo>
                      <a:pt x="10" y="95"/>
                      <a:pt x="10" y="95"/>
                      <a:pt x="10" y="95"/>
                    </a:cubicBezTo>
                    <a:cubicBezTo>
                      <a:pt x="10" y="95"/>
                      <a:pt x="7" y="120"/>
                      <a:pt x="35" y="123"/>
                    </a:cubicBezTo>
                    <a:cubicBezTo>
                      <a:pt x="62" y="126"/>
                      <a:pt x="126" y="132"/>
                      <a:pt x="126" y="132"/>
                    </a:cubicBezTo>
                    <a:cubicBezTo>
                      <a:pt x="52" y="129"/>
                      <a:pt x="52" y="129"/>
                      <a:pt x="52" y="129"/>
                    </a:cubicBezTo>
                    <a:cubicBezTo>
                      <a:pt x="52" y="129"/>
                      <a:pt x="53" y="154"/>
                      <a:pt x="79" y="157"/>
                    </a:cubicBezTo>
                    <a:cubicBezTo>
                      <a:pt x="98" y="159"/>
                      <a:pt x="123" y="163"/>
                      <a:pt x="123" y="163"/>
                    </a:cubicBezTo>
                    <a:lnTo>
                      <a:pt x="128" y="23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" name="Google Shape;596;p23"/>
              <p:cNvSpPr/>
              <p:nvPr/>
            </p:nvSpPr>
            <p:spPr>
              <a:xfrm>
                <a:off x="7104140" y="1805073"/>
                <a:ext cx="27233" cy="47657"/>
              </a:xfrm>
              <a:custGeom>
                <a:avLst/>
                <a:gdLst/>
                <a:ahLst/>
                <a:cxnLst/>
                <a:rect l="l" t="t" r="r" b="b"/>
                <a:pathLst>
                  <a:path w="30" h="53" extrusionOk="0">
                    <a:moveTo>
                      <a:pt x="0" y="0"/>
                    </a:moveTo>
                    <a:cubicBezTo>
                      <a:pt x="19" y="2"/>
                      <a:pt x="19" y="2"/>
                      <a:pt x="19" y="2"/>
                    </a:cubicBezTo>
                    <a:cubicBezTo>
                      <a:pt x="26" y="3"/>
                      <a:pt x="30" y="15"/>
                      <a:pt x="28" y="28"/>
                    </a:cubicBezTo>
                    <a:cubicBezTo>
                      <a:pt x="27" y="42"/>
                      <a:pt x="20" y="53"/>
                      <a:pt x="14" y="52"/>
                    </a:cubicBezTo>
                    <a:cubicBezTo>
                      <a:pt x="8" y="51"/>
                      <a:pt x="4" y="40"/>
                      <a:pt x="5" y="26"/>
                    </a:cubicBezTo>
                    <a:cubicBezTo>
                      <a:pt x="6" y="20"/>
                      <a:pt x="7" y="15"/>
                      <a:pt x="9" y="1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7" name="Google Shape;597;p23"/>
            <p:cNvGrpSpPr/>
            <p:nvPr/>
          </p:nvGrpSpPr>
          <p:grpSpPr>
            <a:xfrm>
              <a:off x="5350825" y="945922"/>
              <a:ext cx="669524" cy="947131"/>
              <a:chOff x="6000261" y="1225220"/>
              <a:chExt cx="627600" cy="887824"/>
            </a:xfrm>
          </p:grpSpPr>
          <p:sp>
            <p:nvSpPr>
              <p:cNvPr id="598" name="Google Shape;598;p23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" name="Google Shape;599;p23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" name="Google Shape;600;p23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" name="Google Shape;601;p23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" name="Google Shape;602;p23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" name="Google Shape;603;p23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" name="Google Shape;604;p23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23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23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23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23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" name="Google Shape;610;p23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1" name="Google Shape;611;p23"/>
            <p:cNvGrpSpPr/>
            <p:nvPr/>
          </p:nvGrpSpPr>
          <p:grpSpPr>
            <a:xfrm flipH="1">
              <a:off x="6374171" y="713259"/>
              <a:ext cx="588491" cy="951052"/>
              <a:chOff x="1062996" y="1340396"/>
              <a:chExt cx="588491" cy="951052"/>
            </a:xfrm>
          </p:grpSpPr>
          <p:sp>
            <p:nvSpPr>
              <p:cNvPr id="612" name="Google Shape;612;p23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613;p23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23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23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" name="Google Shape;617;p23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8" name="Google Shape;618;p23"/>
            <p:cNvGrpSpPr/>
            <p:nvPr/>
          </p:nvGrpSpPr>
          <p:grpSpPr>
            <a:xfrm>
              <a:off x="4997878" y="2657014"/>
              <a:ext cx="471946" cy="712345"/>
              <a:chOff x="2047101" y="2145599"/>
              <a:chExt cx="407553" cy="615151"/>
            </a:xfrm>
          </p:grpSpPr>
          <p:sp>
            <p:nvSpPr>
              <p:cNvPr id="619" name="Google Shape;619;p23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avLst/>
                <a:gdLst/>
                <a:ahLst/>
                <a:cxnLst/>
                <a:rect l="l" t="t" r="r" b="b"/>
                <a:pathLst>
                  <a:path w="879" h="1325" extrusionOk="0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23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439" extrusionOk="0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" name="Google Shape;621;p23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622;p23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70" extrusionOk="0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23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248" h="170" extrusionOk="0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23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23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23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23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23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" name="Google Shape;629;p23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23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23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" name="Google Shape;632;p23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" name="Google Shape;633;p23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" name="Google Shape;634;p23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" name="Google Shape;635;p23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" name="Google Shape;636;p23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23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" name="Google Shape;638;p23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23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6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p23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23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23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47" extrusionOk="0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23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23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23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23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23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23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58" extrusionOk="0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9" name="Google Shape;649;p23"/>
            <p:cNvGrpSpPr/>
            <p:nvPr/>
          </p:nvGrpSpPr>
          <p:grpSpPr>
            <a:xfrm>
              <a:off x="7164619" y="1316177"/>
              <a:ext cx="415198" cy="415198"/>
              <a:chOff x="1404969" y="1106377"/>
              <a:chExt cx="415198" cy="415198"/>
            </a:xfrm>
          </p:grpSpPr>
          <p:sp>
            <p:nvSpPr>
              <p:cNvPr id="650" name="Google Shape;650;p23"/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23"/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2" name="Google Shape;652;p23"/>
            <p:cNvSpPr/>
            <p:nvPr/>
          </p:nvSpPr>
          <p:spPr>
            <a:xfrm>
              <a:off x="3840701" y="867524"/>
              <a:ext cx="531600" cy="876850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23"/>
            <p:cNvSpPr/>
            <p:nvPr/>
          </p:nvSpPr>
          <p:spPr>
            <a:xfrm>
              <a:off x="6535672" y="3138738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23"/>
            <p:cNvSpPr/>
            <p:nvPr/>
          </p:nvSpPr>
          <p:spPr>
            <a:xfrm>
              <a:off x="5627753" y="3138762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aloo 2 ExtraBold"/>
              <a:buNone/>
              <a:defRPr sz="32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5" r:id="rId4"/>
    <p:sldLayoutId id="2147483658" r:id="rId5"/>
    <p:sldLayoutId id="2147483660" r:id="rId6"/>
    <p:sldLayoutId id="2147483661" r:id="rId7"/>
    <p:sldLayoutId id="2147483665" r:id="rId8"/>
    <p:sldLayoutId id="2147483668" r:id="rId9"/>
    <p:sldLayoutId id="214748366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7"/>
          <p:cNvSpPr/>
          <p:nvPr/>
        </p:nvSpPr>
        <p:spPr>
          <a:xfrm>
            <a:off x="7330025" y="459500"/>
            <a:ext cx="1262100" cy="3504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66" name="Google Shape;666;p27"/>
          <p:cNvSpPr txBox="1">
            <a:spLocks noGrp="1"/>
          </p:cNvSpPr>
          <p:nvPr>
            <p:ph type="ctrTitle"/>
          </p:nvPr>
        </p:nvSpPr>
        <p:spPr>
          <a:xfrm>
            <a:off x="688292" y="1819985"/>
            <a:ext cx="3862500" cy="138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Base de datos para Ciencia de Datos</a:t>
            </a:r>
            <a:endParaRPr sz="4400" dirty="0"/>
          </a:p>
        </p:txBody>
      </p:sp>
      <p:sp>
        <p:nvSpPr>
          <p:cNvPr id="667" name="Google Shape;667;p27"/>
          <p:cNvSpPr txBox="1">
            <a:spLocks noGrp="1"/>
          </p:cNvSpPr>
          <p:nvPr>
            <p:ph type="subTitle" idx="1"/>
          </p:nvPr>
        </p:nvSpPr>
        <p:spPr>
          <a:xfrm>
            <a:off x="697345" y="3073373"/>
            <a:ext cx="38625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Sesión 4. Plataformas y Tipos de Servicios</a:t>
            </a:r>
            <a:endParaRPr sz="2400" dirty="0"/>
          </a:p>
        </p:txBody>
      </p:sp>
      <p:sp>
        <p:nvSpPr>
          <p:cNvPr id="668" name="Google Shape;668;p27"/>
          <p:cNvSpPr txBox="1">
            <a:spLocks noGrp="1"/>
          </p:cNvSpPr>
          <p:nvPr>
            <p:ph type="subTitle" idx="1"/>
          </p:nvPr>
        </p:nvSpPr>
        <p:spPr>
          <a:xfrm>
            <a:off x="7417325" y="432175"/>
            <a:ext cx="10875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6th Grade</a:t>
            </a:r>
            <a:endParaRPr>
              <a:solidFill>
                <a:schemeClr val="dk2"/>
              </a:solidFill>
              <a:latin typeface="Baloo 2 ExtraBold"/>
              <a:ea typeface="Baloo 2 ExtraBold"/>
              <a:cs typeface="Baloo 2 ExtraBold"/>
              <a:sym typeface="Baloo 2 ExtraBold"/>
            </a:endParaRPr>
          </a:p>
        </p:txBody>
      </p:sp>
      <p:grpSp>
        <p:nvGrpSpPr>
          <p:cNvPr id="669" name="Google Shape;669;p27"/>
          <p:cNvGrpSpPr/>
          <p:nvPr/>
        </p:nvGrpSpPr>
        <p:grpSpPr>
          <a:xfrm>
            <a:off x="4765672" y="760436"/>
            <a:ext cx="3246799" cy="3446635"/>
            <a:chOff x="4765672" y="760436"/>
            <a:chExt cx="3246799" cy="3446635"/>
          </a:xfrm>
        </p:grpSpPr>
        <p:sp>
          <p:nvSpPr>
            <p:cNvPr id="670" name="Google Shape;670;p27"/>
            <p:cNvSpPr/>
            <p:nvPr/>
          </p:nvSpPr>
          <p:spPr>
            <a:xfrm>
              <a:off x="4980353" y="1104437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71" name="Google Shape;671;p27"/>
            <p:cNvGrpSpPr/>
            <p:nvPr/>
          </p:nvGrpSpPr>
          <p:grpSpPr>
            <a:xfrm>
              <a:off x="5401276" y="1531636"/>
              <a:ext cx="1966177" cy="1269999"/>
              <a:chOff x="5401276" y="1531636"/>
              <a:chExt cx="1966177" cy="1269999"/>
            </a:xfrm>
          </p:grpSpPr>
          <p:sp>
            <p:nvSpPr>
              <p:cNvPr id="672" name="Google Shape;672;p27"/>
              <p:cNvSpPr/>
              <p:nvPr/>
            </p:nvSpPr>
            <p:spPr>
              <a:xfrm>
                <a:off x="5401276" y="1651521"/>
                <a:ext cx="1966177" cy="115011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27"/>
              <p:cNvSpPr/>
              <p:nvPr/>
            </p:nvSpPr>
            <p:spPr>
              <a:xfrm>
                <a:off x="5401276" y="1531636"/>
                <a:ext cx="1966109" cy="119885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rgbClr val="4C69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27"/>
              <p:cNvSpPr/>
              <p:nvPr/>
            </p:nvSpPr>
            <p:spPr>
              <a:xfrm>
                <a:off x="5454368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27"/>
              <p:cNvSpPr/>
              <p:nvPr/>
            </p:nvSpPr>
            <p:spPr>
              <a:xfrm>
                <a:off x="5538287" y="1564176"/>
                <a:ext cx="55586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27"/>
              <p:cNvSpPr/>
              <p:nvPr/>
            </p:nvSpPr>
            <p:spPr>
              <a:xfrm>
                <a:off x="5623919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27"/>
              <p:cNvSpPr/>
              <p:nvPr/>
            </p:nvSpPr>
            <p:spPr>
              <a:xfrm>
                <a:off x="5498040" y="1803090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27"/>
              <p:cNvSpPr/>
              <p:nvPr/>
            </p:nvSpPr>
            <p:spPr>
              <a:xfrm>
                <a:off x="5498040" y="1983774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9" name="Google Shape;679;p27"/>
              <p:cNvSpPr/>
              <p:nvPr/>
            </p:nvSpPr>
            <p:spPr>
              <a:xfrm>
                <a:off x="5498040" y="2165314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p27"/>
              <p:cNvSpPr/>
              <p:nvPr/>
            </p:nvSpPr>
            <p:spPr>
              <a:xfrm>
                <a:off x="5498040" y="2345997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" name="Google Shape;681;p27"/>
              <p:cNvSpPr/>
              <p:nvPr/>
            </p:nvSpPr>
            <p:spPr>
              <a:xfrm>
                <a:off x="5498040" y="1888722"/>
                <a:ext cx="1773436" cy="834914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" name="Google Shape;682;p27"/>
              <p:cNvSpPr/>
              <p:nvPr/>
            </p:nvSpPr>
            <p:spPr>
              <a:xfrm>
                <a:off x="5498040" y="1923831"/>
                <a:ext cx="1773436" cy="799805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3" name="Google Shape;683;p27"/>
            <p:cNvGrpSpPr/>
            <p:nvPr/>
          </p:nvGrpSpPr>
          <p:grpSpPr>
            <a:xfrm>
              <a:off x="6490512" y="1274487"/>
              <a:ext cx="570358" cy="534450"/>
              <a:chOff x="6490512" y="890962"/>
              <a:chExt cx="570358" cy="534450"/>
            </a:xfrm>
          </p:grpSpPr>
          <p:sp>
            <p:nvSpPr>
              <p:cNvPr id="684" name="Google Shape;684;p27"/>
              <p:cNvSpPr/>
              <p:nvPr/>
            </p:nvSpPr>
            <p:spPr>
              <a:xfrm>
                <a:off x="6490512" y="946623"/>
                <a:ext cx="570358" cy="47878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27"/>
              <p:cNvSpPr/>
              <p:nvPr/>
            </p:nvSpPr>
            <p:spPr>
              <a:xfrm>
                <a:off x="6581282" y="1372215"/>
                <a:ext cx="88883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27"/>
              <p:cNvSpPr/>
              <p:nvPr/>
            </p:nvSpPr>
            <p:spPr>
              <a:xfrm>
                <a:off x="6530758" y="1361939"/>
                <a:ext cx="34372" cy="3517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27"/>
              <p:cNvSpPr/>
              <p:nvPr/>
            </p:nvSpPr>
            <p:spPr>
              <a:xfrm>
                <a:off x="6938367" y="1372215"/>
                <a:ext cx="89958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" name="Google Shape;688;p27"/>
              <p:cNvSpPr/>
              <p:nvPr/>
            </p:nvSpPr>
            <p:spPr>
              <a:xfrm>
                <a:off x="6888700" y="1361939"/>
                <a:ext cx="35177" cy="3517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27"/>
              <p:cNvSpPr/>
              <p:nvPr/>
            </p:nvSpPr>
            <p:spPr>
              <a:xfrm>
                <a:off x="6490512" y="890962"/>
                <a:ext cx="570309" cy="55661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27"/>
              <p:cNvSpPr/>
              <p:nvPr/>
            </p:nvSpPr>
            <p:spPr>
              <a:xfrm>
                <a:off x="651448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27"/>
              <p:cNvSpPr/>
              <p:nvPr/>
            </p:nvSpPr>
            <p:spPr>
              <a:xfrm>
                <a:off x="655387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27"/>
              <p:cNvSpPr/>
              <p:nvPr/>
            </p:nvSpPr>
            <p:spPr>
              <a:xfrm>
                <a:off x="6593270" y="906376"/>
                <a:ext cx="26584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27"/>
              <p:cNvSpPr/>
              <p:nvPr/>
            </p:nvSpPr>
            <p:spPr>
              <a:xfrm>
                <a:off x="6591557" y="980876"/>
                <a:ext cx="368100" cy="36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27"/>
              <p:cNvSpPr/>
              <p:nvPr/>
            </p:nvSpPr>
            <p:spPr>
              <a:xfrm>
                <a:off x="6654069" y="1044243"/>
                <a:ext cx="236344" cy="236344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7"/>
              <p:cNvSpPr/>
              <p:nvPr/>
            </p:nvSpPr>
            <p:spPr>
              <a:xfrm>
                <a:off x="6635229" y="1037393"/>
                <a:ext cx="116460" cy="110466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6" name="Google Shape;696;p27"/>
            <p:cNvGrpSpPr/>
            <p:nvPr/>
          </p:nvGrpSpPr>
          <p:grpSpPr>
            <a:xfrm>
              <a:off x="5094926" y="2317556"/>
              <a:ext cx="717033" cy="1014339"/>
              <a:chOff x="5094926" y="2317556"/>
              <a:chExt cx="717033" cy="1014339"/>
            </a:xfrm>
          </p:grpSpPr>
          <p:sp>
            <p:nvSpPr>
              <p:cNvPr id="697" name="Google Shape;697;p27"/>
              <p:cNvSpPr/>
              <p:nvPr/>
            </p:nvSpPr>
            <p:spPr>
              <a:xfrm>
                <a:off x="5094926" y="2395159"/>
                <a:ext cx="717033" cy="93673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27"/>
              <p:cNvSpPr/>
              <p:nvPr/>
            </p:nvSpPr>
            <p:spPr>
              <a:xfrm>
                <a:off x="5094926" y="2317556"/>
                <a:ext cx="717009" cy="7760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27"/>
              <p:cNvSpPr/>
              <p:nvPr/>
            </p:nvSpPr>
            <p:spPr>
              <a:xfrm>
                <a:off x="512880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27"/>
              <p:cNvSpPr/>
              <p:nvPr/>
            </p:nvSpPr>
            <p:spPr>
              <a:xfrm>
                <a:off x="518345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27"/>
              <p:cNvSpPr/>
              <p:nvPr/>
            </p:nvSpPr>
            <p:spPr>
              <a:xfrm>
                <a:off x="5239202" y="2338323"/>
                <a:ext cx="34961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27"/>
              <p:cNvSpPr/>
              <p:nvPr/>
            </p:nvSpPr>
            <p:spPr>
              <a:xfrm>
                <a:off x="5209690" y="2827988"/>
                <a:ext cx="111394" cy="16280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27"/>
              <p:cNvSpPr/>
              <p:nvPr/>
            </p:nvSpPr>
            <p:spPr>
              <a:xfrm>
                <a:off x="5379106" y="2715409"/>
                <a:ext cx="112422" cy="27557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27"/>
              <p:cNvSpPr/>
              <p:nvPr/>
            </p:nvSpPr>
            <p:spPr>
              <a:xfrm>
                <a:off x="5548521" y="2613760"/>
                <a:ext cx="111394" cy="377025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27"/>
              <p:cNvSpPr/>
              <p:nvPr/>
            </p:nvSpPr>
            <p:spPr>
              <a:xfrm>
                <a:off x="5249039" y="2446530"/>
                <a:ext cx="351946" cy="353041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rgbClr val="38477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27"/>
              <p:cNvSpPr/>
              <p:nvPr/>
            </p:nvSpPr>
            <p:spPr>
              <a:xfrm>
                <a:off x="5176900" y="3061891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27"/>
              <p:cNvSpPr/>
              <p:nvPr/>
            </p:nvSpPr>
            <p:spPr>
              <a:xfrm>
                <a:off x="5176900" y="3122006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27"/>
              <p:cNvSpPr/>
              <p:nvPr/>
            </p:nvSpPr>
            <p:spPr>
              <a:xfrm>
                <a:off x="5237016" y="3182121"/>
                <a:ext cx="431522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27"/>
              <p:cNvSpPr/>
              <p:nvPr/>
            </p:nvSpPr>
            <p:spPr>
              <a:xfrm>
                <a:off x="5314619" y="3242236"/>
                <a:ext cx="276599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10" name="Google Shape;710;p27"/>
            <p:cNvSpPr/>
            <p:nvPr/>
          </p:nvSpPr>
          <p:spPr>
            <a:xfrm>
              <a:off x="5914065" y="760436"/>
              <a:ext cx="232055" cy="382764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27"/>
            <p:cNvSpPr/>
            <p:nvPr/>
          </p:nvSpPr>
          <p:spPr>
            <a:xfrm>
              <a:off x="7710871" y="1262143"/>
              <a:ext cx="301600" cy="4975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2" name="Google Shape;712;p27"/>
            <p:cNvGrpSpPr/>
            <p:nvPr/>
          </p:nvGrpSpPr>
          <p:grpSpPr>
            <a:xfrm>
              <a:off x="6655110" y="1951719"/>
              <a:ext cx="1239180" cy="2255353"/>
              <a:chOff x="7710885" y="1951719"/>
              <a:chExt cx="1239180" cy="2255353"/>
            </a:xfrm>
          </p:grpSpPr>
          <p:sp>
            <p:nvSpPr>
              <p:cNvPr id="713" name="Google Shape;713;p27"/>
              <p:cNvSpPr/>
              <p:nvPr/>
            </p:nvSpPr>
            <p:spPr>
              <a:xfrm>
                <a:off x="7999817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6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27"/>
              <p:cNvSpPr/>
              <p:nvPr/>
            </p:nvSpPr>
            <p:spPr>
              <a:xfrm>
                <a:off x="8421293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5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27"/>
              <p:cNvSpPr/>
              <p:nvPr/>
            </p:nvSpPr>
            <p:spPr>
              <a:xfrm>
                <a:off x="8168829" y="2965085"/>
                <a:ext cx="673940" cy="1132586"/>
              </a:xfrm>
              <a:custGeom>
                <a:avLst/>
                <a:gdLst/>
                <a:ahLst/>
                <a:cxnLst/>
                <a:rect l="l" t="t" r="r" b="b"/>
                <a:pathLst>
                  <a:path w="734" h="1232" extrusionOk="0">
                    <a:moveTo>
                      <a:pt x="136" y="0"/>
                    </a:moveTo>
                    <a:cubicBezTo>
                      <a:pt x="19" y="622"/>
                      <a:pt x="19" y="622"/>
                      <a:pt x="19" y="622"/>
                    </a:cubicBezTo>
                    <a:cubicBezTo>
                      <a:pt x="0" y="1201"/>
                      <a:pt x="0" y="1201"/>
                      <a:pt x="0" y="1201"/>
                    </a:cubicBezTo>
                    <a:cubicBezTo>
                      <a:pt x="0" y="1201"/>
                      <a:pt x="202" y="1223"/>
                      <a:pt x="282" y="1201"/>
                    </a:cubicBezTo>
                    <a:cubicBezTo>
                      <a:pt x="284" y="657"/>
                      <a:pt x="284" y="657"/>
                      <a:pt x="284" y="657"/>
                    </a:cubicBezTo>
                    <a:cubicBezTo>
                      <a:pt x="367" y="278"/>
                      <a:pt x="367" y="278"/>
                      <a:pt x="367" y="278"/>
                    </a:cubicBezTo>
                    <a:cubicBezTo>
                      <a:pt x="434" y="1215"/>
                      <a:pt x="434" y="1215"/>
                      <a:pt x="434" y="1215"/>
                    </a:cubicBezTo>
                    <a:cubicBezTo>
                      <a:pt x="434" y="1215"/>
                      <a:pt x="647" y="1232"/>
                      <a:pt x="734" y="1201"/>
                    </a:cubicBezTo>
                    <a:cubicBezTo>
                      <a:pt x="635" y="0"/>
                      <a:pt x="635" y="0"/>
                      <a:pt x="635" y="0"/>
                    </a:cubicBezTo>
                    <a:cubicBezTo>
                      <a:pt x="136" y="0"/>
                      <a:pt x="136" y="0"/>
                      <a:pt x="13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27"/>
              <p:cNvSpPr/>
              <p:nvPr/>
            </p:nvSpPr>
            <p:spPr>
              <a:xfrm>
                <a:off x="8051713" y="2361974"/>
                <a:ext cx="343633" cy="682356"/>
              </a:xfrm>
              <a:custGeom>
                <a:avLst/>
                <a:gdLst/>
                <a:ahLst/>
                <a:cxnLst/>
                <a:rect l="l" t="t" r="r" b="b"/>
                <a:pathLst>
                  <a:path w="374" h="743" extrusionOk="0">
                    <a:moveTo>
                      <a:pt x="343" y="587"/>
                    </a:moveTo>
                    <a:cubicBezTo>
                      <a:pt x="335" y="602"/>
                      <a:pt x="300" y="626"/>
                      <a:pt x="270" y="646"/>
                    </a:cubicBezTo>
                    <a:cubicBezTo>
                      <a:pt x="248" y="661"/>
                      <a:pt x="228" y="673"/>
                      <a:pt x="224" y="676"/>
                    </a:cubicBezTo>
                    <a:cubicBezTo>
                      <a:pt x="215" y="681"/>
                      <a:pt x="207" y="686"/>
                      <a:pt x="198" y="690"/>
                    </a:cubicBezTo>
                    <a:cubicBezTo>
                      <a:pt x="116" y="734"/>
                      <a:pt x="0" y="743"/>
                      <a:pt x="0" y="743"/>
                    </a:cubicBezTo>
                    <a:cubicBezTo>
                      <a:pt x="5" y="519"/>
                      <a:pt x="5" y="519"/>
                      <a:pt x="5" y="519"/>
                    </a:cubicBezTo>
                    <a:cubicBezTo>
                      <a:pt x="129" y="490"/>
                      <a:pt x="129" y="490"/>
                      <a:pt x="129" y="490"/>
                    </a:cubicBezTo>
                    <a:cubicBezTo>
                      <a:pt x="129" y="490"/>
                      <a:pt x="221" y="136"/>
                      <a:pt x="240" y="86"/>
                    </a:cubicBezTo>
                    <a:cubicBezTo>
                      <a:pt x="259" y="36"/>
                      <a:pt x="355" y="0"/>
                      <a:pt x="355" y="0"/>
                    </a:cubicBezTo>
                    <a:cubicBezTo>
                      <a:pt x="346" y="67"/>
                      <a:pt x="346" y="67"/>
                      <a:pt x="346" y="67"/>
                    </a:cubicBezTo>
                    <a:cubicBezTo>
                      <a:pt x="348" y="371"/>
                      <a:pt x="348" y="371"/>
                      <a:pt x="348" y="371"/>
                    </a:cubicBezTo>
                    <a:cubicBezTo>
                      <a:pt x="345" y="444"/>
                      <a:pt x="374" y="529"/>
                      <a:pt x="343" y="5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27"/>
              <p:cNvSpPr/>
              <p:nvPr/>
            </p:nvSpPr>
            <p:spPr>
              <a:xfrm>
                <a:off x="7986493" y="2838852"/>
                <a:ext cx="130500" cy="205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27"/>
              <p:cNvSpPr/>
              <p:nvPr/>
            </p:nvSpPr>
            <p:spPr>
              <a:xfrm>
                <a:off x="8234049" y="2584283"/>
                <a:ext cx="113609" cy="411658"/>
              </a:xfrm>
              <a:custGeom>
                <a:avLst/>
                <a:gdLst/>
                <a:ahLst/>
                <a:cxnLst/>
                <a:rect l="l" t="t" r="r" b="b"/>
                <a:pathLst>
                  <a:path w="124" h="448" extrusionOk="0">
                    <a:moveTo>
                      <a:pt x="67" y="275"/>
                    </a:moveTo>
                    <a:cubicBezTo>
                      <a:pt x="64" y="285"/>
                      <a:pt x="60" y="291"/>
                      <a:pt x="55" y="295"/>
                    </a:cubicBezTo>
                    <a:cubicBezTo>
                      <a:pt x="51" y="300"/>
                      <a:pt x="45" y="301"/>
                      <a:pt x="41" y="302"/>
                    </a:cubicBezTo>
                    <a:cubicBezTo>
                      <a:pt x="0" y="448"/>
                      <a:pt x="0" y="448"/>
                      <a:pt x="0" y="448"/>
                    </a:cubicBezTo>
                    <a:cubicBezTo>
                      <a:pt x="9" y="444"/>
                      <a:pt x="17" y="439"/>
                      <a:pt x="26" y="434"/>
                    </a:cubicBezTo>
                    <a:cubicBezTo>
                      <a:pt x="28" y="432"/>
                      <a:pt x="38" y="426"/>
                      <a:pt x="50" y="418"/>
                    </a:cubicBezTo>
                    <a:cubicBezTo>
                      <a:pt x="71" y="298"/>
                      <a:pt x="71" y="298"/>
                      <a:pt x="71" y="298"/>
                    </a:cubicBezTo>
                    <a:cubicBezTo>
                      <a:pt x="67" y="296"/>
                      <a:pt x="64" y="293"/>
                      <a:pt x="64" y="293"/>
                    </a:cubicBezTo>
                    <a:cubicBezTo>
                      <a:pt x="67" y="275"/>
                      <a:pt x="67" y="275"/>
                      <a:pt x="67" y="275"/>
                    </a:cubicBezTo>
                    <a:moveTo>
                      <a:pt x="124" y="0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8" y="143"/>
                      <a:pt x="93" y="144"/>
                      <a:pt x="99" y="145"/>
                    </a:cubicBezTo>
                    <a:cubicBezTo>
                      <a:pt x="122" y="14"/>
                      <a:pt x="122" y="14"/>
                      <a:pt x="122" y="14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27"/>
              <p:cNvSpPr/>
              <p:nvPr/>
            </p:nvSpPr>
            <p:spPr>
              <a:xfrm>
                <a:off x="8264204" y="2298858"/>
                <a:ext cx="522463" cy="815601"/>
              </a:xfrm>
              <a:custGeom>
                <a:avLst/>
                <a:gdLst/>
                <a:ahLst/>
                <a:cxnLst/>
                <a:rect l="l" t="t" r="r" b="b"/>
                <a:pathLst>
                  <a:path w="569" h="887" extrusionOk="0">
                    <a:moveTo>
                      <a:pt x="550" y="796"/>
                    </a:moveTo>
                    <a:cubicBezTo>
                      <a:pt x="555" y="837"/>
                      <a:pt x="555" y="837"/>
                      <a:pt x="555" y="837"/>
                    </a:cubicBezTo>
                    <a:cubicBezTo>
                      <a:pt x="484" y="882"/>
                      <a:pt x="303" y="887"/>
                      <a:pt x="190" y="875"/>
                    </a:cubicBezTo>
                    <a:cubicBezTo>
                      <a:pt x="114" y="867"/>
                      <a:pt x="8" y="832"/>
                      <a:pt x="0" y="825"/>
                    </a:cubicBezTo>
                    <a:cubicBezTo>
                      <a:pt x="99" y="268"/>
                      <a:pt x="99" y="268"/>
                      <a:pt x="99" y="268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9" y="89"/>
                      <a:pt x="131" y="65"/>
                      <a:pt x="182" y="42"/>
                    </a:cubicBezTo>
                    <a:cubicBezTo>
                      <a:pt x="189" y="39"/>
                      <a:pt x="196" y="36"/>
                      <a:pt x="202" y="33"/>
                    </a:cubicBezTo>
                    <a:cubicBezTo>
                      <a:pt x="239" y="16"/>
                      <a:pt x="272" y="2"/>
                      <a:pt x="280" y="0"/>
                    </a:cubicBezTo>
                    <a:cubicBezTo>
                      <a:pt x="303" y="1"/>
                      <a:pt x="370" y="4"/>
                      <a:pt x="370" y="4"/>
                    </a:cubicBezTo>
                    <a:cubicBezTo>
                      <a:pt x="382" y="7"/>
                      <a:pt x="393" y="11"/>
                      <a:pt x="405" y="16"/>
                    </a:cubicBezTo>
                    <a:cubicBezTo>
                      <a:pt x="481" y="44"/>
                      <a:pt x="569" y="85"/>
                      <a:pt x="569" y="85"/>
                    </a:cubicBezTo>
                    <a:cubicBezTo>
                      <a:pt x="499" y="328"/>
                      <a:pt x="499" y="328"/>
                      <a:pt x="499" y="328"/>
                    </a:cubicBezTo>
                    <a:cubicBezTo>
                      <a:pt x="501" y="344"/>
                      <a:pt x="501" y="344"/>
                      <a:pt x="501" y="344"/>
                    </a:cubicBezTo>
                    <a:cubicBezTo>
                      <a:pt x="550" y="796"/>
                      <a:pt x="550" y="796"/>
                      <a:pt x="550" y="796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27"/>
              <p:cNvSpPr/>
              <p:nvPr/>
            </p:nvSpPr>
            <p:spPr>
              <a:xfrm>
                <a:off x="8394644" y="2599011"/>
                <a:ext cx="374490" cy="431294"/>
              </a:xfrm>
              <a:custGeom>
                <a:avLst/>
                <a:gdLst/>
                <a:ahLst/>
                <a:cxnLst/>
                <a:rect l="l" t="t" r="r" b="b"/>
                <a:pathLst>
                  <a:path w="408" h="470" extrusionOk="0">
                    <a:moveTo>
                      <a:pt x="336" y="0"/>
                    </a:moveTo>
                    <a:cubicBezTo>
                      <a:pt x="281" y="217"/>
                      <a:pt x="281" y="217"/>
                      <a:pt x="281" y="217"/>
                    </a:cubicBezTo>
                    <a:cubicBezTo>
                      <a:pt x="0" y="286"/>
                      <a:pt x="0" y="286"/>
                      <a:pt x="0" y="286"/>
                    </a:cubicBezTo>
                    <a:cubicBezTo>
                      <a:pt x="0" y="286"/>
                      <a:pt x="129" y="397"/>
                      <a:pt x="408" y="470"/>
                    </a:cubicBezTo>
                    <a:cubicBezTo>
                      <a:pt x="359" y="18"/>
                      <a:pt x="359" y="18"/>
                      <a:pt x="359" y="18"/>
                    </a:cubicBezTo>
                    <a:cubicBezTo>
                      <a:pt x="336" y="0"/>
                      <a:pt x="336" y="0"/>
                      <a:pt x="336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27"/>
              <p:cNvSpPr/>
              <p:nvPr/>
            </p:nvSpPr>
            <p:spPr>
              <a:xfrm>
                <a:off x="8473890" y="2174028"/>
                <a:ext cx="133245" cy="263685"/>
              </a:xfrm>
              <a:custGeom>
                <a:avLst/>
                <a:gdLst/>
                <a:ahLst/>
                <a:cxnLst/>
                <a:rect l="l" t="t" r="r" b="b"/>
                <a:pathLst>
                  <a:path w="145" h="287" extrusionOk="0">
                    <a:moveTo>
                      <a:pt x="145" y="0"/>
                    </a:moveTo>
                    <a:cubicBezTo>
                      <a:pt x="144" y="45"/>
                      <a:pt x="144" y="45"/>
                      <a:pt x="144" y="45"/>
                    </a:cubicBezTo>
                    <a:cubicBezTo>
                      <a:pt x="144" y="46"/>
                      <a:pt x="144" y="46"/>
                      <a:pt x="144" y="46"/>
                    </a:cubicBezTo>
                    <a:cubicBezTo>
                      <a:pt x="142" y="140"/>
                      <a:pt x="142" y="140"/>
                      <a:pt x="142" y="140"/>
                    </a:cubicBezTo>
                    <a:cubicBezTo>
                      <a:pt x="138" y="156"/>
                      <a:pt x="90" y="287"/>
                      <a:pt x="37" y="284"/>
                    </a:cubicBezTo>
                    <a:cubicBezTo>
                      <a:pt x="5" y="283"/>
                      <a:pt x="0" y="232"/>
                      <a:pt x="2" y="194"/>
                    </a:cubicBezTo>
                    <a:cubicBezTo>
                      <a:pt x="2" y="187"/>
                      <a:pt x="2" y="180"/>
                      <a:pt x="3" y="174"/>
                    </a:cubicBezTo>
                    <a:cubicBezTo>
                      <a:pt x="4" y="161"/>
                      <a:pt x="5" y="152"/>
                      <a:pt x="5" y="152"/>
                    </a:cubicBezTo>
                    <a:cubicBezTo>
                      <a:pt x="6" y="148"/>
                      <a:pt x="6" y="148"/>
                      <a:pt x="6" y="148"/>
                    </a:cubicBezTo>
                    <a:cubicBezTo>
                      <a:pt x="19" y="95"/>
                      <a:pt x="19" y="95"/>
                      <a:pt x="19" y="95"/>
                    </a:cubicBezTo>
                    <a:cubicBezTo>
                      <a:pt x="20" y="93"/>
                      <a:pt x="21" y="90"/>
                      <a:pt x="22" y="87"/>
                    </a:cubicBezTo>
                    <a:cubicBezTo>
                      <a:pt x="29" y="75"/>
                      <a:pt x="39" y="64"/>
                      <a:pt x="51" y="54"/>
                    </a:cubicBezTo>
                    <a:cubicBezTo>
                      <a:pt x="89" y="24"/>
                      <a:pt x="145" y="0"/>
                      <a:pt x="145" y="0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7"/>
              <p:cNvSpPr/>
              <p:nvPr/>
            </p:nvSpPr>
            <p:spPr>
              <a:xfrm>
                <a:off x="8605733" y="2215404"/>
                <a:ext cx="0" cy="140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FFBF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7"/>
              <p:cNvSpPr/>
              <p:nvPr/>
            </p:nvSpPr>
            <p:spPr>
              <a:xfrm>
                <a:off x="8475293" y="2216807"/>
                <a:ext cx="130440" cy="135349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48" extrusionOk="0">
                    <a:moveTo>
                      <a:pt x="142" y="0"/>
                    </a:moveTo>
                    <a:cubicBezTo>
                      <a:pt x="119" y="40"/>
                      <a:pt x="59" y="105"/>
                      <a:pt x="10" y="108"/>
                    </a:cubicBezTo>
                    <a:cubicBezTo>
                      <a:pt x="9" y="108"/>
                      <a:pt x="8" y="108"/>
                      <a:pt x="7" y="108"/>
                    </a:cubicBezTo>
                    <a:cubicBezTo>
                      <a:pt x="6" y="108"/>
                      <a:pt x="5" y="108"/>
                      <a:pt x="3" y="108"/>
                    </a:cubicBezTo>
                    <a:cubicBezTo>
                      <a:pt x="3" y="111"/>
                      <a:pt x="2" y="118"/>
                      <a:pt x="1" y="128"/>
                    </a:cubicBezTo>
                    <a:cubicBezTo>
                      <a:pt x="0" y="134"/>
                      <a:pt x="0" y="141"/>
                      <a:pt x="0" y="148"/>
                    </a:cubicBezTo>
                    <a:cubicBezTo>
                      <a:pt x="103" y="112"/>
                      <a:pt x="138" y="12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27"/>
              <p:cNvSpPr/>
              <p:nvPr/>
            </p:nvSpPr>
            <p:spPr>
              <a:xfrm>
                <a:off x="8181452" y="2713321"/>
                <a:ext cx="231426" cy="161998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76" extrusionOk="0">
                    <a:moveTo>
                      <a:pt x="158" y="124"/>
                    </a:moveTo>
                    <a:cubicBezTo>
                      <a:pt x="142" y="176"/>
                      <a:pt x="121" y="152"/>
                      <a:pt x="121" y="152"/>
                    </a:cubicBezTo>
                    <a:cubicBezTo>
                      <a:pt x="124" y="134"/>
                      <a:pt x="124" y="134"/>
                      <a:pt x="124" y="134"/>
                    </a:cubicBezTo>
                    <a:cubicBezTo>
                      <a:pt x="121" y="144"/>
                      <a:pt x="117" y="150"/>
                      <a:pt x="112" y="154"/>
                    </a:cubicBezTo>
                    <a:cubicBezTo>
                      <a:pt x="98" y="168"/>
                      <a:pt x="82" y="156"/>
                      <a:pt x="82" y="156"/>
                    </a:cubicBezTo>
                    <a:cubicBezTo>
                      <a:pt x="89" y="139"/>
                      <a:pt x="89" y="139"/>
                      <a:pt x="89" y="139"/>
                    </a:cubicBezTo>
                    <a:cubicBezTo>
                      <a:pt x="85" y="145"/>
                      <a:pt x="81" y="149"/>
                      <a:pt x="77" y="152"/>
                    </a:cubicBezTo>
                    <a:cubicBezTo>
                      <a:pt x="62" y="162"/>
                      <a:pt x="47" y="152"/>
                      <a:pt x="47" y="152"/>
                    </a:cubicBezTo>
                    <a:cubicBezTo>
                      <a:pt x="47" y="152"/>
                      <a:pt x="74" y="83"/>
                      <a:pt x="80" y="78"/>
                    </a:cubicBezTo>
                    <a:cubicBezTo>
                      <a:pt x="85" y="73"/>
                      <a:pt x="125" y="50"/>
                      <a:pt x="125" y="50"/>
                    </a:cubicBezTo>
                    <a:cubicBezTo>
                      <a:pt x="80" y="61"/>
                      <a:pt x="80" y="61"/>
                      <a:pt x="80" y="61"/>
                    </a:cubicBezTo>
                    <a:cubicBezTo>
                      <a:pt x="80" y="61"/>
                      <a:pt x="78" y="68"/>
                      <a:pt x="54" y="95"/>
                    </a:cubicBezTo>
                    <a:cubicBezTo>
                      <a:pt x="29" y="123"/>
                      <a:pt x="0" y="103"/>
                      <a:pt x="0" y="103"/>
                    </a:cubicBezTo>
                    <a:cubicBezTo>
                      <a:pt x="4" y="98"/>
                      <a:pt x="54" y="31"/>
                      <a:pt x="58" y="29"/>
                    </a:cubicBezTo>
                    <a:cubicBezTo>
                      <a:pt x="62" y="26"/>
                      <a:pt x="123" y="0"/>
                      <a:pt x="134" y="1"/>
                    </a:cubicBezTo>
                    <a:cubicBezTo>
                      <a:pt x="146" y="1"/>
                      <a:pt x="246" y="23"/>
                      <a:pt x="246" y="23"/>
                    </a:cubicBezTo>
                    <a:cubicBezTo>
                      <a:pt x="252" y="109"/>
                      <a:pt x="252" y="109"/>
                      <a:pt x="252" y="109"/>
                    </a:cubicBezTo>
                    <a:cubicBezTo>
                      <a:pt x="210" y="157"/>
                      <a:pt x="158" y="124"/>
                      <a:pt x="158" y="12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27"/>
              <p:cNvSpPr/>
              <p:nvPr/>
            </p:nvSpPr>
            <p:spPr>
              <a:xfrm>
                <a:off x="8252282" y="2781346"/>
                <a:ext cx="57506" cy="72233"/>
              </a:xfrm>
              <a:custGeom>
                <a:avLst/>
                <a:gdLst/>
                <a:ahLst/>
                <a:cxnLst/>
                <a:rect l="l" t="t" r="r" b="b"/>
                <a:pathLst>
                  <a:path w="63" h="78" extrusionOk="0">
                    <a:moveTo>
                      <a:pt x="63" y="0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4" y="75"/>
                      <a:pt x="8" y="71"/>
                      <a:pt x="12" y="65"/>
                    </a:cubicBezTo>
                    <a:cubicBezTo>
                      <a:pt x="12" y="65"/>
                      <a:pt x="27" y="32"/>
                      <a:pt x="30" y="27"/>
                    </a:cubicBezTo>
                    <a:cubicBezTo>
                      <a:pt x="34" y="22"/>
                      <a:pt x="61" y="1"/>
                      <a:pt x="63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27"/>
              <p:cNvSpPr/>
              <p:nvPr/>
            </p:nvSpPr>
            <p:spPr>
              <a:xfrm>
                <a:off x="8284541" y="2798878"/>
                <a:ext cx="41376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45" h="61" extrusionOk="0">
                    <a:moveTo>
                      <a:pt x="45" y="0"/>
                    </a:moveTo>
                    <a:cubicBezTo>
                      <a:pt x="43" y="1"/>
                      <a:pt x="23" y="9"/>
                      <a:pt x="19" y="12"/>
                    </a:cubicBezTo>
                    <a:cubicBezTo>
                      <a:pt x="16" y="15"/>
                      <a:pt x="4" y="49"/>
                      <a:pt x="0" y="61"/>
                    </a:cubicBezTo>
                    <a:cubicBezTo>
                      <a:pt x="5" y="57"/>
                      <a:pt x="9" y="51"/>
                      <a:pt x="12" y="41"/>
                    </a:cubicBezTo>
                    <a:cubicBezTo>
                      <a:pt x="12" y="41"/>
                      <a:pt x="20" y="20"/>
                      <a:pt x="22" y="15"/>
                    </a:cubicBezTo>
                    <a:cubicBezTo>
                      <a:pt x="24" y="11"/>
                      <a:pt x="43" y="1"/>
                      <a:pt x="45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27"/>
              <p:cNvSpPr/>
              <p:nvPr/>
            </p:nvSpPr>
            <p:spPr>
              <a:xfrm>
                <a:off x="8386930" y="2377403"/>
                <a:ext cx="563136" cy="631162"/>
              </a:xfrm>
              <a:custGeom>
                <a:avLst/>
                <a:gdLst/>
                <a:ahLst/>
                <a:cxnLst/>
                <a:rect l="l" t="t" r="r" b="b"/>
                <a:pathLst>
                  <a:path w="613" h="687" extrusionOk="0">
                    <a:moveTo>
                      <a:pt x="435" y="0"/>
                    </a:moveTo>
                    <a:cubicBezTo>
                      <a:pt x="510" y="34"/>
                      <a:pt x="613" y="580"/>
                      <a:pt x="538" y="634"/>
                    </a:cubicBezTo>
                    <a:cubicBezTo>
                      <a:pt x="464" y="687"/>
                      <a:pt x="8" y="527"/>
                      <a:pt x="8" y="527"/>
                    </a:cubicBezTo>
                    <a:cubicBezTo>
                      <a:pt x="8" y="527"/>
                      <a:pt x="0" y="425"/>
                      <a:pt x="28" y="381"/>
                    </a:cubicBezTo>
                    <a:cubicBezTo>
                      <a:pt x="367" y="429"/>
                      <a:pt x="367" y="429"/>
                      <a:pt x="367" y="429"/>
                    </a:cubicBezTo>
                    <a:cubicBezTo>
                      <a:pt x="367" y="429"/>
                      <a:pt x="345" y="303"/>
                      <a:pt x="344" y="241"/>
                    </a:cubicBezTo>
                    <a:cubicBezTo>
                      <a:pt x="346" y="114"/>
                      <a:pt x="435" y="0"/>
                      <a:pt x="4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27"/>
              <p:cNvSpPr/>
              <p:nvPr/>
            </p:nvSpPr>
            <p:spPr>
              <a:xfrm>
                <a:off x="7722808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20" y="7"/>
                    </a:moveTo>
                    <a:cubicBezTo>
                      <a:pt x="519" y="3"/>
                      <a:pt x="515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20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27"/>
              <p:cNvSpPr/>
              <p:nvPr/>
            </p:nvSpPr>
            <p:spPr>
              <a:xfrm>
                <a:off x="8154803" y="2901267"/>
                <a:ext cx="301500" cy="24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27"/>
              <p:cNvSpPr/>
              <p:nvPr/>
            </p:nvSpPr>
            <p:spPr>
              <a:xfrm>
                <a:off x="7893923" y="2920202"/>
                <a:ext cx="96778" cy="34363"/>
              </a:xfrm>
              <a:custGeom>
                <a:avLst/>
                <a:gdLst/>
                <a:ahLst/>
                <a:cxnLst/>
                <a:rect l="l" t="t" r="r" b="b"/>
                <a:pathLst>
                  <a:path w="105" h="37" extrusionOk="0">
                    <a:moveTo>
                      <a:pt x="95" y="37"/>
                    </a:moveTo>
                    <a:cubicBezTo>
                      <a:pt x="0" y="30"/>
                      <a:pt x="0" y="30"/>
                      <a:pt x="0" y="30"/>
                    </a:cubicBezTo>
                    <a:cubicBezTo>
                      <a:pt x="0" y="30"/>
                      <a:pt x="1" y="3"/>
                      <a:pt x="33" y="1"/>
                    </a:cubicBezTo>
                    <a:cubicBezTo>
                      <a:pt x="64" y="0"/>
                      <a:pt x="105" y="7"/>
                      <a:pt x="105" y="7"/>
                    </a:cubicBezTo>
                    <a:lnTo>
                      <a:pt x="95" y="37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27"/>
              <p:cNvSpPr/>
              <p:nvPr/>
            </p:nvSpPr>
            <p:spPr>
              <a:xfrm>
                <a:off x="7710885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19" y="7"/>
                    </a:moveTo>
                    <a:cubicBezTo>
                      <a:pt x="518" y="3"/>
                      <a:pt x="514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4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19" y="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27"/>
              <p:cNvSpPr/>
              <p:nvPr/>
            </p:nvSpPr>
            <p:spPr>
              <a:xfrm>
                <a:off x="7902338" y="2748385"/>
                <a:ext cx="149463" cy="4501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27"/>
              <p:cNvSpPr/>
              <p:nvPr/>
            </p:nvSpPr>
            <p:spPr>
              <a:xfrm>
                <a:off x="7915662" y="2825528"/>
                <a:ext cx="200569" cy="164102"/>
              </a:xfrm>
              <a:custGeom>
                <a:avLst/>
                <a:gdLst/>
                <a:ahLst/>
                <a:cxnLst/>
                <a:rect l="l" t="t" r="r" b="b"/>
                <a:pathLst>
                  <a:path w="218" h="178" extrusionOk="0">
                    <a:moveTo>
                      <a:pt x="218" y="109"/>
                    </a:moveTo>
                    <a:cubicBezTo>
                      <a:pt x="214" y="126"/>
                      <a:pt x="204" y="152"/>
                      <a:pt x="183" y="160"/>
                    </a:cubicBezTo>
                    <a:cubicBezTo>
                      <a:pt x="152" y="170"/>
                      <a:pt x="66" y="178"/>
                      <a:pt x="50" y="162"/>
                    </a:cubicBezTo>
                    <a:cubicBezTo>
                      <a:pt x="34" y="146"/>
                      <a:pt x="0" y="28"/>
                      <a:pt x="0" y="28"/>
                    </a:cubicBezTo>
                    <a:cubicBezTo>
                      <a:pt x="0" y="28"/>
                      <a:pt x="23" y="21"/>
                      <a:pt x="34" y="43"/>
                    </a:cubicBezTo>
                    <a:cubicBezTo>
                      <a:pt x="44" y="65"/>
                      <a:pt x="64" y="123"/>
                      <a:pt x="64" y="12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3"/>
                      <a:pt x="69" y="0"/>
                      <a:pt x="78" y="13"/>
                    </a:cubicBezTo>
                    <a:cubicBezTo>
                      <a:pt x="87" y="26"/>
                      <a:pt x="95" y="105"/>
                      <a:pt x="95" y="105"/>
                    </a:cubicBezTo>
                    <a:cubicBezTo>
                      <a:pt x="86" y="7"/>
                      <a:pt x="86" y="7"/>
                      <a:pt x="86" y="7"/>
                    </a:cubicBezTo>
                    <a:cubicBezTo>
                      <a:pt x="86" y="7"/>
                      <a:pt x="110" y="3"/>
                      <a:pt x="114" y="28"/>
                    </a:cubicBezTo>
                    <a:cubicBezTo>
                      <a:pt x="118" y="54"/>
                      <a:pt x="127" y="113"/>
                      <a:pt x="127" y="113"/>
                    </a:cubicBezTo>
                    <a:cubicBezTo>
                      <a:pt x="121" y="44"/>
                      <a:pt x="121" y="44"/>
                      <a:pt x="121" y="44"/>
                    </a:cubicBezTo>
                    <a:cubicBezTo>
                      <a:pt x="121" y="44"/>
                      <a:pt x="143" y="44"/>
                      <a:pt x="148" y="67"/>
                    </a:cubicBezTo>
                    <a:cubicBezTo>
                      <a:pt x="151" y="85"/>
                      <a:pt x="156" y="108"/>
                      <a:pt x="156" y="108"/>
                    </a:cubicBezTo>
                    <a:lnTo>
                      <a:pt x="218" y="109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27"/>
              <p:cNvSpPr/>
              <p:nvPr/>
            </p:nvSpPr>
            <p:spPr>
              <a:xfrm>
                <a:off x="8373606" y="2021848"/>
                <a:ext cx="246854" cy="295945"/>
              </a:xfrm>
              <a:custGeom>
                <a:avLst/>
                <a:gdLst/>
                <a:ahLst/>
                <a:cxnLst/>
                <a:rect l="l" t="t" r="r" b="b"/>
                <a:pathLst>
                  <a:path w="269" h="322" extrusionOk="0">
                    <a:moveTo>
                      <a:pt x="257" y="204"/>
                    </a:moveTo>
                    <a:cubicBezTo>
                      <a:pt x="238" y="243"/>
                      <a:pt x="173" y="317"/>
                      <a:pt x="121" y="320"/>
                    </a:cubicBezTo>
                    <a:cubicBezTo>
                      <a:pt x="98" y="322"/>
                      <a:pt x="48" y="292"/>
                      <a:pt x="21" y="259"/>
                    </a:cubicBezTo>
                    <a:cubicBezTo>
                      <a:pt x="15" y="251"/>
                      <a:pt x="10" y="236"/>
                      <a:pt x="8" y="218"/>
                    </a:cubicBezTo>
                    <a:cubicBezTo>
                      <a:pt x="7" y="213"/>
                      <a:pt x="6" y="208"/>
                      <a:pt x="5" y="203"/>
                    </a:cubicBezTo>
                    <a:cubicBezTo>
                      <a:pt x="0" y="151"/>
                      <a:pt x="4" y="86"/>
                      <a:pt x="5" y="75"/>
                    </a:cubicBezTo>
                    <a:cubicBezTo>
                      <a:pt x="11" y="46"/>
                      <a:pt x="55" y="22"/>
                      <a:pt x="104" y="15"/>
                    </a:cubicBezTo>
                    <a:cubicBezTo>
                      <a:pt x="202" y="0"/>
                      <a:pt x="223" y="46"/>
                      <a:pt x="223" y="46"/>
                    </a:cubicBezTo>
                    <a:cubicBezTo>
                      <a:pt x="228" y="57"/>
                      <a:pt x="234" y="59"/>
                      <a:pt x="245" y="87"/>
                    </a:cubicBezTo>
                    <a:cubicBezTo>
                      <a:pt x="264" y="133"/>
                      <a:pt x="269" y="180"/>
                      <a:pt x="257" y="20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27"/>
              <p:cNvSpPr/>
              <p:nvPr/>
            </p:nvSpPr>
            <p:spPr>
              <a:xfrm>
                <a:off x="8516669" y="2180340"/>
                <a:ext cx="41376" cy="23142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27"/>
              <p:cNvSpPr/>
              <p:nvPr/>
            </p:nvSpPr>
            <p:spPr>
              <a:xfrm>
                <a:off x="8377813" y="2206288"/>
                <a:ext cx="25247" cy="16831"/>
              </a:xfrm>
              <a:custGeom>
                <a:avLst/>
                <a:gdLst/>
                <a:ahLst/>
                <a:cxnLst/>
                <a:rect l="l" t="t" r="r" b="b"/>
                <a:pathLst>
                  <a:path w="27" h="18" extrusionOk="0">
                    <a:moveTo>
                      <a:pt x="8" y="0"/>
                    </a:moveTo>
                    <a:cubicBezTo>
                      <a:pt x="5" y="0"/>
                      <a:pt x="3" y="1"/>
                      <a:pt x="0" y="2"/>
                    </a:cubicBezTo>
                    <a:cubicBezTo>
                      <a:pt x="1" y="7"/>
                      <a:pt x="2" y="12"/>
                      <a:pt x="3" y="17"/>
                    </a:cubicBezTo>
                    <a:cubicBezTo>
                      <a:pt x="4" y="18"/>
                      <a:pt x="6" y="18"/>
                      <a:pt x="8" y="18"/>
                    </a:cubicBezTo>
                    <a:cubicBezTo>
                      <a:pt x="8" y="18"/>
                      <a:pt x="9" y="18"/>
                      <a:pt x="9" y="18"/>
                    </a:cubicBezTo>
                    <a:cubicBezTo>
                      <a:pt x="19" y="18"/>
                      <a:pt x="27" y="10"/>
                      <a:pt x="27" y="10"/>
                    </a:cubicBezTo>
                    <a:cubicBezTo>
                      <a:pt x="27" y="10"/>
                      <a:pt x="20" y="1"/>
                      <a:pt x="9" y="0"/>
                    </a:cubicBezTo>
                    <a:cubicBezTo>
                      <a:pt x="9" y="0"/>
                      <a:pt x="8" y="0"/>
                      <a:pt x="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27"/>
              <p:cNvSpPr/>
              <p:nvPr/>
            </p:nvSpPr>
            <p:spPr>
              <a:xfrm>
                <a:off x="8404462" y="2170521"/>
                <a:ext cx="19636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1" h="43" extrusionOk="0">
                    <a:moveTo>
                      <a:pt x="19" y="20"/>
                    </a:moveTo>
                    <a:cubicBezTo>
                      <a:pt x="21" y="31"/>
                      <a:pt x="18" y="41"/>
                      <a:pt x="14" y="42"/>
                    </a:cubicBezTo>
                    <a:cubicBezTo>
                      <a:pt x="9" y="43"/>
                      <a:pt x="4" y="34"/>
                      <a:pt x="2" y="23"/>
                    </a:cubicBezTo>
                    <a:cubicBezTo>
                      <a:pt x="0" y="12"/>
                      <a:pt x="2" y="2"/>
                      <a:pt x="7" y="1"/>
                    </a:cubicBezTo>
                    <a:cubicBezTo>
                      <a:pt x="11" y="0"/>
                      <a:pt x="17" y="9"/>
                      <a:pt x="19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27"/>
              <p:cNvSpPr/>
              <p:nvPr/>
            </p:nvSpPr>
            <p:spPr>
              <a:xfrm>
                <a:off x="8472487" y="2158600"/>
                <a:ext cx="18935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0" h="43" extrusionOk="0">
                    <a:moveTo>
                      <a:pt x="18" y="20"/>
                    </a:moveTo>
                    <a:cubicBezTo>
                      <a:pt x="20" y="31"/>
                      <a:pt x="18" y="41"/>
                      <a:pt x="13" y="42"/>
                    </a:cubicBezTo>
                    <a:cubicBezTo>
                      <a:pt x="9" y="43"/>
                      <a:pt x="3" y="34"/>
                      <a:pt x="2" y="23"/>
                    </a:cubicBezTo>
                    <a:cubicBezTo>
                      <a:pt x="0" y="12"/>
                      <a:pt x="2" y="2"/>
                      <a:pt x="6" y="1"/>
                    </a:cubicBezTo>
                    <a:cubicBezTo>
                      <a:pt x="11" y="0"/>
                      <a:pt x="16" y="9"/>
                      <a:pt x="18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27"/>
              <p:cNvSpPr/>
              <p:nvPr/>
            </p:nvSpPr>
            <p:spPr>
              <a:xfrm>
                <a:off x="8465475" y="2102496"/>
                <a:ext cx="64519" cy="59610"/>
              </a:xfrm>
              <a:custGeom>
                <a:avLst/>
                <a:gdLst/>
                <a:ahLst/>
                <a:cxnLst/>
                <a:rect l="l" t="t" r="r" b="b"/>
                <a:pathLst>
                  <a:path w="70" h="65" extrusionOk="0">
                    <a:moveTo>
                      <a:pt x="0" y="51"/>
                    </a:moveTo>
                    <a:cubicBezTo>
                      <a:pt x="0" y="51"/>
                      <a:pt x="36" y="30"/>
                      <a:pt x="70" y="65"/>
                    </a:cubicBezTo>
                    <a:cubicBezTo>
                      <a:pt x="70" y="65"/>
                      <a:pt x="32" y="0"/>
                      <a:pt x="0" y="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27"/>
              <p:cNvSpPr/>
              <p:nvPr/>
            </p:nvSpPr>
            <p:spPr>
              <a:xfrm>
                <a:off x="8379917" y="2126340"/>
                <a:ext cx="44883" cy="51194"/>
              </a:xfrm>
              <a:custGeom>
                <a:avLst/>
                <a:gdLst/>
                <a:ahLst/>
                <a:cxnLst/>
                <a:rect l="l" t="t" r="r" b="b"/>
                <a:pathLst>
                  <a:path w="49" h="56" extrusionOk="0">
                    <a:moveTo>
                      <a:pt x="49" y="30"/>
                    </a:moveTo>
                    <a:cubicBezTo>
                      <a:pt x="49" y="30"/>
                      <a:pt x="16" y="24"/>
                      <a:pt x="0" y="56"/>
                    </a:cubicBezTo>
                    <a:cubicBezTo>
                      <a:pt x="0" y="56"/>
                      <a:pt x="14" y="0"/>
                      <a:pt x="49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27"/>
              <p:cNvSpPr/>
              <p:nvPr/>
            </p:nvSpPr>
            <p:spPr>
              <a:xfrm>
                <a:off x="8602227" y="2099691"/>
                <a:ext cx="70129" cy="122025"/>
              </a:xfrm>
              <a:custGeom>
                <a:avLst/>
                <a:gdLst/>
                <a:ahLst/>
                <a:cxnLst/>
                <a:rect l="l" t="t" r="r" b="b"/>
                <a:pathLst>
                  <a:path w="76" h="133" extrusionOk="0">
                    <a:moveTo>
                      <a:pt x="0" y="50"/>
                    </a:moveTo>
                    <a:cubicBezTo>
                      <a:pt x="0" y="50"/>
                      <a:pt x="7" y="8"/>
                      <a:pt x="32" y="4"/>
                    </a:cubicBezTo>
                    <a:cubicBezTo>
                      <a:pt x="58" y="0"/>
                      <a:pt x="76" y="133"/>
                      <a:pt x="6" y="92"/>
                    </a:cubicBez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27"/>
              <p:cNvSpPr/>
              <p:nvPr/>
            </p:nvSpPr>
            <p:spPr>
              <a:xfrm>
                <a:off x="8609941" y="2134054"/>
                <a:ext cx="30156" cy="30857"/>
              </a:xfrm>
              <a:custGeom>
                <a:avLst/>
                <a:gdLst/>
                <a:ahLst/>
                <a:cxnLst/>
                <a:rect l="l" t="t" r="r" b="b"/>
                <a:pathLst>
                  <a:path w="33" h="34" extrusionOk="0">
                    <a:moveTo>
                      <a:pt x="2" y="34"/>
                    </a:moveTo>
                    <a:cubicBezTo>
                      <a:pt x="3" y="34"/>
                      <a:pt x="4" y="33"/>
                      <a:pt x="4" y="32"/>
                    </a:cubicBezTo>
                    <a:cubicBezTo>
                      <a:pt x="4" y="32"/>
                      <a:pt x="4" y="22"/>
                      <a:pt x="10" y="18"/>
                    </a:cubicBezTo>
                    <a:cubicBezTo>
                      <a:pt x="12" y="17"/>
                      <a:pt x="16" y="17"/>
                      <a:pt x="20" y="19"/>
                    </a:cubicBezTo>
                    <a:cubicBezTo>
                      <a:pt x="21" y="19"/>
                      <a:pt x="22" y="19"/>
                      <a:pt x="22" y="18"/>
                    </a:cubicBezTo>
                    <a:cubicBezTo>
                      <a:pt x="22" y="17"/>
                      <a:pt x="22" y="16"/>
                      <a:pt x="21" y="16"/>
                    </a:cubicBezTo>
                    <a:cubicBezTo>
                      <a:pt x="16" y="14"/>
                      <a:pt x="12" y="14"/>
                      <a:pt x="8" y="16"/>
                    </a:cubicBezTo>
                    <a:cubicBezTo>
                      <a:pt x="7" y="16"/>
                      <a:pt x="6" y="17"/>
                      <a:pt x="6" y="18"/>
                    </a:cubicBezTo>
                    <a:cubicBezTo>
                      <a:pt x="8" y="10"/>
                      <a:pt x="13" y="4"/>
                      <a:pt x="18" y="4"/>
                    </a:cubicBezTo>
                    <a:cubicBezTo>
                      <a:pt x="21" y="3"/>
                      <a:pt x="24" y="5"/>
                      <a:pt x="27" y="8"/>
                    </a:cubicBezTo>
                    <a:cubicBezTo>
                      <a:pt x="29" y="10"/>
                      <a:pt x="30" y="13"/>
                      <a:pt x="30" y="13"/>
                    </a:cubicBezTo>
                    <a:cubicBezTo>
                      <a:pt x="31" y="13"/>
                      <a:pt x="31" y="14"/>
                      <a:pt x="32" y="13"/>
                    </a:cubicBezTo>
                    <a:cubicBezTo>
                      <a:pt x="33" y="13"/>
                      <a:pt x="33" y="12"/>
                      <a:pt x="33" y="11"/>
                    </a:cubicBezTo>
                    <a:cubicBezTo>
                      <a:pt x="33" y="11"/>
                      <a:pt x="28" y="0"/>
                      <a:pt x="18" y="1"/>
                    </a:cubicBezTo>
                    <a:cubicBezTo>
                      <a:pt x="8" y="2"/>
                      <a:pt x="0" y="16"/>
                      <a:pt x="1" y="32"/>
                    </a:cubicBezTo>
                    <a:cubicBezTo>
                      <a:pt x="1" y="33"/>
                      <a:pt x="1" y="34"/>
                      <a:pt x="2" y="34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27"/>
              <p:cNvSpPr/>
              <p:nvPr/>
            </p:nvSpPr>
            <p:spPr>
              <a:xfrm>
                <a:off x="8325918" y="1951719"/>
                <a:ext cx="323295" cy="246153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284" y="209"/>
                    </a:moveTo>
                    <a:cubicBezTo>
                      <a:pt x="284" y="209"/>
                      <a:pt x="240" y="202"/>
                      <a:pt x="234" y="166"/>
                    </a:cubicBezTo>
                    <a:cubicBezTo>
                      <a:pt x="219" y="176"/>
                      <a:pt x="149" y="190"/>
                      <a:pt x="103" y="173"/>
                    </a:cubicBezTo>
                    <a:cubicBezTo>
                      <a:pt x="113" y="185"/>
                      <a:pt x="145" y="206"/>
                      <a:pt x="145" y="206"/>
                    </a:cubicBezTo>
                    <a:cubicBezTo>
                      <a:pt x="18" y="221"/>
                      <a:pt x="0" y="135"/>
                      <a:pt x="0" y="135"/>
                    </a:cubicBezTo>
                    <a:cubicBezTo>
                      <a:pt x="0" y="135"/>
                      <a:pt x="77" y="30"/>
                      <a:pt x="170" y="18"/>
                    </a:cubicBezTo>
                    <a:cubicBezTo>
                      <a:pt x="276" y="0"/>
                      <a:pt x="276" y="51"/>
                      <a:pt x="276" y="51"/>
                    </a:cubicBezTo>
                    <a:cubicBezTo>
                      <a:pt x="276" y="51"/>
                      <a:pt x="301" y="49"/>
                      <a:pt x="326" y="68"/>
                    </a:cubicBezTo>
                    <a:cubicBezTo>
                      <a:pt x="352" y="88"/>
                      <a:pt x="323" y="169"/>
                      <a:pt x="323" y="169"/>
                    </a:cubicBezTo>
                    <a:cubicBezTo>
                      <a:pt x="323" y="169"/>
                      <a:pt x="302" y="186"/>
                      <a:pt x="302" y="206"/>
                    </a:cubicBezTo>
                    <a:cubicBezTo>
                      <a:pt x="301" y="268"/>
                      <a:pt x="301" y="268"/>
                      <a:pt x="301" y="268"/>
                    </a:cubicBezTo>
                    <a:cubicBezTo>
                      <a:pt x="301" y="268"/>
                      <a:pt x="281" y="231"/>
                      <a:pt x="284" y="2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44" name="Google Shape;744;p27"/>
            <p:cNvSpPr/>
            <p:nvPr/>
          </p:nvSpPr>
          <p:spPr>
            <a:xfrm>
              <a:off x="6208623" y="3034516"/>
              <a:ext cx="200575" cy="197948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27"/>
            <p:cNvSpPr/>
            <p:nvPr/>
          </p:nvSpPr>
          <p:spPr>
            <a:xfrm>
              <a:off x="4765672" y="1863625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B1EE6767-ADB9-E50D-04DD-BE23F81B2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1430"/>
            <a:ext cx="1394691" cy="7150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29"/>
          <p:cNvSpPr txBox="1">
            <a:spLocks noGrp="1"/>
          </p:cNvSpPr>
          <p:nvPr>
            <p:ph type="title" idx="5"/>
          </p:nvPr>
        </p:nvSpPr>
        <p:spPr>
          <a:xfrm>
            <a:off x="1243378" y="1849312"/>
            <a:ext cx="1029727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2.3.1</a:t>
            </a:r>
            <a:endParaRPr dirty="0"/>
          </a:p>
        </p:txBody>
      </p:sp>
      <p:sp>
        <p:nvSpPr>
          <p:cNvPr id="761" name="Google Shape;761;p29"/>
          <p:cNvSpPr txBox="1">
            <a:spLocks noGrp="1"/>
          </p:cNvSpPr>
          <p:nvPr>
            <p:ph type="subTitle" idx="9"/>
          </p:nvPr>
        </p:nvSpPr>
        <p:spPr>
          <a:xfrm>
            <a:off x="2113685" y="1470862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s-MX" sz="2400" dirty="0"/>
              <a:t>Básicas</a:t>
            </a:r>
            <a:endParaRPr dirty="0"/>
          </a:p>
        </p:txBody>
      </p:sp>
      <p:sp>
        <p:nvSpPr>
          <p:cNvPr id="762" name="Google Shape;762;p29"/>
          <p:cNvSpPr txBox="1">
            <a:spLocks noGrp="1"/>
          </p:cNvSpPr>
          <p:nvPr>
            <p:ph type="subTitle" idx="15"/>
          </p:nvPr>
        </p:nvSpPr>
        <p:spPr>
          <a:xfrm>
            <a:off x="2143123" y="2089689"/>
            <a:ext cx="3860759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s-MX" sz="2400" dirty="0"/>
              <a:t>Especializadas</a:t>
            </a:r>
            <a:endParaRPr sz="2400" dirty="0"/>
          </a:p>
        </p:txBody>
      </p:sp>
      <p:sp>
        <p:nvSpPr>
          <p:cNvPr id="763" name="Google Shape;763;p29"/>
          <p:cNvSpPr txBox="1">
            <a:spLocks noGrp="1"/>
          </p:cNvSpPr>
          <p:nvPr>
            <p:ph type="title"/>
          </p:nvPr>
        </p:nvSpPr>
        <p:spPr>
          <a:xfrm>
            <a:off x="629444" y="1089926"/>
            <a:ext cx="355566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sz="2800" dirty="0"/>
              <a:t>2. 3 Plataformas</a:t>
            </a:r>
            <a:endParaRPr sz="2800" dirty="0"/>
          </a:p>
        </p:txBody>
      </p:sp>
      <p:sp>
        <p:nvSpPr>
          <p:cNvPr id="770" name="Google Shape;770;p29"/>
          <p:cNvSpPr txBox="1">
            <a:spLocks noGrp="1"/>
          </p:cNvSpPr>
          <p:nvPr>
            <p:ph type="title" idx="8"/>
          </p:nvPr>
        </p:nvSpPr>
        <p:spPr>
          <a:xfrm>
            <a:off x="1243378" y="2451562"/>
            <a:ext cx="1317807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2.3.2</a:t>
            </a:r>
            <a:endParaRPr dirty="0"/>
          </a:p>
        </p:txBody>
      </p:sp>
      <p:sp>
        <p:nvSpPr>
          <p:cNvPr id="30" name="Lágrima 29">
            <a:extLst>
              <a:ext uri="{FF2B5EF4-FFF2-40B4-BE49-F238E27FC236}">
                <a16:creationId xmlns:a16="http://schemas.microsoft.com/office/drawing/2014/main" id="{5E9FDFB6-A34E-3358-5BF3-667EF95B5071}"/>
              </a:ext>
            </a:extLst>
          </p:cNvPr>
          <p:cNvSpPr/>
          <p:nvPr/>
        </p:nvSpPr>
        <p:spPr>
          <a:xfrm>
            <a:off x="-719667" y="-19271"/>
            <a:ext cx="1755582" cy="1361636"/>
          </a:xfrm>
          <a:prstGeom prst="teardrop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Google Shape;762;p29">
            <a:extLst>
              <a:ext uri="{FF2B5EF4-FFF2-40B4-BE49-F238E27FC236}">
                <a16:creationId xmlns:a16="http://schemas.microsoft.com/office/drawing/2014/main" id="{31A87011-B2CF-7BC8-A670-7AC59F339838}"/>
              </a:ext>
            </a:extLst>
          </p:cNvPr>
          <p:cNvSpPr txBox="1">
            <a:spLocks/>
          </p:cNvSpPr>
          <p:nvPr/>
        </p:nvSpPr>
        <p:spPr>
          <a:xfrm>
            <a:off x="2170014" y="3067932"/>
            <a:ext cx="4412804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1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pPr marL="0" indent="0"/>
            <a:r>
              <a:rPr lang="es-MX" sz="2400" dirty="0"/>
              <a:t>Software como Servicio (SaaS)</a:t>
            </a:r>
          </a:p>
        </p:txBody>
      </p:sp>
      <p:sp>
        <p:nvSpPr>
          <p:cNvPr id="5" name="Google Shape;770;p29">
            <a:extLst>
              <a:ext uri="{FF2B5EF4-FFF2-40B4-BE49-F238E27FC236}">
                <a16:creationId xmlns:a16="http://schemas.microsoft.com/office/drawing/2014/main" id="{37E2A55D-0573-C499-4A82-179E54EC36F1}"/>
              </a:ext>
            </a:extLst>
          </p:cNvPr>
          <p:cNvSpPr txBox="1">
            <a:spLocks/>
          </p:cNvSpPr>
          <p:nvPr/>
        </p:nvSpPr>
        <p:spPr>
          <a:xfrm>
            <a:off x="1243377" y="3426242"/>
            <a:ext cx="1317807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n" dirty="0"/>
              <a:t>2.4.1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CA65EB3-A492-49C3-4129-CE9541C73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5926" y="2154148"/>
            <a:ext cx="2530747" cy="2675361"/>
          </a:xfrm>
          <a:prstGeom prst="rect">
            <a:avLst/>
          </a:prstGeom>
        </p:spPr>
      </p:pic>
      <p:sp>
        <p:nvSpPr>
          <p:cNvPr id="6" name="Google Shape;763;p29">
            <a:extLst>
              <a:ext uri="{FF2B5EF4-FFF2-40B4-BE49-F238E27FC236}">
                <a16:creationId xmlns:a16="http://schemas.microsoft.com/office/drawing/2014/main" id="{63F28F74-D772-A094-47B0-9B5A53882C44}"/>
              </a:ext>
            </a:extLst>
          </p:cNvPr>
          <p:cNvSpPr txBox="1">
            <a:spLocks/>
          </p:cNvSpPr>
          <p:nvPr/>
        </p:nvSpPr>
        <p:spPr>
          <a:xfrm>
            <a:off x="629444" y="2723975"/>
            <a:ext cx="355566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aloo 2 ExtraBold"/>
              <a:buNone/>
              <a:defRPr sz="32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s-MX" sz="2800" dirty="0"/>
              <a:t>2.4 Tipos de servicio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B408183-1DA2-E21C-A9F2-78BAD966A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634" y="0"/>
            <a:ext cx="2772366" cy="1816100"/>
          </a:xfrm>
          <a:prstGeom prst="rect">
            <a:avLst/>
          </a:prstGeom>
        </p:spPr>
      </p:pic>
      <p:sp>
        <p:nvSpPr>
          <p:cNvPr id="776" name="Google Shape;776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2.3 Plataformas</a:t>
            </a:r>
            <a:br>
              <a:rPr lang="en" dirty="0"/>
            </a:br>
            <a:r>
              <a:rPr lang="en" dirty="0"/>
              <a:t>¿Qué es una plataforma en la nube?</a:t>
            </a:r>
            <a:endParaRPr dirty="0"/>
          </a:p>
        </p:txBody>
      </p:sp>
      <p:sp>
        <p:nvSpPr>
          <p:cNvPr id="778" name="Google Shape;778;p30"/>
          <p:cNvSpPr txBox="1">
            <a:spLocks noGrp="1"/>
          </p:cNvSpPr>
          <p:nvPr>
            <p:ph type="subTitle" idx="2"/>
          </p:nvPr>
        </p:nvSpPr>
        <p:spPr>
          <a:xfrm>
            <a:off x="601467" y="1440983"/>
            <a:ext cx="7551600" cy="27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 fontAlgn="t"/>
            <a:r>
              <a:rPr lang="es-MX" sz="2800" dirty="0"/>
              <a:t>Una plataforma en la nube es un conjunto de recursos tecnológicos que permiten desarrollar, desplegar, administrar y escalar aplicaciones, servicios o soluciones de datos sin preocuparse por la infraestructura física subyacente.</a:t>
            </a:r>
          </a:p>
          <a:p>
            <a:pPr algn="ctr" fontAlgn="t"/>
            <a:endParaRPr lang="es-MX" sz="28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32"/>
          <p:cNvSpPr txBox="1">
            <a:spLocks noGrp="1"/>
          </p:cNvSpPr>
          <p:nvPr>
            <p:ph type="title"/>
          </p:nvPr>
        </p:nvSpPr>
        <p:spPr>
          <a:xfrm>
            <a:off x="719999" y="445025"/>
            <a:ext cx="6925139" cy="10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sz="2800" b="1" dirty="0"/>
              <a:t>¿Qué ofrece la plataforma?</a:t>
            </a:r>
          </a:p>
        </p:txBody>
      </p:sp>
      <p:sp>
        <p:nvSpPr>
          <p:cNvPr id="885" name="Google Shape;885;p32"/>
          <p:cNvSpPr txBox="1">
            <a:spLocks noGrp="1"/>
          </p:cNvSpPr>
          <p:nvPr>
            <p:ph type="subTitle" idx="1"/>
          </p:nvPr>
        </p:nvSpPr>
        <p:spPr>
          <a:xfrm>
            <a:off x="1355174" y="1049554"/>
            <a:ext cx="7619161" cy="1943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fontAlgn="t">
              <a:buClr>
                <a:schemeClr val="bg2">
                  <a:lumMod val="10000"/>
                </a:schemeClr>
              </a:buClr>
              <a:buSzPct val="150000"/>
              <a:buFont typeface="Arial" panose="020B0604020202020204" pitchFamily="34" charset="0"/>
              <a:buChar char="•"/>
            </a:pPr>
            <a:r>
              <a:rPr lang="es-MX" sz="2400" dirty="0">
                <a:latin typeface="DM Sans Medium" pitchFamily="2" charset="0"/>
              </a:rPr>
              <a:t>Computación</a:t>
            </a:r>
          </a:p>
          <a:p>
            <a:pPr marL="342900" lvl="0" indent="-342900" fontAlgn="t">
              <a:buClr>
                <a:schemeClr val="bg2">
                  <a:lumMod val="10000"/>
                </a:schemeClr>
              </a:buClr>
              <a:buSzPct val="150000"/>
              <a:buFont typeface="Arial" panose="020B0604020202020204" pitchFamily="34" charset="0"/>
              <a:buChar char="•"/>
            </a:pPr>
            <a:r>
              <a:rPr lang="es-MX" sz="2400" dirty="0">
                <a:latin typeface="DM Sans Medium" pitchFamily="2" charset="0"/>
              </a:rPr>
              <a:t>Almacenamiento</a:t>
            </a:r>
          </a:p>
          <a:p>
            <a:pPr marL="342900" lvl="0" indent="-342900" fontAlgn="t">
              <a:buClr>
                <a:schemeClr val="bg2">
                  <a:lumMod val="10000"/>
                </a:schemeClr>
              </a:buClr>
              <a:buSzPct val="150000"/>
              <a:buFont typeface="Arial" panose="020B0604020202020204" pitchFamily="34" charset="0"/>
              <a:buChar char="•"/>
            </a:pPr>
            <a:r>
              <a:rPr lang="es-MX" sz="2400" dirty="0">
                <a:latin typeface="DM Sans Medium" pitchFamily="2" charset="0"/>
              </a:rPr>
              <a:t>Bases de datos</a:t>
            </a:r>
          </a:p>
          <a:p>
            <a:pPr marL="342900" lvl="0" indent="-342900" fontAlgn="t">
              <a:buClr>
                <a:schemeClr val="bg2">
                  <a:lumMod val="10000"/>
                </a:schemeClr>
              </a:buClr>
              <a:buSzPct val="150000"/>
              <a:buFont typeface="Arial" panose="020B0604020202020204" pitchFamily="34" charset="0"/>
              <a:buChar char="•"/>
            </a:pPr>
            <a:r>
              <a:rPr lang="es-MX" sz="2400" dirty="0">
                <a:latin typeface="DM Sans Medium" pitchFamily="2" charset="0"/>
              </a:rPr>
              <a:t>Inteligencia Artificial</a:t>
            </a:r>
          </a:p>
          <a:p>
            <a:pPr marL="342900" lvl="0" indent="-342900" fontAlgn="t">
              <a:buClr>
                <a:schemeClr val="bg2">
                  <a:lumMod val="10000"/>
                </a:schemeClr>
              </a:buClr>
              <a:buSzPct val="150000"/>
              <a:buFont typeface="Arial" panose="020B0604020202020204" pitchFamily="34" charset="0"/>
              <a:buChar char="•"/>
            </a:pPr>
            <a:r>
              <a:rPr lang="es-MX" sz="2400" dirty="0">
                <a:latin typeface="DM Sans Medium" pitchFamily="2" charset="0"/>
              </a:rPr>
              <a:t>Analítica</a:t>
            </a:r>
          </a:p>
          <a:p>
            <a:pPr marL="342900" lvl="0" indent="-342900" fontAlgn="t">
              <a:buClr>
                <a:schemeClr val="bg2">
                  <a:lumMod val="10000"/>
                </a:schemeClr>
              </a:buClr>
              <a:buSzPct val="150000"/>
              <a:buFont typeface="Arial" panose="020B0604020202020204" pitchFamily="34" charset="0"/>
              <a:buChar char="•"/>
            </a:pPr>
            <a:r>
              <a:rPr lang="es-MX" sz="2400" dirty="0">
                <a:latin typeface="DM Sans Medium" pitchFamily="2" charset="0"/>
              </a:rPr>
              <a:t>Machine Learning</a:t>
            </a:r>
          </a:p>
          <a:p>
            <a:pPr marL="342900" lvl="0" indent="-342900" fontAlgn="t">
              <a:buClr>
                <a:schemeClr val="bg2">
                  <a:lumMod val="10000"/>
                </a:schemeClr>
              </a:buClr>
              <a:buSzPct val="150000"/>
              <a:buFont typeface="Arial" panose="020B0604020202020204" pitchFamily="34" charset="0"/>
              <a:buChar char="•"/>
            </a:pPr>
            <a:r>
              <a:rPr lang="es-MX" sz="2400" dirty="0">
                <a:latin typeface="DM Sans Medium" pitchFamily="2" charset="0"/>
              </a:rPr>
              <a:t>Internet de las Cosas (IoT)</a:t>
            </a:r>
          </a:p>
          <a:p>
            <a:pPr marL="0" lvl="0" indent="0" fontAlgn="t">
              <a:buNone/>
            </a:pPr>
            <a:endParaRPr lang="es-MX" sz="20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865DE9C-0F1F-4BC7-2B1E-6F948A2CB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221735" y="3204210"/>
            <a:ext cx="24384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/>
          <p:cNvSpPr txBox="1">
            <a:spLocks noGrp="1"/>
          </p:cNvSpPr>
          <p:nvPr>
            <p:ph type="title"/>
          </p:nvPr>
        </p:nvSpPr>
        <p:spPr>
          <a:xfrm>
            <a:off x="429161" y="3113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Arquitectura general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7FD2DEA-6B20-E223-E2A7-3BCD00C29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662432">
            <a:off x="7691641" y="2710936"/>
            <a:ext cx="4022321" cy="402232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DAFB80AB-E778-4139-990F-5528CC4442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8529" y="1089407"/>
            <a:ext cx="5449033" cy="36326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0A50C7C6-A311-6C09-4A39-A89B214AB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9EF579F1-E5CC-1149-54D2-F1B0FFADB2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161" y="7939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2.3.1 Plataformas Básicas</a:t>
            </a:r>
          </a:p>
        </p:txBody>
      </p:sp>
      <p:sp>
        <p:nvSpPr>
          <p:cNvPr id="894" name="Google Shape;894;p33">
            <a:extLst>
              <a:ext uri="{FF2B5EF4-FFF2-40B4-BE49-F238E27FC236}">
                <a16:creationId xmlns:a16="http://schemas.microsoft.com/office/drawing/2014/main" id="{53DDE2C8-9DA0-1B14-3099-27FFAE905941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630503" y="2779375"/>
            <a:ext cx="7123010" cy="4723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just" fontAlgn="t"/>
            <a:r>
              <a:rPr lang="es-MX" sz="2400" dirty="0"/>
              <a:t>Son plataformas de propósito general orientadas a cubrir las necesidades más comunes de una organización.</a:t>
            </a:r>
          </a:p>
          <a:p>
            <a:pPr algn="just" fontAlgn="t"/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D0CAF60-49FA-5A62-5B20-9CE53288E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588738" y="3401482"/>
            <a:ext cx="1430704" cy="1430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069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779F44F2-E0CD-9971-07F8-7023B5D8B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8CE43654-7355-3DDF-DC4B-F29A660FFF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161" y="3113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Características</a:t>
            </a:r>
          </a:p>
        </p:txBody>
      </p:sp>
      <p:sp>
        <p:nvSpPr>
          <p:cNvPr id="894" name="Google Shape;894;p33">
            <a:extLst>
              <a:ext uri="{FF2B5EF4-FFF2-40B4-BE49-F238E27FC236}">
                <a16:creationId xmlns:a16="http://schemas.microsoft.com/office/drawing/2014/main" id="{D57702B9-1B7E-32D8-3117-676A7A105C6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203632" y="3094492"/>
            <a:ext cx="6585680" cy="4723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dirty="0"/>
              <a:t>Servicios genéricos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dirty="0"/>
              <a:t>Infraestructura escalable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dirty="0"/>
              <a:t>Amplio catálogo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dirty="0"/>
              <a:t>Uso empresarial</a:t>
            </a:r>
          </a:p>
          <a:p>
            <a:pPr marL="482600" indent="-342900" fontAlgn="t">
              <a:buFont typeface="Arial" panose="020B0604020202020204" pitchFamily="34" charset="0"/>
              <a:buChar char="•"/>
            </a:pPr>
            <a:endParaRPr lang="es-MX" sz="2400" dirty="0"/>
          </a:p>
          <a:p>
            <a:pPr algn="just" fontAlgn="t"/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6C898E1-CF7F-2B89-1A26-40289FC4C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215380">
            <a:off x="7601363" y="3838545"/>
            <a:ext cx="2178563" cy="175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548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39C604C2-B57F-E8A0-9A72-B36B092EA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C7073EB5-CCA7-F840-ABD3-F7B2721B73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4295" y="181282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Ejemplos de Plataformas Básicas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360D046-5FCE-2DCE-ADB3-2040F6483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215380">
            <a:off x="7601363" y="3838545"/>
            <a:ext cx="2178563" cy="175162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414B82F-0584-5D10-8E8A-6C15439C81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679172" cy="167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420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02B13D4B-BA9E-2532-5AAA-2CAC0921E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4CCEA4A8-47CD-FB22-E4DB-BEC3C07D89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900" y="66832"/>
            <a:ext cx="435882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Microsoft Azure</a:t>
            </a:r>
            <a:br>
              <a:rPr lang="es-MX" sz="1200" dirty="0"/>
            </a:br>
            <a:br>
              <a:rPr lang="es-MX" sz="1200" dirty="0"/>
            </a:br>
            <a:r>
              <a:rPr lang="es-MX" sz="2800" dirty="0">
                <a:solidFill>
                  <a:schemeClr val="tx2">
                    <a:lumMod val="50000"/>
                  </a:schemeClr>
                </a:solidFill>
              </a:rPr>
              <a:t>Servicios relevantes</a:t>
            </a:r>
            <a:br>
              <a:rPr lang="es-MX" dirty="0"/>
            </a:b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F7B0E2D-914F-B54E-C0FD-4CF10D44C5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3" t="7676"/>
          <a:stretch>
            <a:fillRect/>
          </a:stretch>
        </p:blipFill>
        <p:spPr>
          <a:xfrm>
            <a:off x="7124092" y="3242732"/>
            <a:ext cx="2018138" cy="175177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E92149E-3E41-9A09-D223-948BCD5EB3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3" t="7676"/>
          <a:stretch>
            <a:fillRect/>
          </a:stretch>
        </p:blipFill>
        <p:spPr>
          <a:xfrm>
            <a:off x="-1294238" y="-809056"/>
            <a:ext cx="2018138" cy="1751777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817AFB53-02CE-E00E-33D9-76B959F0A2D9}"/>
              </a:ext>
            </a:extLst>
          </p:cNvPr>
          <p:cNvSpPr txBox="1"/>
          <p:nvPr/>
        </p:nvSpPr>
        <p:spPr>
          <a:xfrm>
            <a:off x="723900" y="1300181"/>
            <a:ext cx="6816441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fontAlgn="t">
              <a:buSzPct val="150000"/>
              <a:buFont typeface="Arial" panose="020B0604020202020204" pitchFamily="34" charset="0"/>
              <a:buChar char="•"/>
            </a:pPr>
            <a:r>
              <a:rPr lang="es-MX" sz="1800" b="1" dirty="0">
                <a:latin typeface="DM Sans" pitchFamily="2" charset="0"/>
              </a:rPr>
              <a:t>Azure Virtual Machines (VM):</a:t>
            </a:r>
            <a:r>
              <a:rPr lang="es-MX" sz="1800" dirty="0">
                <a:latin typeface="DM Sans" pitchFamily="2" charset="0"/>
              </a:rPr>
              <a:t> Servicio que permite crear y administrar servidores virtuales en la nube para ejecutar aplicaciones, bases de datos y sistemas operativos Windows o Linux.</a:t>
            </a:r>
          </a:p>
          <a:p>
            <a:pPr marL="342900" lvl="0" indent="-342900" algn="just" fontAlgn="t">
              <a:buSzPct val="150000"/>
              <a:buFont typeface="Arial" panose="020B0604020202020204" pitchFamily="34" charset="0"/>
              <a:buChar char="•"/>
            </a:pPr>
            <a:r>
              <a:rPr lang="es-MX" sz="1800" b="1" dirty="0">
                <a:latin typeface="DM Sans" pitchFamily="2" charset="0"/>
              </a:rPr>
              <a:t>Azure SQL </a:t>
            </a:r>
            <a:r>
              <a:rPr lang="es-MX" sz="1800" b="1" dirty="0" err="1">
                <a:latin typeface="DM Sans" pitchFamily="2" charset="0"/>
              </a:rPr>
              <a:t>Database</a:t>
            </a:r>
            <a:r>
              <a:rPr lang="es-MX" sz="1800" b="1" dirty="0">
                <a:latin typeface="DM Sans" pitchFamily="2" charset="0"/>
              </a:rPr>
              <a:t>:</a:t>
            </a:r>
            <a:r>
              <a:rPr lang="es-MX" sz="1800" dirty="0">
                <a:latin typeface="DM Sans" pitchFamily="2" charset="0"/>
              </a:rPr>
              <a:t> Base de datos relacional administrada que almacena datos estructurados de forma segura, con respaldos automáticos y alta disponibilidad.</a:t>
            </a:r>
          </a:p>
          <a:p>
            <a:pPr marL="342900" lvl="0" indent="-342900" algn="just" fontAlgn="t">
              <a:buSzPct val="150000"/>
              <a:buFont typeface="Arial" panose="020B0604020202020204" pitchFamily="34" charset="0"/>
              <a:buChar char="•"/>
            </a:pPr>
            <a:r>
              <a:rPr lang="es-MX" sz="1800" b="1" dirty="0">
                <a:latin typeface="DM Sans" pitchFamily="2" charset="0"/>
              </a:rPr>
              <a:t>Azure Storage:</a:t>
            </a:r>
            <a:r>
              <a:rPr lang="es-MX" sz="1800" dirty="0">
                <a:latin typeface="DM Sans" pitchFamily="2" charset="0"/>
              </a:rPr>
              <a:t> Servicio de almacenamiento escalable para guardar archivos, imágenes, videos, respaldos y grandes volúmenes de datos.</a:t>
            </a:r>
          </a:p>
          <a:p>
            <a:pPr marL="482600" indent="-342900" fontAlgn="t">
              <a:buFont typeface="Arial" panose="020B0604020202020204" pitchFamily="34" charset="0"/>
              <a:buChar char="•"/>
            </a:pPr>
            <a:endParaRPr lang="es-MX" sz="1800" dirty="0">
              <a:latin typeface="DM Sans" pitchFamily="2" charset="0"/>
            </a:endParaRP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52941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527673EF-BC52-1004-D39B-16CCE0E7F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22077467-B0EB-9AA6-4B14-7676BFCDAE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7014" y="349864"/>
            <a:ext cx="435882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Microsoft Azure</a:t>
            </a:r>
            <a:br>
              <a:rPr lang="es-MX" sz="1200" dirty="0"/>
            </a:br>
            <a:br>
              <a:rPr lang="es-MX" sz="1200" dirty="0"/>
            </a:br>
            <a:r>
              <a:rPr lang="es-MX" sz="2800" dirty="0">
                <a:solidFill>
                  <a:schemeClr val="tx2">
                    <a:lumMod val="50000"/>
                  </a:schemeClr>
                </a:solidFill>
              </a:rPr>
              <a:t>Servicios relevantes</a:t>
            </a:r>
            <a:br>
              <a:rPr lang="es-MX" dirty="0"/>
            </a:b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B917EE7-7474-81DA-C21B-3CCF41280C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3" t="7676"/>
          <a:stretch>
            <a:fillRect/>
          </a:stretch>
        </p:blipFill>
        <p:spPr>
          <a:xfrm>
            <a:off x="7124092" y="3242732"/>
            <a:ext cx="2018138" cy="175177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F9A8CC7-735A-099E-8621-275BEBB7DD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3" t="7676"/>
          <a:stretch>
            <a:fillRect/>
          </a:stretch>
        </p:blipFill>
        <p:spPr>
          <a:xfrm>
            <a:off x="-1294238" y="-809056"/>
            <a:ext cx="2018138" cy="1751777"/>
          </a:xfrm>
          <a:prstGeom prst="rect">
            <a:avLst/>
          </a:prstGeom>
        </p:spPr>
      </p:pic>
      <p:sp>
        <p:nvSpPr>
          <p:cNvPr id="3" name="Google Shape;894;p33">
            <a:extLst>
              <a:ext uri="{FF2B5EF4-FFF2-40B4-BE49-F238E27FC236}">
                <a16:creationId xmlns:a16="http://schemas.microsoft.com/office/drawing/2014/main" id="{478AD127-09FF-5EE4-881E-06E2E57ACB24}"/>
              </a:ext>
            </a:extLst>
          </p:cNvPr>
          <p:cNvSpPr txBox="1">
            <a:spLocks/>
          </p:cNvSpPr>
          <p:nvPr/>
        </p:nvSpPr>
        <p:spPr>
          <a:xfrm>
            <a:off x="1279160" y="3982607"/>
            <a:ext cx="6585680" cy="47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1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pPr marL="342900" lvl="0" indent="-342900" algn="just" fontAlgn="t">
              <a:buSzPct val="150000"/>
              <a:buFont typeface="Arial" panose="020B0604020202020204" pitchFamily="34" charset="0"/>
              <a:buChar char="•"/>
            </a:pPr>
            <a:r>
              <a:rPr lang="es-MX" sz="1800" b="1" dirty="0">
                <a:latin typeface="DM Sans" pitchFamily="2" charset="0"/>
              </a:rPr>
              <a:t>Azure </a:t>
            </a:r>
            <a:r>
              <a:rPr lang="es-MX" sz="1800" b="1" dirty="0" err="1">
                <a:latin typeface="DM Sans" pitchFamily="2" charset="0"/>
              </a:rPr>
              <a:t>Databricks</a:t>
            </a:r>
            <a:r>
              <a:rPr lang="es-MX" sz="1800" b="1" dirty="0">
                <a:latin typeface="DM Sans" pitchFamily="2" charset="0"/>
              </a:rPr>
              <a:t>:</a:t>
            </a:r>
            <a:r>
              <a:rPr lang="es-MX" sz="1800" dirty="0">
                <a:latin typeface="DM Sans" pitchFamily="2" charset="0"/>
              </a:rPr>
              <a:t> Plataforma de análisis de Big Data que procesa y transforma grandes cantidades de información para obtener conocimientos y métricas.</a:t>
            </a:r>
          </a:p>
          <a:p>
            <a:pPr marL="342900" lvl="0" indent="-342900" algn="just" fontAlgn="t">
              <a:buSzPct val="150000"/>
              <a:buFont typeface="Arial" panose="020B0604020202020204" pitchFamily="34" charset="0"/>
              <a:buChar char="•"/>
            </a:pPr>
            <a:r>
              <a:rPr lang="es-MX" sz="1800" b="1" dirty="0">
                <a:latin typeface="DM Sans" pitchFamily="2" charset="0"/>
              </a:rPr>
              <a:t>Azure Machine Learning:</a:t>
            </a:r>
            <a:r>
              <a:rPr lang="es-MX" sz="1800" dirty="0">
                <a:latin typeface="DM Sans" pitchFamily="2" charset="0"/>
              </a:rPr>
              <a:t> Servicio de inteligencia artificial que permite crear, entrenar e implementar modelos predictivos y de aprendizaje automático.</a:t>
            </a:r>
          </a:p>
          <a:p>
            <a:pPr marL="482600" indent="-342900" fontAlgn="t">
              <a:buFont typeface="Arial" panose="020B0604020202020204" pitchFamily="34" charset="0"/>
              <a:buChar char="•"/>
            </a:pPr>
            <a:endParaRPr lang="es-MX" sz="2400" dirty="0"/>
          </a:p>
          <a:p>
            <a:pPr algn="just" fontAlgn="t"/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5957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63E6E7F5-DDC9-852F-B792-73BC700D6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A6616E9B-66A2-9E05-FDA2-F0D950C9CD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161" y="3113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Fortalezas</a:t>
            </a:r>
          </a:p>
        </p:txBody>
      </p:sp>
      <p:sp>
        <p:nvSpPr>
          <p:cNvPr id="894" name="Google Shape;894;p33">
            <a:extLst>
              <a:ext uri="{FF2B5EF4-FFF2-40B4-BE49-F238E27FC236}">
                <a16:creationId xmlns:a16="http://schemas.microsoft.com/office/drawing/2014/main" id="{5DD0F6E8-1794-F791-B1E7-A7AF5F926195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279160" y="2924274"/>
            <a:ext cx="6585680" cy="4723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dirty="0"/>
              <a:t>Integración con Microsoft</a:t>
            </a:r>
          </a:p>
          <a:p>
            <a:pPr marL="342900" lvl="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dirty="0"/>
              <a:t>Seguridad empresarial</a:t>
            </a:r>
          </a:p>
          <a:p>
            <a:pPr marL="342900" lvl="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dirty="0"/>
              <a:t>Gobierno de datos</a:t>
            </a:r>
          </a:p>
          <a:p>
            <a:pPr marL="482600" indent="-342900" fontAlgn="t">
              <a:buFont typeface="Arial" panose="020B0604020202020204" pitchFamily="34" charset="0"/>
              <a:buChar char="•"/>
            </a:pPr>
            <a:endParaRPr lang="es-MX" sz="2400" dirty="0"/>
          </a:p>
          <a:p>
            <a:pPr algn="just" fontAlgn="t"/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370980C-553F-E112-AD22-7F458F35B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717" y="1930401"/>
            <a:ext cx="3096378" cy="309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196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B0292804-45D6-D23F-D0C1-365B707AA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2330CC3-B560-2F48-BBFF-13403980A7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740"/>
          <a:stretch>
            <a:fillRect/>
          </a:stretch>
        </p:blipFill>
        <p:spPr>
          <a:xfrm>
            <a:off x="-627056" y="-490606"/>
            <a:ext cx="1095506" cy="981212"/>
          </a:xfrm>
          <a:prstGeom prst="rect">
            <a:avLst/>
          </a:prstGeom>
        </p:spPr>
      </p:pic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6B2A7F96-8A75-5704-1950-92AE04D917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4666" y="-8209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Amazon Web </a:t>
            </a:r>
            <a:r>
              <a:rPr lang="es-MX" dirty="0" err="1"/>
              <a:t>Services</a:t>
            </a:r>
            <a:r>
              <a:rPr lang="es-MX" dirty="0"/>
              <a:t> (AWS)</a:t>
            </a:r>
            <a:br>
              <a:rPr lang="es-MX" sz="1400" dirty="0"/>
            </a:br>
            <a:br>
              <a:rPr lang="es-MX" sz="1400" dirty="0"/>
            </a:br>
            <a:r>
              <a:rPr lang="es-MX" sz="2800" dirty="0">
                <a:solidFill>
                  <a:schemeClr val="tx2">
                    <a:lumMod val="50000"/>
                  </a:schemeClr>
                </a:solidFill>
              </a:rPr>
              <a:t>Servicios relevantes</a:t>
            </a:r>
          </a:p>
        </p:txBody>
      </p:sp>
      <p:sp>
        <p:nvSpPr>
          <p:cNvPr id="894" name="Google Shape;894;p33">
            <a:extLst>
              <a:ext uri="{FF2B5EF4-FFF2-40B4-BE49-F238E27FC236}">
                <a16:creationId xmlns:a16="http://schemas.microsoft.com/office/drawing/2014/main" id="{595C90E1-7E12-222A-FDA4-5672E9E73E1A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22165" y="4140668"/>
            <a:ext cx="8099669" cy="4723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sz="1900" b="1" dirty="0">
                <a:latin typeface="DM Sans Medium" pitchFamily="2" charset="0"/>
              </a:rPr>
              <a:t>EC2 (</a:t>
            </a:r>
            <a:r>
              <a:rPr lang="es-MX" sz="1900" b="1" dirty="0" err="1">
                <a:latin typeface="DM Sans Medium" pitchFamily="2" charset="0"/>
              </a:rPr>
              <a:t>Elastic</a:t>
            </a:r>
            <a:r>
              <a:rPr lang="es-MX" sz="1900" b="1" dirty="0">
                <a:latin typeface="DM Sans Medium" pitchFamily="2" charset="0"/>
              </a:rPr>
              <a:t> Compute Cloud). </a:t>
            </a:r>
            <a:r>
              <a:rPr lang="es-MX" sz="1900" dirty="0">
                <a:latin typeface="DM Sans Medium" pitchFamily="2" charset="0"/>
              </a:rPr>
              <a:t>Proporciona servidores virtuales en la nube</a:t>
            </a:r>
          </a:p>
          <a:p>
            <a:pPr marL="342900" lvl="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sz="1900" b="1" dirty="0">
                <a:latin typeface="DM Sans Medium" pitchFamily="2" charset="0"/>
              </a:rPr>
              <a:t>S3 (Simple Storage Service).</a:t>
            </a:r>
            <a:r>
              <a:rPr lang="es-MX" sz="1900" dirty="0">
                <a:latin typeface="DM Sans Medium" pitchFamily="2" charset="0"/>
              </a:rPr>
              <a:t> Almacena archivos y datos de forma segura.</a:t>
            </a:r>
          </a:p>
          <a:p>
            <a:pPr marL="342900" lvl="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sz="1900" b="1" dirty="0" err="1">
                <a:latin typeface="DM Sans Medium" pitchFamily="2" charset="0"/>
              </a:rPr>
              <a:t>Redshift</a:t>
            </a:r>
            <a:r>
              <a:rPr lang="es-MX" sz="1900" dirty="0">
                <a:latin typeface="DM Sans Medium" pitchFamily="2" charset="0"/>
              </a:rPr>
              <a:t>. Permite analizar y almacenar grandes volúmenes de datos.</a:t>
            </a:r>
          </a:p>
          <a:p>
            <a:pPr marL="342900" lvl="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sz="1900" b="1" dirty="0">
                <a:latin typeface="DM Sans Medium" pitchFamily="2" charset="0"/>
              </a:rPr>
              <a:t>Lambda</a:t>
            </a:r>
            <a:r>
              <a:rPr lang="es-MX" sz="1900" dirty="0">
                <a:latin typeface="DM Sans Medium" pitchFamily="2" charset="0"/>
              </a:rPr>
              <a:t>. Ejecuta código sin necesidad de administrar servidores.</a:t>
            </a:r>
          </a:p>
          <a:p>
            <a:pPr marL="342900" lvl="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sz="1900" b="1" dirty="0" err="1">
                <a:latin typeface="DM Sans Medium" pitchFamily="2" charset="0"/>
              </a:rPr>
              <a:t>SageMaker</a:t>
            </a:r>
            <a:r>
              <a:rPr lang="es-MX" sz="1900" dirty="0">
                <a:latin typeface="DM Sans Medium" pitchFamily="2" charset="0"/>
              </a:rPr>
              <a:t>. Crea, entrena e implementa modelos de Inteligencia Artificial y Machine Learning.</a:t>
            </a:r>
          </a:p>
          <a:p>
            <a:pPr algn="just" fontAlgn="t"/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69D3CAE-3C12-5287-E4E7-2484BC708A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9968" y="3857868"/>
            <a:ext cx="1285631" cy="128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056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64B9629E-A8E2-850B-7BAA-01666081C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A9CE578-A140-DB62-4987-F0919BCD69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740"/>
          <a:stretch>
            <a:fillRect/>
          </a:stretch>
        </p:blipFill>
        <p:spPr>
          <a:xfrm>
            <a:off x="0" y="0"/>
            <a:ext cx="1095506" cy="981212"/>
          </a:xfrm>
          <a:prstGeom prst="rect">
            <a:avLst/>
          </a:prstGeom>
        </p:spPr>
      </p:pic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71117B1A-06E6-C871-6E81-55EDBECB4F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494" y="82976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>
                <a:solidFill>
                  <a:schemeClr val="bg1">
                    <a:lumMod val="50000"/>
                  </a:schemeClr>
                </a:solidFill>
              </a:rPr>
              <a:t>Fortalezas</a:t>
            </a:r>
          </a:p>
        </p:txBody>
      </p:sp>
      <p:sp>
        <p:nvSpPr>
          <p:cNvPr id="894" name="Google Shape;894;p33">
            <a:extLst>
              <a:ext uri="{FF2B5EF4-FFF2-40B4-BE49-F238E27FC236}">
                <a16:creationId xmlns:a16="http://schemas.microsoft.com/office/drawing/2014/main" id="{B26892CB-3420-9A40-71B4-3FA210D42E95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279160" y="2571750"/>
            <a:ext cx="6585680" cy="4723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dirty="0"/>
              <a:t>Ecosistema maduro</a:t>
            </a:r>
          </a:p>
          <a:p>
            <a:pPr marL="342900" lvl="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dirty="0"/>
              <a:t>Amplia cobertura geográfica</a:t>
            </a:r>
          </a:p>
          <a:p>
            <a:pPr marL="342900" lvl="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dirty="0"/>
              <a:t>Gran variedad de servicios</a:t>
            </a:r>
          </a:p>
          <a:p>
            <a:pPr algn="just" fontAlgn="t"/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D543E08-5DE4-0974-27AA-A4BD0706E9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2751" y="3560056"/>
            <a:ext cx="1318181" cy="1393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921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FEB48A50-FD43-5FF9-D517-209DBC541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816D112-933D-1B6C-B9E0-B396586B4D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740"/>
          <a:stretch>
            <a:fillRect/>
          </a:stretch>
        </p:blipFill>
        <p:spPr>
          <a:xfrm>
            <a:off x="-287867" y="-345900"/>
            <a:ext cx="1095506" cy="981212"/>
          </a:xfrm>
          <a:prstGeom prst="rect">
            <a:avLst/>
          </a:prstGeom>
        </p:spPr>
      </p:pic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1DFA48D3-9910-3A2E-9BC0-22E9059433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1517" y="30723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Google Cloud </a:t>
            </a:r>
            <a:r>
              <a:rPr lang="es-MX" dirty="0" err="1"/>
              <a:t>Platform</a:t>
            </a:r>
            <a:br>
              <a:rPr lang="es-MX" sz="1200" dirty="0"/>
            </a:br>
            <a:br>
              <a:rPr lang="es-MX" sz="1200" dirty="0"/>
            </a:br>
            <a:r>
              <a:rPr lang="es-MX" dirty="0">
                <a:solidFill>
                  <a:schemeClr val="tx2">
                    <a:lumMod val="50000"/>
                  </a:schemeClr>
                </a:solidFill>
              </a:rPr>
              <a:t>Servicios relevantes</a:t>
            </a:r>
            <a:br>
              <a:rPr lang="es-MX" dirty="0"/>
            </a:b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94" name="Google Shape;894;p33">
            <a:extLst>
              <a:ext uri="{FF2B5EF4-FFF2-40B4-BE49-F238E27FC236}">
                <a16:creationId xmlns:a16="http://schemas.microsoft.com/office/drawing/2014/main" id="{7CBC580D-AF95-5839-01A9-EC33402E18C8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926369" y="2571750"/>
            <a:ext cx="6930697" cy="23443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algn="just" fontAlgn="t">
              <a:buSzPct val="150000"/>
              <a:buFont typeface="Arial" panose="020B0604020202020204" pitchFamily="34" charset="0"/>
              <a:buChar char="•"/>
            </a:pPr>
            <a:r>
              <a:rPr lang="es-MX" b="1" dirty="0" err="1">
                <a:latin typeface="DM Sans" pitchFamily="2" charset="0"/>
              </a:rPr>
              <a:t>BigQuery</a:t>
            </a:r>
            <a:r>
              <a:rPr lang="es-MX" b="1" dirty="0">
                <a:latin typeface="DM Sans" pitchFamily="2" charset="0"/>
              </a:rPr>
              <a:t>:</a:t>
            </a:r>
            <a:r>
              <a:rPr lang="es-MX" dirty="0">
                <a:latin typeface="DM Sans" pitchFamily="2" charset="0"/>
              </a:rPr>
              <a:t> Servicio de análisis de datos que permite consultar y procesar grandes volúmenes de información mediante SQL, sin necesidad de administrar infraestructura.</a:t>
            </a:r>
          </a:p>
          <a:p>
            <a:pPr marL="342900" lvl="0" indent="-342900" algn="just" fontAlgn="t">
              <a:buSzPct val="150000"/>
              <a:buFont typeface="Arial" panose="020B0604020202020204" pitchFamily="34" charset="0"/>
              <a:buChar char="•"/>
            </a:pPr>
            <a:r>
              <a:rPr lang="es-MX" b="1" dirty="0" err="1">
                <a:latin typeface="DM Sans" pitchFamily="2" charset="0"/>
              </a:rPr>
              <a:t>Vertex</a:t>
            </a:r>
            <a:r>
              <a:rPr lang="es-MX" b="1" dirty="0">
                <a:latin typeface="DM Sans" pitchFamily="2" charset="0"/>
              </a:rPr>
              <a:t> AI:</a:t>
            </a:r>
            <a:r>
              <a:rPr lang="es-MX" dirty="0">
                <a:latin typeface="DM Sans" pitchFamily="2" charset="0"/>
              </a:rPr>
              <a:t> Plataforma de inteligencia artificial y aprendizaje automático que facilita la creación, entrenamiento e implementación de modelos predictivos.</a:t>
            </a:r>
          </a:p>
          <a:p>
            <a:pPr algn="just" fontAlgn="t">
              <a:buSzPct val="150000"/>
            </a:pPr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64E4D59-1A6C-B877-DB07-B82D3C79E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533" y="3467099"/>
            <a:ext cx="1617134" cy="1617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343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59510D6E-F483-2D7F-0919-926FD54D8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CF0F0CD-7692-CC04-80EF-6A749D3070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740"/>
          <a:stretch>
            <a:fillRect/>
          </a:stretch>
        </p:blipFill>
        <p:spPr>
          <a:xfrm>
            <a:off x="-138243" y="-215900"/>
            <a:ext cx="878089" cy="786478"/>
          </a:xfrm>
          <a:prstGeom prst="rect">
            <a:avLst/>
          </a:prstGeom>
        </p:spPr>
      </p:pic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150A3318-E93D-7554-2269-8358119AD9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1517" y="17733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Google Cloud </a:t>
            </a:r>
            <a:r>
              <a:rPr lang="es-MX" dirty="0" err="1"/>
              <a:t>Platform</a:t>
            </a:r>
            <a:br>
              <a:rPr lang="es-MX" sz="1200" dirty="0"/>
            </a:br>
            <a:br>
              <a:rPr lang="es-MX" sz="1200" dirty="0"/>
            </a:br>
            <a:r>
              <a:rPr lang="es-MX" dirty="0">
                <a:solidFill>
                  <a:schemeClr val="tx2">
                    <a:lumMod val="50000"/>
                  </a:schemeClr>
                </a:solidFill>
              </a:rPr>
              <a:t>Servicios relevantes</a:t>
            </a:r>
            <a:br>
              <a:rPr lang="es-MX" dirty="0"/>
            </a:b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94" name="Google Shape;894;p33">
            <a:extLst>
              <a:ext uri="{FF2B5EF4-FFF2-40B4-BE49-F238E27FC236}">
                <a16:creationId xmlns:a16="http://schemas.microsoft.com/office/drawing/2014/main" id="{C343448B-41B3-02CD-FE46-66AE8E62175B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875210" y="1405467"/>
            <a:ext cx="6981856" cy="343231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algn="just" fontAlgn="t">
              <a:buFont typeface="Arial" panose="020B0604020202020204" pitchFamily="34" charset="0"/>
              <a:buChar char="•"/>
            </a:pPr>
            <a:r>
              <a:rPr lang="es-MX" b="1" dirty="0">
                <a:latin typeface="DM Sans" pitchFamily="2" charset="0"/>
              </a:rPr>
              <a:t>Cloud Storage:</a:t>
            </a:r>
            <a:r>
              <a:rPr lang="es-MX" dirty="0">
                <a:latin typeface="DM Sans" pitchFamily="2" charset="0"/>
              </a:rPr>
              <a:t> Servicio de almacenamiento escalable para guardar archivos, respaldos, imágenes, videos y datos de cualquier tamaño en la nube.</a:t>
            </a:r>
          </a:p>
          <a:p>
            <a:pPr marL="342900" lvl="0" indent="-342900" algn="just" fontAlgn="t">
              <a:buFont typeface="Arial" panose="020B0604020202020204" pitchFamily="34" charset="0"/>
              <a:buChar char="•"/>
            </a:pPr>
            <a:r>
              <a:rPr lang="es-MX" b="1" dirty="0">
                <a:latin typeface="DM Sans" pitchFamily="2" charset="0"/>
              </a:rPr>
              <a:t>Compute </a:t>
            </a:r>
            <a:r>
              <a:rPr lang="es-MX" b="1" dirty="0" err="1">
                <a:latin typeface="DM Sans" pitchFamily="2" charset="0"/>
              </a:rPr>
              <a:t>Engine</a:t>
            </a:r>
            <a:r>
              <a:rPr lang="es-MX" b="1" dirty="0">
                <a:latin typeface="DM Sans" pitchFamily="2" charset="0"/>
              </a:rPr>
              <a:t>:</a:t>
            </a:r>
            <a:r>
              <a:rPr lang="es-MX" dirty="0">
                <a:latin typeface="DM Sans" pitchFamily="2" charset="0"/>
              </a:rPr>
              <a:t> Servicio de máquinas virtuales que proporciona capacidad de cómputo para ejecutar aplicaciones y cargas de trabajo en la nube.</a:t>
            </a:r>
          </a:p>
          <a:p>
            <a:pPr algn="just" fontAlgn="t">
              <a:buSzPct val="150000"/>
            </a:pPr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3DBDEFF-81E5-62FB-1207-AB69B4CDF2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367" y="3572933"/>
            <a:ext cx="1511300" cy="151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433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>
          <a:extLst>
            <a:ext uri="{FF2B5EF4-FFF2-40B4-BE49-F238E27FC236}">
              <a16:creationId xmlns:a16="http://schemas.microsoft.com/office/drawing/2014/main" id="{A98C0CE1-480B-EEBB-C4A1-A02C39A31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34">
            <a:extLst>
              <a:ext uri="{FF2B5EF4-FFF2-40B4-BE49-F238E27FC236}">
                <a16:creationId xmlns:a16="http://schemas.microsoft.com/office/drawing/2014/main" id="{BC425521-40D3-93AA-CF55-1C1A500D18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32134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dirty="0"/>
              <a:t>Fortalezas</a:t>
            </a:r>
            <a:r>
              <a:rPr lang="es-MX" b="1" dirty="0">
                <a:solidFill>
                  <a:schemeClr val="bg2"/>
                </a:solidFill>
              </a:rPr>
              <a:t> </a:t>
            </a:r>
            <a:endParaRPr dirty="0"/>
          </a:p>
        </p:txBody>
      </p:sp>
      <p:sp>
        <p:nvSpPr>
          <p:cNvPr id="2" name="Google Shape;894;p33">
            <a:extLst>
              <a:ext uri="{FF2B5EF4-FFF2-40B4-BE49-F238E27FC236}">
                <a16:creationId xmlns:a16="http://schemas.microsoft.com/office/drawing/2014/main" id="{16ED62C6-7F78-2C92-BED8-627E22A2078B}"/>
              </a:ext>
            </a:extLst>
          </p:cNvPr>
          <p:cNvSpPr txBox="1">
            <a:spLocks/>
          </p:cNvSpPr>
          <p:nvPr/>
        </p:nvSpPr>
        <p:spPr>
          <a:xfrm>
            <a:off x="1621074" y="2468139"/>
            <a:ext cx="8934253" cy="47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342900" lvl="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sz="2800" dirty="0">
                <a:latin typeface="Baloo 2 ExtraBold" panose="020B0604020202020204" charset="0"/>
                <a:cs typeface="Baloo 2 ExtraBold" panose="020B0604020202020204" charset="0"/>
              </a:rPr>
              <a:t>Analítica avanzada</a:t>
            </a:r>
          </a:p>
          <a:p>
            <a:pPr marL="342900" lvl="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sz="2800" dirty="0">
                <a:latin typeface="Baloo 2 ExtraBold" panose="020B0604020202020204" charset="0"/>
                <a:cs typeface="Baloo 2 ExtraBold" panose="020B0604020202020204" charset="0"/>
              </a:rPr>
              <a:t>Big Data</a:t>
            </a:r>
          </a:p>
          <a:p>
            <a:pPr marL="342900" lvl="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sz="2800" dirty="0">
                <a:latin typeface="Baloo 2 ExtraBold" panose="020B0604020202020204" charset="0"/>
                <a:cs typeface="Baloo 2 ExtraBold" panose="020B0604020202020204" charset="0"/>
              </a:rPr>
              <a:t>Machine Learning</a:t>
            </a:r>
          </a:p>
          <a:p>
            <a:pPr algn="just" fontAlgn="t">
              <a:buSzPct val="150000"/>
            </a:pPr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257D1F2-EFBD-F930-C577-266F39235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995386"/>
            <a:ext cx="2032000" cy="2148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1218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1C80E3A0-686E-8414-1343-46C467D3D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1A8584E0-1604-395F-B6D1-E3C5A32F7B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900" y="1014311"/>
            <a:ext cx="525018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Comparativa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E4C8251-80BC-439E-C193-9CECAAF997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3" t="7676"/>
          <a:stretch>
            <a:fillRect/>
          </a:stretch>
        </p:blipFill>
        <p:spPr>
          <a:xfrm>
            <a:off x="7124092" y="3242732"/>
            <a:ext cx="2018138" cy="175177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4264BD6-292E-CBB8-16F6-1F1A2FE301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3" t="7676"/>
          <a:stretch>
            <a:fillRect/>
          </a:stretch>
        </p:blipFill>
        <p:spPr>
          <a:xfrm>
            <a:off x="-1294238" y="-809056"/>
            <a:ext cx="2018138" cy="175177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D63B1AF-F3B0-B2F4-AED2-B7B47CBBA0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657" y="1658601"/>
            <a:ext cx="7773485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4258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91E976BA-4724-2623-4F40-7E8E1C1DB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664568F1-FBD4-9709-98B5-9658BCD3B2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161" y="3113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sz="3600" dirty="0"/>
              <a:t>Actividad 1 | Análisis de Caso</a:t>
            </a:r>
          </a:p>
        </p:txBody>
      </p:sp>
      <p:sp>
        <p:nvSpPr>
          <p:cNvPr id="894" name="Google Shape;894;p33">
            <a:extLst>
              <a:ext uri="{FF2B5EF4-FFF2-40B4-BE49-F238E27FC236}">
                <a16:creationId xmlns:a16="http://schemas.microsoft.com/office/drawing/2014/main" id="{EBD267F4-784B-89BB-C86E-6449179FE8B4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278514" y="2099388"/>
            <a:ext cx="7781773" cy="4723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39700" indent="0" fontAlgn="t"/>
            <a:endParaRPr lang="es-MX" sz="2800" dirty="0"/>
          </a:p>
          <a:p>
            <a:pPr algn="just" fontAlgn="t"/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D03ACDA-489E-8C2D-9AB1-52DF5FAD9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452" y="3328712"/>
            <a:ext cx="1861548" cy="1861548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E66493FC-EE67-BD6B-3D4C-5AD48FE8E648}"/>
              </a:ext>
            </a:extLst>
          </p:cNvPr>
          <p:cNvSpPr txBox="1"/>
          <p:nvPr/>
        </p:nvSpPr>
        <p:spPr>
          <a:xfrm>
            <a:off x="401752" y="1140589"/>
            <a:ext cx="834049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t"/>
            <a:r>
              <a:rPr lang="es-MX" sz="2000" dirty="0">
                <a:latin typeface="DM Sans" pitchFamily="2" charset="0"/>
              </a:rPr>
              <a:t>Una universidad requiere modernizar su infraestructura tecnológica mediante una solución en la nube. La institución necesita un portal web institucional, un sistema escolar para la gestión académica, un Data </a:t>
            </a:r>
            <a:r>
              <a:rPr lang="es-MX" sz="2000" dirty="0" err="1">
                <a:latin typeface="DM Sans" pitchFamily="2" charset="0"/>
              </a:rPr>
              <a:t>Warehouse</a:t>
            </a:r>
            <a:r>
              <a:rPr lang="es-MX" sz="2000" dirty="0">
                <a:latin typeface="DM Sans" pitchFamily="2" charset="0"/>
              </a:rPr>
              <a:t> para el análisis de información y una solución de inteligencia artificial capaz de predecir la deserción estudiantil. A partir de estos requerimientos, se evalúan las plataformas y servicios más adecuados para implementar la solución.</a:t>
            </a:r>
          </a:p>
          <a:p>
            <a:endParaRPr lang="es-MX" sz="2000" dirty="0"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48368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>
          <a:extLst>
            <a:ext uri="{FF2B5EF4-FFF2-40B4-BE49-F238E27FC236}">
              <a16:creationId xmlns:a16="http://schemas.microsoft.com/office/drawing/2014/main" id="{7B24F5BF-34A5-EDDF-A4E9-9EE6BFD5E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34">
            <a:extLst>
              <a:ext uri="{FF2B5EF4-FFF2-40B4-BE49-F238E27FC236}">
                <a16:creationId xmlns:a16="http://schemas.microsoft.com/office/drawing/2014/main" id="{2C720492-21AA-ECFD-E3A2-4B7E2E8C8B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32134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dirty="0"/>
              <a:t>Preguntas</a:t>
            </a:r>
            <a:br>
              <a:rPr lang="es-MX" dirty="0"/>
            </a:br>
            <a:br>
              <a:rPr lang="es-MX" dirty="0"/>
            </a:br>
            <a:r>
              <a:rPr lang="es-MX" b="1" dirty="0">
                <a:solidFill>
                  <a:schemeClr val="bg2"/>
                </a:solidFill>
              </a:rPr>
              <a:t>Semiestructurados </a:t>
            </a:r>
            <a:endParaRPr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5E7477A-A655-4279-E284-4268EF7BAC1A}"/>
              </a:ext>
            </a:extLst>
          </p:cNvPr>
          <p:cNvSpPr txBox="1"/>
          <p:nvPr/>
        </p:nvSpPr>
        <p:spPr>
          <a:xfrm>
            <a:off x="652266" y="1179755"/>
            <a:ext cx="7992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s-MX" sz="2400" dirty="0">
                <a:latin typeface="DM Sans Medium" pitchFamily="2" charset="0"/>
              </a:rPr>
              <a:t>¿Qué plataforma elegirían?</a:t>
            </a:r>
          </a:p>
          <a:p>
            <a:pPr lvl="0" fontAlgn="t"/>
            <a:r>
              <a:rPr lang="es-MX" sz="2400" dirty="0">
                <a:latin typeface="DM Sans Medium" pitchFamily="2" charset="0"/>
              </a:rPr>
              <a:t>¿Por qué?</a:t>
            </a:r>
          </a:p>
          <a:p>
            <a:pPr lvl="0" fontAlgn="t"/>
            <a:r>
              <a:rPr lang="es-MX" sz="2400" dirty="0">
                <a:latin typeface="DM Sans Medium" pitchFamily="2" charset="0"/>
              </a:rPr>
              <a:t>¿Qué servicios utilizarían?</a:t>
            </a:r>
          </a:p>
        </p:txBody>
      </p:sp>
    </p:spTree>
    <p:extLst>
      <p:ext uri="{BB962C8B-B14F-4D97-AF65-F5344CB8AC3E}">
        <p14:creationId xmlns:p14="http://schemas.microsoft.com/office/powerpoint/2010/main" val="25866400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2D7B87A5-9F16-0CED-CA41-C2DE5EB6C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656C0D8-4694-E2BB-9B63-C0D95438D5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740"/>
          <a:stretch>
            <a:fillRect/>
          </a:stretch>
        </p:blipFill>
        <p:spPr>
          <a:xfrm>
            <a:off x="0" y="0"/>
            <a:ext cx="1095506" cy="981212"/>
          </a:xfrm>
          <a:prstGeom prst="rect">
            <a:avLst/>
          </a:prstGeom>
        </p:spPr>
      </p:pic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D5D1A9AC-F67C-5354-F613-B88F60B43F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494" y="82976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2.3.2 Plataformas Especializadas</a:t>
            </a:r>
          </a:p>
        </p:txBody>
      </p:sp>
      <p:sp>
        <p:nvSpPr>
          <p:cNvPr id="894" name="Google Shape;894;p33">
            <a:extLst>
              <a:ext uri="{FF2B5EF4-FFF2-40B4-BE49-F238E27FC236}">
                <a16:creationId xmlns:a16="http://schemas.microsoft.com/office/drawing/2014/main" id="{0A285EB5-5A43-A2CB-2F28-418864FEA170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77014" y="2859243"/>
            <a:ext cx="6585680" cy="4723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 fontAlgn="t"/>
            <a:r>
              <a:rPr lang="es-MX" sz="2800" dirty="0">
                <a:latin typeface="DM Sans Medium" pitchFamily="2" charset="0"/>
              </a:rPr>
              <a:t>Son plataformas diseñadas para resolver necesidades específicas.</a:t>
            </a:r>
          </a:p>
          <a:p>
            <a:pPr algn="just" fontAlgn="t">
              <a:buSzPct val="150000"/>
            </a:pPr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A35A28A-B35F-F5A8-F437-09A8CC03FC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2367" y="2937933"/>
            <a:ext cx="2146300" cy="214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5026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370592FC-8C67-627A-D4C0-D9296294F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FD9430F-094B-AB3E-F8B8-6F4F0892B7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740"/>
          <a:stretch>
            <a:fillRect/>
          </a:stretch>
        </p:blipFill>
        <p:spPr>
          <a:xfrm>
            <a:off x="0" y="0"/>
            <a:ext cx="1095506" cy="981212"/>
          </a:xfrm>
          <a:prstGeom prst="rect">
            <a:avLst/>
          </a:prstGeom>
        </p:spPr>
      </p:pic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A168D14E-3731-018B-C870-03C0CBBA81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6027" y="20425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Plataformas de Ciencia de Datos</a:t>
            </a:r>
          </a:p>
        </p:txBody>
      </p:sp>
      <p:sp>
        <p:nvSpPr>
          <p:cNvPr id="894" name="Google Shape;894;p33">
            <a:extLst>
              <a:ext uri="{FF2B5EF4-FFF2-40B4-BE49-F238E27FC236}">
                <a16:creationId xmlns:a16="http://schemas.microsoft.com/office/drawing/2014/main" id="{B84D0B2C-8021-1769-6016-D526B02F518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218215" y="1099225"/>
            <a:ext cx="6585680" cy="4723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fontAlgn="t"/>
            <a:r>
              <a:rPr lang="es-MX" dirty="0" err="1"/>
              <a:t>Databricks</a:t>
            </a:r>
            <a:endParaRPr lang="es-MX" dirty="0"/>
          </a:p>
          <a:p>
            <a:pPr algn="just" fontAlgn="t">
              <a:buSzPct val="150000"/>
            </a:pPr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B2D4B4A-5463-F0C0-2EC8-B61DDB77C0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0055" y="3107088"/>
            <a:ext cx="1740211" cy="183965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9104B86-0734-45AA-CF21-E37388C5D59F}"/>
              </a:ext>
            </a:extLst>
          </p:cNvPr>
          <p:cNvSpPr txBox="1"/>
          <p:nvPr/>
        </p:nvSpPr>
        <p:spPr>
          <a:xfrm>
            <a:off x="874184" y="1185468"/>
            <a:ext cx="788881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s-MX" sz="1800" b="0" i="0" dirty="0">
                <a:effectLst/>
                <a:latin typeface="DM Sans Medium" pitchFamily="2" charset="0"/>
              </a:rPr>
              <a:t>Permite: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MX" sz="1800" b="0" i="0" dirty="0">
                <a:effectLst/>
                <a:latin typeface="DM Sans Medium" pitchFamily="2" charset="0"/>
              </a:rPr>
              <a:t>Procesamiento distribuido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MX" sz="1800" b="0" i="0" dirty="0">
                <a:effectLst/>
                <a:latin typeface="DM Sans Medium" pitchFamily="2" charset="0"/>
              </a:rPr>
              <a:t>Spark (Procesamiento y análisis de grandes volúmenes de datos) 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MX" sz="1800" b="0" i="0" dirty="0">
                <a:effectLst/>
                <a:latin typeface="DM Sans Medium" pitchFamily="2" charset="0"/>
              </a:rPr>
              <a:t>Ciencia de Datos colaborativa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MX" sz="1800" b="0" i="0" dirty="0">
                <a:effectLst/>
                <a:latin typeface="DM Sans Medium" pitchFamily="2" charset="0"/>
              </a:rPr>
              <a:t>Machine Learning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s-MX" sz="1800" dirty="0">
              <a:latin typeface="DM Sans Medium" pitchFamily="2" charset="0"/>
            </a:endParaRPr>
          </a:p>
          <a:p>
            <a:pPr fontAlgn="t"/>
            <a:r>
              <a:rPr lang="es-MX" sz="1800" b="1" dirty="0">
                <a:latin typeface="DM Sans Medium" pitchFamily="2" charset="0"/>
              </a:rPr>
              <a:t>Casos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sz="1800" dirty="0">
                <a:latin typeface="DM Sans Medium" pitchFamily="2" charset="0"/>
              </a:rPr>
              <a:t>Big Data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sz="1800" dirty="0">
                <a:latin typeface="DM Sans Medium" pitchFamily="2" charset="0"/>
              </a:rPr>
              <a:t>ETL (</a:t>
            </a:r>
            <a:r>
              <a:rPr lang="es-MX" sz="1800" dirty="0" err="1">
                <a:latin typeface="DM Sans Medium" pitchFamily="2" charset="0"/>
              </a:rPr>
              <a:t>Extract</a:t>
            </a:r>
            <a:r>
              <a:rPr lang="es-MX" sz="1800" dirty="0">
                <a:latin typeface="DM Sans Medium" pitchFamily="2" charset="0"/>
              </a:rPr>
              <a:t>, </a:t>
            </a:r>
            <a:r>
              <a:rPr lang="es-MX" sz="1800" dirty="0" err="1">
                <a:latin typeface="DM Sans Medium" pitchFamily="2" charset="0"/>
              </a:rPr>
              <a:t>Transform</a:t>
            </a:r>
            <a:r>
              <a:rPr lang="es-MX" sz="1800" dirty="0">
                <a:latin typeface="DM Sans Medium" pitchFamily="2" charset="0"/>
              </a:rPr>
              <a:t>, Load)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sz="1800" dirty="0">
                <a:latin typeface="DM Sans Medium" pitchFamily="2" charset="0"/>
              </a:rPr>
              <a:t>IA</a:t>
            </a:r>
          </a:p>
          <a:p>
            <a:pPr lvl="0" fontAlgn="t">
              <a:lnSpc>
                <a:spcPct val="100000"/>
              </a:lnSpc>
            </a:pPr>
            <a:endParaRPr lang="es-MX" sz="1800" b="0" i="0" dirty="0">
              <a:effectLst/>
              <a:latin typeface="DM Sans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32924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EEB30533-D384-7019-B884-3A16AA9EC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8DDAB07-EDBD-D269-D8D0-95527DE1DC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740"/>
          <a:stretch>
            <a:fillRect/>
          </a:stretch>
        </p:blipFill>
        <p:spPr>
          <a:xfrm>
            <a:off x="0" y="0"/>
            <a:ext cx="1095506" cy="981212"/>
          </a:xfrm>
          <a:prstGeom prst="rect">
            <a:avLst/>
          </a:prstGeom>
        </p:spPr>
      </p:pic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200DF41B-B8C6-1DCE-B837-82D595051F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494" y="82976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 err="1"/>
              <a:t>Snowflake</a:t>
            </a:r>
            <a:br>
              <a:rPr lang="es-MX" dirty="0"/>
            </a:b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94" name="Google Shape;894;p33">
            <a:extLst>
              <a:ext uri="{FF2B5EF4-FFF2-40B4-BE49-F238E27FC236}">
                <a16:creationId xmlns:a16="http://schemas.microsoft.com/office/drawing/2014/main" id="{F6C953CF-8552-1867-CAFC-358339FFDE66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188837" y="3037044"/>
            <a:ext cx="6585680" cy="4723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fontAlgn="t"/>
            <a:r>
              <a:rPr lang="es-MX" dirty="0">
                <a:latin typeface="DM Sans Medium" pitchFamily="2" charset="0"/>
              </a:rPr>
              <a:t>Plataforma especializada para: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dirty="0">
                <a:latin typeface="DM Sans Medium" pitchFamily="2" charset="0"/>
              </a:rPr>
              <a:t>Data </a:t>
            </a:r>
            <a:r>
              <a:rPr lang="es-MX" dirty="0" err="1">
                <a:latin typeface="DM Sans Medium" pitchFamily="2" charset="0"/>
              </a:rPr>
              <a:t>Warehouse</a:t>
            </a:r>
            <a:endParaRPr lang="es-MX" dirty="0">
              <a:latin typeface="DM Sans Medium" pitchFamily="2" charset="0"/>
            </a:endParaRP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dirty="0">
                <a:latin typeface="DM Sans Medium" pitchFamily="2" charset="0"/>
              </a:rPr>
              <a:t>Data Lake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dirty="0">
                <a:latin typeface="DM Sans Medium" pitchFamily="2" charset="0"/>
              </a:rPr>
              <a:t>Compartición de datos</a:t>
            </a:r>
          </a:p>
          <a:p>
            <a:pPr algn="just" fontAlgn="t">
              <a:buSzPct val="150000"/>
            </a:pPr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58E1C3F-6C0C-7C56-D89D-19B299016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2367" y="2937933"/>
            <a:ext cx="2146300" cy="214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2241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858BB95D-6633-F1BA-8FD4-FCE9E31CD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9FF793C7-50E5-7580-F667-DB4290D589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900" y="656371"/>
            <a:ext cx="525018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 err="1"/>
              <a:t>Vertex</a:t>
            </a:r>
            <a:r>
              <a:rPr lang="es-MX" dirty="0"/>
              <a:t> AI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C3D168D-FA8F-795B-331C-CB2BEB0963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3" t="7676"/>
          <a:stretch>
            <a:fillRect/>
          </a:stretch>
        </p:blipFill>
        <p:spPr>
          <a:xfrm>
            <a:off x="7124092" y="3242732"/>
            <a:ext cx="2018138" cy="175177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B3684E1-9C37-ED6C-744D-8AE6DF5E3A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3" t="7676"/>
          <a:stretch>
            <a:fillRect/>
          </a:stretch>
        </p:blipFill>
        <p:spPr>
          <a:xfrm>
            <a:off x="-1294238" y="-809056"/>
            <a:ext cx="2018138" cy="1751777"/>
          </a:xfrm>
          <a:prstGeom prst="rect">
            <a:avLst/>
          </a:prstGeom>
        </p:spPr>
      </p:pic>
      <p:sp>
        <p:nvSpPr>
          <p:cNvPr id="2" name="Google Shape;894;p33">
            <a:extLst>
              <a:ext uri="{FF2B5EF4-FFF2-40B4-BE49-F238E27FC236}">
                <a16:creationId xmlns:a16="http://schemas.microsoft.com/office/drawing/2014/main" id="{AEC4FD8C-FDC6-CD22-E3CA-0D434DA4795F}"/>
              </a:ext>
            </a:extLst>
          </p:cNvPr>
          <p:cNvSpPr txBox="1">
            <a:spLocks/>
          </p:cNvSpPr>
          <p:nvPr/>
        </p:nvSpPr>
        <p:spPr>
          <a:xfrm>
            <a:off x="1027971" y="3807125"/>
            <a:ext cx="6585680" cy="47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1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pPr algn="just" fontAlgn="t"/>
            <a:r>
              <a:rPr lang="es-MX" dirty="0">
                <a:latin typeface="DM Sans Medium" pitchFamily="2" charset="0"/>
              </a:rPr>
              <a:t>Especializada en:</a:t>
            </a:r>
          </a:p>
          <a:p>
            <a:pPr marL="342900" lvl="0" indent="-342900" algn="just" fontAlgn="t">
              <a:buFont typeface="Arial" panose="020B0604020202020204" pitchFamily="34" charset="0"/>
              <a:buChar char="•"/>
            </a:pPr>
            <a:r>
              <a:rPr lang="es-MX" dirty="0">
                <a:latin typeface="DM Sans Medium" pitchFamily="2" charset="0"/>
              </a:rPr>
              <a:t>Entrenamiento de modelos</a:t>
            </a:r>
          </a:p>
          <a:p>
            <a:pPr marL="342900" indent="-342900" algn="just" fontAlgn="t">
              <a:buFont typeface="Arial" panose="020B0604020202020204" pitchFamily="34" charset="0"/>
              <a:buChar char="•"/>
            </a:pPr>
            <a:r>
              <a:rPr lang="es-MX" dirty="0" err="1">
                <a:latin typeface="DM Sans Medium" pitchFamily="2" charset="0"/>
              </a:rPr>
              <a:t>MLOps</a:t>
            </a:r>
            <a:r>
              <a:rPr lang="es-MX" dirty="0">
                <a:latin typeface="DM Sans Medium" pitchFamily="2" charset="0"/>
              </a:rPr>
              <a:t> </a:t>
            </a:r>
            <a:r>
              <a:rPr lang="es-MX" dirty="0">
                <a:latin typeface="DM Sans" pitchFamily="2" charset="0"/>
              </a:rPr>
              <a:t>(</a:t>
            </a:r>
            <a:r>
              <a:rPr lang="es-MX" sz="2000" dirty="0">
                <a:latin typeface="DM Sans" pitchFamily="2" charset="0"/>
              </a:rPr>
              <a:t>automatiza el ciclo de vida de los modelos de inteligencia artificial, desde su entrenamiento y despliegue hasta su monitoreo y actualización continua.)</a:t>
            </a:r>
            <a:endParaRPr lang="es-MX" dirty="0">
              <a:latin typeface="DM Sans Medium" pitchFamily="2" charset="0"/>
            </a:endParaRPr>
          </a:p>
          <a:p>
            <a:pPr marL="342900" lvl="0" indent="-342900" algn="just" fontAlgn="t">
              <a:buFont typeface="Arial" panose="020B0604020202020204" pitchFamily="34" charset="0"/>
              <a:buChar char="•"/>
            </a:pPr>
            <a:r>
              <a:rPr lang="es-MX" dirty="0">
                <a:latin typeface="DM Sans Medium" pitchFamily="2" charset="0"/>
              </a:rPr>
              <a:t>IA Generativa</a:t>
            </a:r>
          </a:p>
          <a:p>
            <a:pPr algn="just" fontAlgn="t">
              <a:buSzPct val="150000"/>
            </a:pPr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07729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D17661C2-67C3-3B5F-CE14-2FA1DB296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F3844D29-2398-523D-5008-17C4122E59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161" y="3113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Azure Machine Learning</a:t>
            </a:r>
            <a:br>
              <a:rPr lang="es-MX" dirty="0"/>
            </a:br>
            <a:endParaRPr lang="es-MX" dirty="0"/>
          </a:p>
        </p:txBody>
      </p:sp>
      <p:sp>
        <p:nvSpPr>
          <p:cNvPr id="894" name="Google Shape;894;p33">
            <a:extLst>
              <a:ext uri="{FF2B5EF4-FFF2-40B4-BE49-F238E27FC236}">
                <a16:creationId xmlns:a16="http://schemas.microsoft.com/office/drawing/2014/main" id="{0F856535-2AA3-930E-2881-9DF5679A864D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683020" y="3340101"/>
            <a:ext cx="6585680" cy="4723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fontAlgn="t"/>
            <a:r>
              <a:rPr lang="es-MX" dirty="0">
                <a:latin typeface="DM Sans Medium" pitchFamily="2" charset="0"/>
              </a:rPr>
              <a:t>Especializada en: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dirty="0">
                <a:latin typeface="DM Sans Medium" pitchFamily="2" charset="0"/>
              </a:rPr>
              <a:t>Entrenamiento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dirty="0">
                <a:latin typeface="DM Sans Medium" pitchFamily="2" charset="0"/>
              </a:rPr>
              <a:t>Despliegue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dirty="0">
                <a:latin typeface="DM Sans Medium" pitchFamily="2" charset="0"/>
              </a:rPr>
              <a:t>Gobernanza de modelos</a:t>
            </a:r>
          </a:p>
          <a:p>
            <a:pPr marL="482600" indent="-342900" fontAlgn="t">
              <a:buFont typeface="Arial" panose="020B0604020202020204" pitchFamily="34" charset="0"/>
              <a:buChar char="•"/>
            </a:pPr>
            <a:endParaRPr lang="es-MX" sz="2400" dirty="0"/>
          </a:p>
          <a:p>
            <a:pPr algn="just" fontAlgn="t"/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A1DF30E-0E32-BF0C-8176-27764752B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717" y="1930401"/>
            <a:ext cx="3096378" cy="309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3193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>
          <a:extLst>
            <a:ext uri="{FF2B5EF4-FFF2-40B4-BE49-F238E27FC236}">
              <a16:creationId xmlns:a16="http://schemas.microsoft.com/office/drawing/2014/main" id="{A328BC19-DA0C-21EE-328D-03A7BD0E0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34">
            <a:extLst>
              <a:ext uri="{FF2B5EF4-FFF2-40B4-BE49-F238E27FC236}">
                <a16:creationId xmlns:a16="http://schemas.microsoft.com/office/drawing/2014/main" id="{6A4A74C0-0FEA-ED6B-F2B9-CFA107F290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32134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dirty="0"/>
              <a:t>Comparación</a:t>
            </a:r>
            <a:br>
              <a:rPr lang="es-MX" dirty="0"/>
            </a:br>
            <a:br>
              <a:rPr lang="es-MX" dirty="0"/>
            </a:br>
            <a:br>
              <a:rPr lang="es-MX" dirty="0"/>
            </a:br>
            <a:br>
              <a:rPr lang="es-MX" dirty="0"/>
            </a:br>
            <a:r>
              <a:rPr lang="es-MX" b="1" dirty="0">
                <a:solidFill>
                  <a:schemeClr val="bg2"/>
                </a:solidFill>
              </a:rPr>
              <a:t>Semiestructurados </a:t>
            </a:r>
            <a:endParaRPr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32087A4E-52A9-2F85-ABB4-D830855B3C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391570"/>
              </p:ext>
            </p:extLst>
          </p:nvPr>
        </p:nvGraphicFramePr>
        <p:xfrm>
          <a:off x="856721" y="1395941"/>
          <a:ext cx="7718424" cy="1524000"/>
        </p:xfrm>
        <a:graphic>
          <a:graphicData uri="http://schemas.openxmlformats.org/drawingml/2006/table">
            <a:tbl>
              <a:tblPr>
                <a:tableStyleId>{55128F1C-263D-4756-A434-B3B8AE7D6FB3}</a:tableStyleId>
              </a:tblPr>
              <a:tblGrid>
                <a:gridCol w="3859212">
                  <a:extLst>
                    <a:ext uri="{9D8B030D-6E8A-4147-A177-3AD203B41FA5}">
                      <a16:colId xmlns:a16="http://schemas.microsoft.com/office/drawing/2014/main" val="4217967128"/>
                    </a:ext>
                  </a:extLst>
                </a:gridCol>
                <a:gridCol w="3859212">
                  <a:extLst>
                    <a:ext uri="{9D8B030D-6E8A-4147-A177-3AD203B41FA5}">
                      <a16:colId xmlns:a16="http://schemas.microsoft.com/office/drawing/2014/main" val="267630995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/>
                        <a:t>Plataforma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dirty="0"/>
                        <a:t>Especialidad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504112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/>
                        <a:t>Databricks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/>
                        <a:t>Big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326655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/>
                        <a:t>Snowflake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/>
                        <a:t>Data Warehouse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872039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/>
                        <a:t>Vertex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/>
                        <a:t>Machine Learning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4229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/>
                        <a:t>Azure 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dirty="0" err="1"/>
                        <a:t>MLOps</a:t>
                      </a:r>
                      <a:endParaRPr lang="es-MX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02995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21548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>
          <a:extLst>
            <a:ext uri="{FF2B5EF4-FFF2-40B4-BE49-F238E27FC236}">
              <a16:creationId xmlns:a16="http://schemas.microsoft.com/office/drawing/2014/main" id="{EB0CC7D1-F4A3-52AA-755F-F528AB6EF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34">
            <a:extLst>
              <a:ext uri="{FF2B5EF4-FFF2-40B4-BE49-F238E27FC236}">
                <a16:creationId xmlns:a16="http://schemas.microsoft.com/office/drawing/2014/main" id="{D30779D1-F6ED-8FFB-3EA2-0D4EBCF020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32134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dirty="0"/>
              <a:t>Actividad 2</a:t>
            </a:r>
            <a:br>
              <a:rPr lang="es-MX" dirty="0"/>
            </a:br>
            <a:br>
              <a:rPr lang="es-MX" dirty="0"/>
            </a:br>
            <a:br>
              <a:rPr lang="es-MX" dirty="0"/>
            </a:br>
            <a:br>
              <a:rPr lang="es-MX" dirty="0"/>
            </a:br>
            <a:r>
              <a:rPr lang="es-MX" b="1" dirty="0">
                <a:solidFill>
                  <a:schemeClr val="bg2"/>
                </a:solidFill>
              </a:rPr>
              <a:t>Semiestructurados </a:t>
            </a:r>
            <a:endParaRPr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67F77BF-219D-B69E-FFDA-F430E432BEFB}"/>
              </a:ext>
            </a:extLst>
          </p:cNvPr>
          <p:cNvSpPr txBox="1"/>
          <p:nvPr/>
        </p:nvSpPr>
        <p:spPr>
          <a:xfrm>
            <a:off x="1651334" y="1017725"/>
            <a:ext cx="8043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s-MX" sz="2400" dirty="0">
                <a:latin typeface="DM Sans Medium" pitchFamily="2" charset="0"/>
              </a:rPr>
              <a:t>Diseñar una solución para:</a:t>
            </a:r>
          </a:p>
          <a:p>
            <a:pPr fontAlgn="t"/>
            <a:r>
              <a:rPr lang="es-MX" sz="2400" dirty="0">
                <a:latin typeface="DM Sans Medium" pitchFamily="2" charset="0"/>
              </a:rPr>
              <a:t>Una empresa de telecomunicaciones genera: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sz="2400" dirty="0">
                <a:latin typeface="DM Sans Medium" pitchFamily="2" charset="0"/>
              </a:rPr>
              <a:t>20 TB diarios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sz="2400" dirty="0">
                <a:latin typeface="DM Sans Medium" pitchFamily="2" charset="0"/>
              </a:rPr>
              <a:t>Predicción de abandono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sz="2400" dirty="0">
                <a:latin typeface="DM Sans Medium" pitchFamily="2" charset="0"/>
              </a:rPr>
              <a:t>Monitoreo de redes</a:t>
            </a:r>
          </a:p>
          <a:p>
            <a:pPr fontAlgn="t"/>
            <a:r>
              <a:rPr lang="es-MX" sz="2400" dirty="0">
                <a:latin typeface="DM Sans Medium" pitchFamily="2" charset="0"/>
              </a:rPr>
              <a:t>Identificar: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sz="2400" dirty="0">
                <a:latin typeface="DM Sans Medium" pitchFamily="2" charset="0"/>
              </a:rPr>
              <a:t>Plataforma básica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sz="2400" dirty="0">
                <a:latin typeface="DM Sans Medium" pitchFamily="2" charset="0"/>
              </a:rPr>
              <a:t>Plataforma especializada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sz="2400" dirty="0">
                <a:latin typeface="DM Sans Medium" pitchFamily="2" charset="0"/>
              </a:rPr>
              <a:t>Justificación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36DE53A-3980-BB33-5972-8266469ED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0338" y="3557790"/>
            <a:ext cx="1430704" cy="1430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9344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>
          <a:extLst>
            <a:ext uri="{FF2B5EF4-FFF2-40B4-BE49-F238E27FC236}">
              <a16:creationId xmlns:a16="http://schemas.microsoft.com/office/drawing/2014/main" id="{58F4E143-0F9C-71D6-44DE-C50FA9CCA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34">
            <a:extLst>
              <a:ext uri="{FF2B5EF4-FFF2-40B4-BE49-F238E27FC236}">
                <a16:creationId xmlns:a16="http://schemas.microsoft.com/office/drawing/2014/main" id="{52A6C334-AA49-27F6-4E45-EA5542267F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32134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dirty="0"/>
              <a:t>2.4 Tipos de Servicios</a:t>
            </a:r>
            <a:br>
              <a:rPr lang="es-MX" dirty="0"/>
            </a:br>
            <a:br>
              <a:rPr lang="es-MX" dirty="0"/>
            </a:br>
            <a:br>
              <a:rPr lang="es-MX" dirty="0"/>
            </a:br>
            <a:br>
              <a:rPr lang="es-MX" dirty="0"/>
            </a:br>
            <a:r>
              <a:rPr lang="es-MX" b="1" dirty="0">
                <a:solidFill>
                  <a:schemeClr val="bg2"/>
                </a:solidFill>
              </a:rPr>
              <a:t>Semiestructurados </a:t>
            </a:r>
            <a:endParaRPr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3398ED0-4E58-250C-9735-3AC809BAD6E9}"/>
              </a:ext>
            </a:extLst>
          </p:cNvPr>
          <p:cNvSpPr txBox="1"/>
          <p:nvPr/>
        </p:nvSpPr>
        <p:spPr>
          <a:xfrm>
            <a:off x="847948" y="1680796"/>
            <a:ext cx="8043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s-MX" sz="2800" dirty="0">
                <a:latin typeface="DM Sans Medium" pitchFamily="2" charset="0"/>
              </a:rPr>
              <a:t>Los servicios </a:t>
            </a:r>
            <a:r>
              <a:rPr lang="es-MX" sz="2800" dirty="0" err="1">
                <a:latin typeface="DM Sans Medium" pitchFamily="2" charset="0"/>
              </a:rPr>
              <a:t>cloud</a:t>
            </a:r>
            <a:r>
              <a:rPr lang="es-MX" sz="2800" dirty="0">
                <a:latin typeface="DM Sans Medium" pitchFamily="2" charset="0"/>
              </a:rPr>
              <a:t> se clasifican según el nivel de responsabilidad que tiene el proveedor.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073D3DE-B554-6518-2E85-858979CFC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2523" y="3184145"/>
            <a:ext cx="1820943" cy="182094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9D2E0F1-313A-AEC8-6D0F-C6F1DEB4F1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3204" y="0"/>
            <a:ext cx="1680796" cy="168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4241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>
          <a:extLst>
            <a:ext uri="{FF2B5EF4-FFF2-40B4-BE49-F238E27FC236}">
              <a16:creationId xmlns:a16="http://schemas.microsoft.com/office/drawing/2014/main" id="{90826BA8-8AD0-AE29-D89B-F04645F22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34">
            <a:extLst>
              <a:ext uri="{FF2B5EF4-FFF2-40B4-BE49-F238E27FC236}">
                <a16:creationId xmlns:a16="http://schemas.microsoft.com/office/drawing/2014/main" id="{C8436A7B-C437-C2DB-D680-518398557D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32134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dirty="0"/>
              <a:t>Modelos Principales</a:t>
            </a:r>
            <a:br>
              <a:rPr lang="es-MX" dirty="0"/>
            </a:br>
            <a:br>
              <a:rPr lang="es-MX" dirty="0"/>
            </a:br>
            <a:br>
              <a:rPr lang="es-MX" dirty="0"/>
            </a:br>
            <a:br>
              <a:rPr lang="es-MX" dirty="0"/>
            </a:br>
            <a:r>
              <a:rPr lang="es-MX" b="1" dirty="0">
                <a:solidFill>
                  <a:schemeClr val="bg2"/>
                </a:solidFill>
              </a:rPr>
              <a:t>Semiestructurados </a:t>
            </a:r>
            <a:endParaRPr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FF16F84-DC12-6896-0CDC-EACF5C53A392}"/>
              </a:ext>
            </a:extLst>
          </p:cNvPr>
          <p:cNvSpPr txBox="1"/>
          <p:nvPr/>
        </p:nvSpPr>
        <p:spPr>
          <a:xfrm>
            <a:off x="1583599" y="1134301"/>
            <a:ext cx="8043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MX" sz="3200" b="1" dirty="0">
                <a:latin typeface="DM Sans Medium" pitchFamily="2" charset="0"/>
              </a:rPr>
              <a:t>IaaS </a:t>
            </a:r>
            <a:r>
              <a:rPr lang="es-MX" sz="2400" b="1" dirty="0">
                <a:latin typeface="DM Sans Medium" pitchFamily="2" charset="0"/>
              </a:rPr>
              <a:t>(</a:t>
            </a:r>
            <a:r>
              <a:rPr lang="es-MX" sz="2400" b="1" dirty="0" err="1">
                <a:latin typeface="DM Sans Medium" pitchFamily="2" charset="0"/>
              </a:rPr>
              <a:t>Infrastructure</a:t>
            </a:r>
            <a:r>
              <a:rPr lang="es-MX" sz="2400" b="1" dirty="0">
                <a:latin typeface="DM Sans Medium" pitchFamily="2" charset="0"/>
              </a:rPr>
              <a:t> as a Service)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MX" sz="3200" b="1" dirty="0">
                <a:latin typeface="DM Sans Medium" pitchFamily="2" charset="0"/>
              </a:rPr>
              <a:t>PaaS </a:t>
            </a:r>
            <a:r>
              <a:rPr lang="es-MX" sz="2400" b="1" dirty="0">
                <a:latin typeface="DM Sans Medium" pitchFamily="2" charset="0"/>
              </a:rPr>
              <a:t>(</a:t>
            </a:r>
            <a:r>
              <a:rPr lang="es-MX" sz="2400" b="1" dirty="0" err="1">
                <a:latin typeface="DM Sans Medium" pitchFamily="2" charset="0"/>
              </a:rPr>
              <a:t>Platform</a:t>
            </a:r>
            <a:r>
              <a:rPr lang="es-MX" sz="2400" b="1" dirty="0">
                <a:latin typeface="DM Sans Medium" pitchFamily="2" charset="0"/>
              </a:rPr>
              <a:t> as a Service)</a:t>
            </a:r>
            <a:endParaRPr lang="es-MX" sz="2400" dirty="0">
              <a:latin typeface="DM Sans Medium" pitchFamily="2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MX" sz="3200" b="1" dirty="0">
                <a:latin typeface="DM Sans Medium" pitchFamily="2" charset="0"/>
              </a:rPr>
              <a:t>SaaS </a:t>
            </a:r>
            <a:r>
              <a:rPr lang="es-MX" sz="2400" b="1" dirty="0">
                <a:latin typeface="DM Sans Medium" pitchFamily="2" charset="0"/>
              </a:rPr>
              <a:t>(Software as a Service)</a:t>
            </a:r>
            <a:endParaRPr lang="es-MX" sz="2400" dirty="0">
              <a:latin typeface="DM Sans Medium" pitchFamily="2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3DAD4F3-A635-2C2C-E848-6BE18C738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76133"/>
            <a:ext cx="1436817" cy="1436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5601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B6D0DF8B-67C9-BC9D-C221-757EB7F9A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4C6F9005-90BB-5571-F34E-7E8E7F1E78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3786" y="788317"/>
            <a:ext cx="794681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sz="2800" dirty="0"/>
              <a:t>Comparación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CE26202-5B7D-7342-E058-006FC51BE3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3" t="7676"/>
          <a:stretch>
            <a:fillRect/>
          </a:stretch>
        </p:blipFill>
        <p:spPr>
          <a:xfrm>
            <a:off x="7124092" y="3242732"/>
            <a:ext cx="2018138" cy="175177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1825AB2-870E-4385-4F53-9E21F01415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3" t="7676"/>
          <a:stretch>
            <a:fillRect/>
          </a:stretch>
        </p:blipFill>
        <p:spPr>
          <a:xfrm>
            <a:off x="-1294238" y="-809056"/>
            <a:ext cx="2018138" cy="1751777"/>
          </a:xfrm>
          <a:prstGeom prst="rect">
            <a:avLst/>
          </a:prstGeom>
        </p:spPr>
      </p:pic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C7174311-3199-3DCE-EA92-5C470B520250}"/>
              </a:ext>
            </a:extLst>
          </p:cNvPr>
          <p:cNvGraphicFramePr>
            <a:graphicFrameLocks noGrp="1"/>
          </p:cNvGraphicFramePr>
          <p:nvPr/>
        </p:nvGraphicFramePr>
        <p:xfrm>
          <a:off x="712788" y="2098675"/>
          <a:ext cx="7718424" cy="1524000"/>
        </p:xfrm>
        <a:graphic>
          <a:graphicData uri="http://schemas.openxmlformats.org/drawingml/2006/table">
            <a:tbl>
              <a:tblPr>
                <a:tableStyleId>{55128F1C-263D-4756-A434-B3B8AE7D6FB3}</a:tableStyleId>
              </a:tblPr>
              <a:tblGrid>
                <a:gridCol w="1929606">
                  <a:extLst>
                    <a:ext uri="{9D8B030D-6E8A-4147-A177-3AD203B41FA5}">
                      <a16:colId xmlns:a16="http://schemas.microsoft.com/office/drawing/2014/main" val="2235466754"/>
                    </a:ext>
                  </a:extLst>
                </a:gridCol>
                <a:gridCol w="1929606">
                  <a:extLst>
                    <a:ext uri="{9D8B030D-6E8A-4147-A177-3AD203B41FA5}">
                      <a16:colId xmlns:a16="http://schemas.microsoft.com/office/drawing/2014/main" val="3839624272"/>
                    </a:ext>
                  </a:extLst>
                </a:gridCol>
                <a:gridCol w="1929606">
                  <a:extLst>
                    <a:ext uri="{9D8B030D-6E8A-4147-A177-3AD203B41FA5}">
                      <a16:colId xmlns:a16="http://schemas.microsoft.com/office/drawing/2014/main" val="3667485106"/>
                    </a:ext>
                  </a:extLst>
                </a:gridCol>
                <a:gridCol w="1929606">
                  <a:extLst>
                    <a:ext uri="{9D8B030D-6E8A-4147-A177-3AD203B41FA5}">
                      <a16:colId xmlns:a16="http://schemas.microsoft.com/office/drawing/2014/main" val="25024045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Componente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SaaS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PaaS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IaaS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2927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Aplicación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Proveedor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Usuario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Usuario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9385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Datos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Usuario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Usuario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Usuario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9507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Sistema Operativo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Proveedor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Proveedor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Usuario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3929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Infraestructura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Proveedor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Proveedor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/>
                        <a:t>Proveedor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3171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07421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>
          <a:extLst>
            <a:ext uri="{FF2B5EF4-FFF2-40B4-BE49-F238E27FC236}">
              <a16:creationId xmlns:a16="http://schemas.microsoft.com/office/drawing/2014/main" id="{3F9F65DE-7ABD-FA7E-635F-1A64D73EC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34">
            <a:extLst>
              <a:ext uri="{FF2B5EF4-FFF2-40B4-BE49-F238E27FC236}">
                <a16:creationId xmlns:a16="http://schemas.microsoft.com/office/drawing/2014/main" id="{AD97A361-8E4A-C8AC-A01C-1529031C28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32134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dirty="0"/>
              <a:t>Ejemplo</a:t>
            </a:r>
            <a:br>
              <a:rPr lang="es-MX" dirty="0"/>
            </a:br>
            <a:br>
              <a:rPr lang="es-MX" dirty="0"/>
            </a:br>
            <a:r>
              <a:rPr lang="es-MX" b="1" dirty="0">
                <a:solidFill>
                  <a:schemeClr val="bg2"/>
                </a:solidFill>
              </a:rPr>
              <a:t>Semiestructurados </a:t>
            </a:r>
            <a:endParaRPr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63A2142-4F05-8456-CBFB-0D75C66E3519}"/>
              </a:ext>
            </a:extLst>
          </p:cNvPr>
          <p:cNvSpPr txBox="1"/>
          <p:nvPr/>
        </p:nvSpPr>
        <p:spPr>
          <a:xfrm>
            <a:off x="1335217" y="1097489"/>
            <a:ext cx="804300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s-MX" sz="2000" b="1" dirty="0"/>
              <a:t>SaaS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sz="2000" dirty="0"/>
              <a:t>Gmail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sz="2000" dirty="0"/>
              <a:t>Office 365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sz="2000" dirty="0"/>
              <a:t>Salesforce</a:t>
            </a:r>
          </a:p>
          <a:p>
            <a:pPr fontAlgn="t"/>
            <a:r>
              <a:rPr lang="es-MX" sz="2000" b="1" dirty="0"/>
              <a:t>PaaS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sz="2000" dirty="0"/>
              <a:t>Azure App Service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sz="2000" dirty="0"/>
              <a:t>Google App </a:t>
            </a:r>
            <a:r>
              <a:rPr lang="es-MX" sz="2000" dirty="0" err="1"/>
              <a:t>Engine</a:t>
            </a:r>
            <a:endParaRPr lang="es-MX" sz="2000" dirty="0"/>
          </a:p>
          <a:p>
            <a:pPr fontAlgn="t"/>
            <a:r>
              <a:rPr lang="es-MX" sz="2000" b="1" dirty="0"/>
              <a:t>IaaS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sz="2000" dirty="0"/>
              <a:t>Azure VM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sz="2000" dirty="0"/>
              <a:t>AWS EC2</a:t>
            </a:r>
          </a:p>
          <a:p>
            <a:pPr fontAlgn="t">
              <a:buSzPct val="150000"/>
            </a:pPr>
            <a:endParaRPr lang="es-MX" sz="2800" dirty="0">
              <a:latin typeface="Baloo 2 ExtraBold" panose="020B0604020202020204" charset="0"/>
              <a:cs typeface="Baloo 2 ExtraBold" panose="020B060402020202020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801F007-D0E1-FE37-AB0D-F418DF7A5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77733"/>
            <a:ext cx="1335217" cy="1335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1635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13E382FE-0CE4-B3DB-D8DF-DA86FFF91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2F721657-767F-25B3-11CB-7F34BF2217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388" y="638128"/>
            <a:ext cx="677427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2.4.1 Software como Servicio (SaaS)</a:t>
            </a:r>
            <a:br>
              <a:rPr lang="es-MX" dirty="0"/>
            </a:br>
            <a:endParaRPr lang="es-MX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7BFC008-09D7-F012-0444-75314AB0E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550" y="2708915"/>
            <a:ext cx="2590404" cy="2590404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27D1DA57-B5F1-91AE-7FCA-800ECF51A5D8}"/>
              </a:ext>
            </a:extLst>
          </p:cNvPr>
          <p:cNvSpPr txBox="1"/>
          <p:nvPr/>
        </p:nvSpPr>
        <p:spPr>
          <a:xfrm>
            <a:off x="549387" y="1323920"/>
            <a:ext cx="792574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s-MX" sz="2800" b="0" i="0" dirty="0">
                <a:effectLst/>
                <a:latin typeface="DM Sans Medium" pitchFamily="2" charset="0"/>
              </a:rPr>
              <a:t>Es un modelo donde las aplicaciones son consumidas directamente desde Internet sin necesidad de instalación local.</a:t>
            </a:r>
          </a:p>
        </p:txBody>
      </p:sp>
    </p:spTree>
    <p:extLst>
      <p:ext uri="{BB962C8B-B14F-4D97-AF65-F5344CB8AC3E}">
        <p14:creationId xmlns:p14="http://schemas.microsoft.com/office/powerpoint/2010/main" val="21681257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470BAAF2-AF44-8850-6F9B-B49F13C8C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B9D901F2-9FA5-6CFA-329C-FF537E467F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9979" y="292185"/>
            <a:ext cx="698594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Características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2F33F93-4D64-C0C3-F972-D67E61224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6783" y="3691467"/>
            <a:ext cx="1335312" cy="133531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62987AB-B62A-685A-6818-BECFC78E2D49}"/>
              </a:ext>
            </a:extLst>
          </p:cNvPr>
          <p:cNvSpPr txBox="1"/>
          <p:nvPr/>
        </p:nvSpPr>
        <p:spPr>
          <a:xfrm>
            <a:off x="916518" y="957739"/>
            <a:ext cx="8227482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sz="2800" dirty="0">
                <a:latin typeface="DM Sans Medium" pitchFamily="2" charset="0"/>
              </a:rPr>
              <a:t>Acceso web</a:t>
            </a:r>
          </a:p>
          <a:p>
            <a:pPr marL="342900" lvl="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sz="2800" dirty="0">
                <a:latin typeface="DM Sans Medium" pitchFamily="2" charset="0"/>
              </a:rPr>
              <a:t>Suscripción mensual</a:t>
            </a:r>
          </a:p>
          <a:p>
            <a:pPr marL="342900" lvl="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sz="2800" dirty="0">
                <a:latin typeface="DM Sans Medium" pitchFamily="2" charset="0"/>
              </a:rPr>
              <a:t>Actualizaciones automáticas</a:t>
            </a:r>
          </a:p>
          <a:p>
            <a:pPr marL="342900" lvl="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sz="2800" dirty="0">
                <a:latin typeface="DM Sans Medium" pitchFamily="2" charset="0"/>
              </a:rPr>
              <a:t>Escalabilidad inmediata</a:t>
            </a:r>
          </a:p>
          <a:p>
            <a:pPr marL="34290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sz="2800" dirty="0" err="1">
                <a:latin typeface="DM Sans Medium" pitchFamily="2" charset="0"/>
              </a:rPr>
              <a:t>Multitenancy</a:t>
            </a:r>
            <a:r>
              <a:rPr lang="es-MX" sz="2800" dirty="0">
                <a:latin typeface="DM Sans Medium" pitchFamily="2" charset="0"/>
              </a:rPr>
              <a:t>. </a:t>
            </a:r>
            <a:r>
              <a:rPr lang="es-MX" sz="2400" dirty="0">
                <a:latin typeface="DM Sans Medium" pitchFamily="2" charset="0"/>
              </a:rPr>
              <a:t>(</a:t>
            </a:r>
            <a:r>
              <a:rPr lang="es-MX" sz="2400" b="1" dirty="0">
                <a:latin typeface="DM Sans Medium" pitchFamily="2" charset="0"/>
              </a:rPr>
              <a:t>Una misma aplicación o infraestructura es utilizada por varios clientes (</a:t>
            </a:r>
            <a:r>
              <a:rPr lang="es-MX" sz="2400" b="1" dirty="0" err="1">
                <a:latin typeface="DM Sans Medium" pitchFamily="2" charset="0"/>
              </a:rPr>
              <a:t>tenants</a:t>
            </a:r>
            <a:r>
              <a:rPr lang="es-MX" sz="2400" b="1" dirty="0">
                <a:latin typeface="DM Sans Medium" pitchFamily="2" charset="0"/>
              </a:rPr>
              <a:t>)</a:t>
            </a:r>
            <a:r>
              <a:rPr lang="es-MX" sz="2400" dirty="0">
                <a:latin typeface="DM Sans Medium" pitchFamily="2" charset="0"/>
              </a:rPr>
              <a:t>, manteniendo los datos de cada cliente aislados y seguros).</a:t>
            </a:r>
          </a:p>
          <a:p>
            <a:pPr marL="342900" lvl="0" indent="-342900" fontAlgn="t">
              <a:buSzPct val="150000"/>
              <a:buFont typeface="Arial" panose="020B0604020202020204" pitchFamily="34" charset="0"/>
              <a:buChar char="•"/>
            </a:pPr>
            <a:endParaRPr lang="es-MX" sz="2800" dirty="0">
              <a:latin typeface="DM Sans Medium" pitchFamily="2" charset="0"/>
            </a:endParaRPr>
          </a:p>
          <a:p>
            <a:pPr marL="342900" indent="-342900" fontAlgn="t">
              <a:lnSpc>
                <a:spcPct val="100000"/>
              </a:lnSpc>
              <a:buAutoNum type="arabicPeriod"/>
            </a:pPr>
            <a:endParaRPr lang="es-MX" sz="1400" b="0" i="0" dirty="0"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0972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EEF92DDB-9046-E323-9BD9-D042B0B0E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AD5881F3-0F90-07D9-C3C1-8787978375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161" y="3113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Ejemplos</a:t>
            </a:r>
          </a:p>
        </p:txBody>
      </p:sp>
      <p:sp>
        <p:nvSpPr>
          <p:cNvPr id="894" name="Google Shape;894;p33">
            <a:extLst>
              <a:ext uri="{FF2B5EF4-FFF2-40B4-BE49-F238E27FC236}">
                <a16:creationId xmlns:a16="http://schemas.microsoft.com/office/drawing/2014/main" id="{4D52A4A8-8AE1-2E00-650F-CC4A0F40B97E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197880" y="2808817"/>
            <a:ext cx="6585680" cy="34099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fontAlgn="t"/>
            <a:r>
              <a:rPr lang="es-MX" b="1" dirty="0">
                <a:latin typeface="DM Sans Medium" pitchFamily="2" charset="0"/>
              </a:rPr>
              <a:t>Productividad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dirty="0">
                <a:latin typeface="DM Sans Medium" pitchFamily="2" charset="0"/>
              </a:rPr>
              <a:t>Office 365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dirty="0">
                <a:latin typeface="DM Sans Medium" pitchFamily="2" charset="0"/>
              </a:rPr>
              <a:t>Google </a:t>
            </a:r>
            <a:r>
              <a:rPr lang="es-MX" dirty="0" err="1">
                <a:latin typeface="DM Sans Medium" pitchFamily="2" charset="0"/>
              </a:rPr>
              <a:t>Workspace</a:t>
            </a:r>
            <a:endParaRPr lang="es-MX" dirty="0">
              <a:latin typeface="DM Sans Medium" pitchFamily="2" charset="0"/>
            </a:endParaRPr>
          </a:p>
          <a:p>
            <a:pPr fontAlgn="t"/>
            <a:r>
              <a:rPr lang="es-MX" b="1" dirty="0">
                <a:latin typeface="DM Sans Medium" pitchFamily="2" charset="0"/>
              </a:rPr>
              <a:t>CRM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dirty="0">
                <a:latin typeface="DM Sans Medium" pitchFamily="2" charset="0"/>
              </a:rPr>
              <a:t>Salesforce</a:t>
            </a:r>
          </a:p>
          <a:p>
            <a:pPr fontAlgn="t"/>
            <a:r>
              <a:rPr lang="es-MX" b="1" dirty="0">
                <a:latin typeface="DM Sans Medium" pitchFamily="2" charset="0"/>
              </a:rPr>
              <a:t>ERP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dirty="0">
                <a:latin typeface="DM Sans Medium" pitchFamily="2" charset="0"/>
              </a:rPr>
              <a:t>SAP S/4HANA Cloud</a:t>
            </a:r>
          </a:p>
          <a:p>
            <a:pPr fontAlgn="t"/>
            <a:r>
              <a:rPr lang="es-MX" b="1" dirty="0">
                <a:latin typeface="DM Sans Medium" pitchFamily="2" charset="0"/>
              </a:rPr>
              <a:t>BI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dirty="0">
                <a:latin typeface="DM Sans Medium" pitchFamily="2" charset="0"/>
              </a:rPr>
              <a:t>Power BI Service</a:t>
            </a:r>
          </a:p>
          <a:p>
            <a:pPr fontAlgn="t"/>
            <a:endParaRPr lang="es-MX" dirty="0"/>
          </a:p>
          <a:p>
            <a:pPr fontAlgn="t"/>
            <a:endParaRPr lang="es-MX" dirty="0"/>
          </a:p>
          <a:p>
            <a:pPr fontAlgn="t"/>
            <a:endParaRPr lang="es-MX" dirty="0"/>
          </a:p>
          <a:p>
            <a:pPr marL="482600" indent="-342900" fontAlgn="t">
              <a:buFont typeface="Arial" panose="020B0604020202020204" pitchFamily="34" charset="0"/>
              <a:buChar char="•"/>
            </a:pPr>
            <a:endParaRPr lang="es-MX" sz="2400" dirty="0"/>
          </a:p>
          <a:p>
            <a:pPr algn="just" fontAlgn="t"/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F2B82CF-52CE-7E0E-4177-0D15EA2B6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726" y="2885098"/>
            <a:ext cx="1391627" cy="1391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1826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79E17DE9-F49E-74BD-AA8D-430C53488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8A1BBC2-9AF4-9E60-7F3E-DEE1248F7C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3" t="7676"/>
          <a:stretch>
            <a:fillRect/>
          </a:stretch>
        </p:blipFill>
        <p:spPr>
          <a:xfrm>
            <a:off x="7125862" y="3400836"/>
            <a:ext cx="2018138" cy="1751777"/>
          </a:xfrm>
          <a:prstGeom prst="rect">
            <a:avLst/>
          </a:prstGeom>
        </p:spPr>
      </p:pic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157F5795-3F35-9579-E096-AE4D2D8EA7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161" y="3113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Ventajas</a:t>
            </a:r>
          </a:p>
        </p:txBody>
      </p:sp>
      <p:sp>
        <p:nvSpPr>
          <p:cNvPr id="894" name="Google Shape;894;p33">
            <a:extLst>
              <a:ext uri="{FF2B5EF4-FFF2-40B4-BE49-F238E27FC236}">
                <a16:creationId xmlns:a16="http://schemas.microsoft.com/office/drawing/2014/main" id="{417542CB-AC66-A176-EEB1-7B514C9221D0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897589" y="1183217"/>
            <a:ext cx="7348821" cy="34099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dirty="0"/>
              <a:t>Menor costo inicial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dirty="0"/>
              <a:t>Implementación rápida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dirty="0"/>
              <a:t>Actualizaciones automáticas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dirty="0"/>
              <a:t>Acceso desde cualquier lugar</a:t>
            </a:r>
          </a:p>
          <a:p>
            <a:pPr fontAlgn="t"/>
            <a:endParaRPr lang="es-MX" dirty="0"/>
          </a:p>
          <a:p>
            <a:pPr fontAlgn="t"/>
            <a:endParaRPr lang="es-MX" dirty="0"/>
          </a:p>
          <a:p>
            <a:pPr fontAlgn="t"/>
            <a:endParaRPr lang="es-MX" dirty="0"/>
          </a:p>
          <a:p>
            <a:pPr marL="482600" indent="-342900" fontAlgn="t">
              <a:buFont typeface="Arial" panose="020B0604020202020204" pitchFamily="34" charset="0"/>
              <a:buChar char="•"/>
            </a:pPr>
            <a:endParaRPr lang="es-MX" sz="2400" dirty="0"/>
          </a:p>
          <a:p>
            <a:pPr algn="just" fontAlgn="t"/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2021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B5BB45A7-7AC4-906C-615D-0E039A7AD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942927E-9B7C-1067-A263-8F3E412C8D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3" t="7676"/>
          <a:stretch>
            <a:fillRect/>
          </a:stretch>
        </p:blipFill>
        <p:spPr>
          <a:xfrm>
            <a:off x="7125862" y="3400836"/>
            <a:ext cx="2018138" cy="1751777"/>
          </a:xfrm>
          <a:prstGeom prst="rect">
            <a:avLst/>
          </a:prstGeom>
        </p:spPr>
      </p:pic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A16167AB-84C0-8E6D-0BD3-AB4D065444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161" y="3113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Desventajas</a:t>
            </a:r>
          </a:p>
        </p:txBody>
      </p:sp>
      <p:sp>
        <p:nvSpPr>
          <p:cNvPr id="894" name="Google Shape;894;p33">
            <a:extLst>
              <a:ext uri="{FF2B5EF4-FFF2-40B4-BE49-F238E27FC236}">
                <a16:creationId xmlns:a16="http://schemas.microsoft.com/office/drawing/2014/main" id="{01577C8F-E9AB-C844-11AC-2DDE9678BB94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897589" y="1183217"/>
            <a:ext cx="7348821" cy="34099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dirty="0"/>
              <a:t>Dependencia del proveedor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dirty="0"/>
              <a:t>Menor personalización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dirty="0"/>
              <a:t>Dependencia de Internet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dirty="0"/>
              <a:t>Riesgo de </a:t>
            </a:r>
            <a:r>
              <a:rPr lang="es-MX" dirty="0" err="1"/>
              <a:t>lock</a:t>
            </a:r>
            <a:r>
              <a:rPr lang="es-MX" dirty="0"/>
              <a:t>-in</a:t>
            </a:r>
          </a:p>
          <a:p>
            <a:pPr fontAlgn="t"/>
            <a:endParaRPr lang="es-MX" dirty="0"/>
          </a:p>
          <a:p>
            <a:pPr fontAlgn="t"/>
            <a:endParaRPr lang="es-MX" dirty="0"/>
          </a:p>
          <a:p>
            <a:pPr fontAlgn="t"/>
            <a:endParaRPr lang="es-MX" dirty="0"/>
          </a:p>
          <a:p>
            <a:pPr marL="482600" indent="-342900" fontAlgn="t">
              <a:buFont typeface="Arial" panose="020B0604020202020204" pitchFamily="34" charset="0"/>
              <a:buChar char="•"/>
            </a:pPr>
            <a:endParaRPr lang="es-MX" sz="2400" dirty="0"/>
          </a:p>
          <a:p>
            <a:pPr algn="just" fontAlgn="t"/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01871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FD55AAE6-1219-15B7-263D-2AA731BDA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DCA02BE-DFCB-F279-3526-F47BA4D006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3" t="7676"/>
          <a:stretch>
            <a:fillRect/>
          </a:stretch>
        </p:blipFill>
        <p:spPr>
          <a:xfrm>
            <a:off x="7125862" y="3400836"/>
            <a:ext cx="2018138" cy="1751777"/>
          </a:xfrm>
          <a:prstGeom prst="rect">
            <a:avLst/>
          </a:prstGeom>
        </p:spPr>
      </p:pic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00C6B966-A290-200C-F592-BD48BED537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161" y="3113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Casos de estudio</a:t>
            </a:r>
          </a:p>
        </p:txBody>
      </p:sp>
      <p:sp>
        <p:nvSpPr>
          <p:cNvPr id="894" name="Google Shape;894;p33">
            <a:extLst>
              <a:ext uri="{FF2B5EF4-FFF2-40B4-BE49-F238E27FC236}">
                <a16:creationId xmlns:a16="http://schemas.microsoft.com/office/drawing/2014/main" id="{1D4E23B1-B460-A339-3487-A8B7D04C0046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998256" y="3299884"/>
            <a:ext cx="7348821" cy="34099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fontAlgn="t"/>
            <a:r>
              <a:rPr lang="es-MX" sz="1800" dirty="0">
                <a:latin typeface="DM Sans Medium" pitchFamily="2" charset="0"/>
              </a:rPr>
              <a:t>Una empresa utiliza: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sz="1800" dirty="0">
                <a:latin typeface="DM Sans Medium" pitchFamily="2" charset="0"/>
              </a:rPr>
              <a:t>Excel local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sz="1800" dirty="0">
                <a:latin typeface="DM Sans Medium" pitchFamily="2" charset="0"/>
              </a:rPr>
              <a:t>Servidor propio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sz="1800" dirty="0">
                <a:latin typeface="DM Sans Medium" pitchFamily="2" charset="0"/>
              </a:rPr>
              <a:t>Correos internos</a:t>
            </a:r>
          </a:p>
          <a:p>
            <a:pPr fontAlgn="t"/>
            <a:r>
              <a:rPr lang="es-MX" sz="1800" dirty="0">
                <a:latin typeface="DM Sans Medium" pitchFamily="2" charset="0"/>
              </a:rPr>
              <a:t>Migra a: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sz="1800" dirty="0">
                <a:latin typeface="DM Sans Medium" pitchFamily="2" charset="0"/>
              </a:rPr>
              <a:t>Microsoft 365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sz="1800" dirty="0">
                <a:latin typeface="DM Sans Medium" pitchFamily="2" charset="0"/>
              </a:rPr>
              <a:t>Power BI Service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sz="1800" dirty="0">
                <a:latin typeface="DM Sans Medium" pitchFamily="2" charset="0"/>
              </a:rPr>
              <a:t>SharePoint Online</a:t>
            </a:r>
          </a:p>
          <a:p>
            <a:pPr fontAlgn="t"/>
            <a:r>
              <a:rPr lang="es-MX" sz="1800" b="1" dirty="0">
                <a:latin typeface="DM Sans Medium" pitchFamily="2" charset="0"/>
              </a:rPr>
              <a:t>Analizar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sz="1800" dirty="0">
                <a:latin typeface="DM Sans Medium" pitchFamily="2" charset="0"/>
              </a:rPr>
              <a:t>Beneficios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sz="1800" dirty="0">
                <a:latin typeface="DM Sans Medium" pitchFamily="2" charset="0"/>
              </a:rPr>
              <a:t>Riesgos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sz="1800" dirty="0">
                <a:latin typeface="DM Sans Medium" pitchFamily="2" charset="0"/>
              </a:rPr>
              <a:t>Costos</a:t>
            </a:r>
          </a:p>
          <a:p>
            <a:pPr fontAlgn="t"/>
            <a:endParaRPr lang="es-MX" dirty="0"/>
          </a:p>
          <a:p>
            <a:pPr fontAlgn="t"/>
            <a:endParaRPr lang="es-MX" dirty="0"/>
          </a:p>
          <a:p>
            <a:pPr fontAlgn="t"/>
            <a:endParaRPr lang="es-MX" dirty="0"/>
          </a:p>
          <a:p>
            <a:pPr marL="482600" indent="-342900" fontAlgn="t">
              <a:buFont typeface="Arial" panose="020B0604020202020204" pitchFamily="34" charset="0"/>
              <a:buChar char="•"/>
            </a:pPr>
            <a:endParaRPr lang="es-MX" sz="2400" dirty="0"/>
          </a:p>
          <a:p>
            <a:pPr algn="just" fontAlgn="t"/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88603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7C52E294-6126-479E-D844-B9E4C828C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F3D461B-7E7C-9F79-08A1-0CFB42A000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3" t="7676"/>
          <a:stretch>
            <a:fillRect/>
          </a:stretch>
        </p:blipFill>
        <p:spPr>
          <a:xfrm>
            <a:off x="7125862" y="3400836"/>
            <a:ext cx="2018138" cy="1751777"/>
          </a:xfrm>
          <a:prstGeom prst="rect">
            <a:avLst/>
          </a:prstGeom>
        </p:spPr>
      </p:pic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2D917018-4C5E-069E-ABC8-CD0C580D27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76027" y="219938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Código Python</a:t>
            </a:r>
          </a:p>
        </p:txBody>
      </p:sp>
    </p:spTree>
    <p:extLst>
      <p:ext uri="{BB962C8B-B14F-4D97-AF65-F5344CB8AC3E}">
        <p14:creationId xmlns:p14="http://schemas.microsoft.com/office/powerpoint/2010/main" val="17458256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29D0CA82-965E-DEA7-DD2B-6A66D7C9B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06FB2A8-2689-4336-39D4-CE4B74BECD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3" t="7676"/>
          <a:stretch>
            <a:fillRect/>
          </a:stretch>
        </p:blipFill>
        <p:spPr>
          <a:xfrm>
            <a:off x="7125862" y="3400836"/>
            <a:ext cx="2018138" cy="1751777"/>
          </a:xfrm>
          <a:prstGeom prst="rect">
            <a:avLst/>
          </a:prstGeom>
        </p:spPr>
      </p:pic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AF199A90-60C8-517D-253A-C76188614F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161" y="3113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Solución. Ejercicio 1</a:t>
            </a:r>
          </a:p>
        </p:txBody>
      </p:sp>
      <p:sp>
        <p:nvSpPr>
          <p:cNvPr id="894" name="Google Shape;894;p33">
            <a:extLst>
              <a:ext uri="{FF2B5EF4-FFF2-40B4-BE49-F238E27FC236}">
                <a16:creationId xmlns:a16="http://schemas.microsoft.com/office/drawing/2014/main" id="{553BD167-93CA-74C9-DE54-F28EEDA44DDB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897589" y="1844464"/>
            <a:ext cx="7348821" cy="34099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fontAlgn="t"/>
            <a:r>
              <a:rPr lang="es-MX" sz="2000" b="1" dirty="0">
                <a:latin typeface="DM Sans Medium" pitchFamily="2" charset="0"/>
              </a:rPr>
              <a:t>1. ¿Qué papel desempeña la API?</a:t>
            </a:r>
          </a:p>
          <a:p>
            <a:pPr fontAlgn="t"/>
            <a:r>
              <a:rPr lang="es-MX" sz="2000" dirty="0">
                <a:latin typeface="DM Sans Medium" pitchFamily="2" charset="0"/>
              </a:rPr>
              <a:t>La API actúa como un </a:t>
            </a:r>
            <a:r>
              <a:rPr lang="es-MX" sz="2000" b="1" dirty="0">
                <a:latin typeface="DM Sans Medium" pitchFamily="2" charset="0"/>
              </a:rPr>
              <a:t>intermediario</a:t>
            </a:r>
            <a:r>
              <a:rPr lang="es-MX" sz="2000" dirty="0">
                <a:latin typeface="DM Sans Medium" pitchFamily="2" charset="0"/>
              </a:rPr>
              <a:t> entre la aplicación Python y la fuente de datos. Permite que el programa solicite información mediante una petición HTTP y reciba los datos en formato JSON sin necesidad de acceder directamente a una base de datos.</a:t>
            </a:r>
          </a:p>
          <a:p>
            <a:pPr fontAlgn="t"/>
            <a:endParaRPr lang="es-MX" dirty="0"/>
          </a:p>
          <a:p>
            <a:pPr fontAlgn="t"/>
            <a:endParaRPr lang="es-MX" dirty="0"/>
          </a:p>
          <a:p>
            <a:pPr fontAlgn="t"/>
            <a:endParaRPr lang="es-MX" dirty="0"/>
          </a:p>
          <a:p>
            <a:pPr marL="482600" indent="-342900" fontAlgn="t">
              <a:buFont typeface="Arial" panose="020B0604020202020204" pitchFamily="34" charset="0"/>
              <a:buChar char="•"/>
            </a:pPr>
            <a:endParaRPr lang="es-MX" sz="2400" dirty="0"/>
          </a:p>
          <a:p>
            <a:pPr algn="just" fontAlgn="t"/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95946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34E298D1-875E-345C-40DE-56FA4E34F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A2BC213-B54C-9B58-988F-290321E40E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3" t="7676"/>
          <a:stretch>
            <a:fillRect/>
          </a:stretch>
        </p:blipFill>
        <p:spPr>
          <a:xfrm>
            <a:off x="7125862" y="3400836"/>
            <a:ext cx="2018138" cy="1751777"/>
          </a:xfrm>
          <a:prstGeom prst="rect">
            <a:avLst/>
          </a:prstGeom>
        </p:spPr>
      </p:pic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B92928BF-E8A1-D7C6-BCB4-F9B8CF339D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161" y="3113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Solución. Ejercicio 1</a:t>
            </a:r>
          </a:p>
        </p:txBody>
      </p:sp>
      <p:sp>
        <p:nvSpPr>
          <p:cNvPr id="894" name="Google Shape;894;p33">
            <a:extLst>
              <a:ext uri="{FF2B5EF4-FFF2-40B4-BE49-F238E27FC236}">
                <a16:creationId xmlns:a16="http://schemas.microsoft.com/office/drawing/2014/main" id="{3BAEC9C9-8777-D04B-A4D7-9CD1E439B7C6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27596" y="2393104"/>
            <a:ext cx="7348821" cy="34099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fontAlgn="t"/>
            <a:r>
              <a:rPr lang="es-MX" sz="2000" b="1" dirty="0">
                <a:latin typeface="DM Sans Medium" pitchFamily="2" charset="0"/>
              </a:rPr>
              <a:t>2. ¿Dónde se encuentra alojado el servicio?</a:t>
            </a:r>
          </a:p>
          <a:p>
            <a:pPr fontAlgn="t"/>
            <a:r>
              <a:rPr lang="es-MX" sz="2000" dirty="0">
                <a:latin typeface="DM Sans Medium" pitchFamily="2" charset="0"/>
              </a:rPr>
              <a:t>El servicio se encuentra alojado en Internet, en el servidor de </a:t>
            </a:r>
            <a:r>
              <a:rPr lang="es-MX" sz="2000" b="1" dirty="0" err="1">
                <a:latin typeface="DM Sans Medium" pitchFamily="2" charset="0"/>
              </a:rPr>
              <a:t>JSONPlaceholder</a:t>
            </a:r>
            <a:r>
              <a:rPr lang="es-MX" sz="2000" dirty="0">
                <a:latin typeface="DM Sans Medium" pitchFamily="2" charset="0"/>
              </a:rPr>
              <a:t> (https://jsonplaceholder.typicode.com), una API pública de prueba utilizada para desarrollar y practicar aplicaciones que consumen servicios web. El usuario accede a los datos a través de la nube utilizando una URL.</a:t>
            </a:r>
          </a:p>
          <a:p>
            <a:pPr fontAlgn="t"/>
            <a:endParaRPr lang="es-MX" dirty="0"/>
          </a:p>
          <a:p>
            <a:pPr fontAlgn="t"/>
            <a:endParaRPr lang="es-MX" dirty="0"/>
          </a:p>
          <a:p>
            <a:pPr fontAlgn="t"/>
            <a:endParaRPr lang="es-MX" dirty="0"/>
          </a:p>
          <a:p>
            <a:pPr marL="482600" indent="-342900" fontAlgn="t">
              <a:buFont typeface="Arial" panose="020B0604020202020204" pitchFamily="34" charset="0"/>
              <a:buChar char="•"/>
            </a:pPr>
            <a:endParaRPr lang="es-MX" sz="2400" dirty="0"/>
          </a:p>
          <a:p>
            <a:pPr algn="just" fontAlgn="t"/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36829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FC8801F9-9DA0-35A8-0A0D-FE94B8293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59656D5-2080-EA42-66C0-E8CCB837B8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3" t="7676"/>
          <a:stretch>
            <a:fillRect/>
          </a:stretch>
        </p:blipFill>
        <p:spPr>
          <a:xfrm>
            <a:off x="7125862" y="3400836"/>
            <a:ext cx="2018138" cy="1751777"/>
          </a:xfrm>
          <a:prstGeom prst="rect">
            <a:avLst/>
          </a:prstGeom>
        </p:spPr>
      </p:pic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D3DE2C72-C1AE-B7A1-2EC6-37205EE5CC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161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Solución. Ejercicio 1</a:t>
            </a:r>
          </a:p>
        </p:txBody>
      </p:sp>
      <p:sp>
        <p:nvSpPr>
          <p:cNvPr id="894" name="Google Shape;894;p33">
            <a:extLst>
              <a:ext uri="{FF2B5EF4-FFF2-40B4-BE49-F238E27FC236}">
                <a16:creationId xmlns:a16="http://schemas.microsoft.com/office/drawing/2014/main" id="{2915D34D-1D3A-69FD-3DA6-08F7645DD39C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84340" y="3254164"/>
            <a:ext cx="7348821" cy="34099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fontAlgn="t"/>
            <a:r>
              <a:rPr lang="es-MX" sz="2000" b="1" dirty="0">
                <a:latin typeface="DM Sans Medium" pitchFamily="2" charset="0"/>
              </a:rPr>
              <a:t>3. ¿Por qué puede considerarse SaaS?</a:t>
            </a:r>
          </a:p>
          <a:p>
            <a:pPr fontAlgn="t"/>
            <a:r>
              <a:rPr lang="es-MX" sz="2000" dirty="0">
                <a:latin typeface="DM Sans Medium" pitchFamily="2" charset="0"/>
              </a:rPr>
              <a:t>Puede considerarse un ejemplo de </a:t>
            </a:r>
            <a:r>
              <a:rPr lang="es-MX" sz="2000" b="1" dirty="0">
                <a:latin typeface="DM Sans Medium" pitchFamily="2" charset="0"/>
              </a:rPr>
              <a:t>Software como Servicio (SaaS)</a:t>
            </a:r>
            <a:r>
              <a:rPr lang="es-MX" sz="2000" dirty="0">
                <a:latin typeface="DM Sans Medium" pitchFamily="2" charset="0"/>
              </a:rPr>
              <a:t> porque: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sz="2000" dirty="0">
                <a:latin typeface="DM Sans Medium" pitchFamily="2" charset="0"/>
              </a:rPr>
              <a:t>El servicio está disponible a través de Internet.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sz="2000" dirty="0">
                <a:latin typeface="DM Sans Medium" pitchFamily="2" charset="0"/>
              </a:rPr>
              <a:t>No es necesario instalar software ni administrar servidores para utilizarlo.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sz="2000" dirty="0">
                <a:latin typeface="DM Sans Medium" pitchFamily="2" charset="0"/>
              </a:rPr>
              <a:t>Los datos y la funcionalidad son proporcionados por un proveedor externo.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sz="2000" dirty="0">
                <a:latin typeface="DM Sans Medium" pitchFamily="2" charset="0"/>
              </a:rPr>
              <a:t>Los usuarios consumen el servicio mediante una API, pagando o utilizando los recursos ofrecidos por el proveedor (en este caso es gratuito con fines educativos).</a:t>
            </a:r>
          </a:p>
          <a:p>
            <a:pPr fontAlgn="t"/>
            <a:endParaRPr lang="es-MX" dirty="0"/>
          </a:p>
          <a:p>
            <a:pPr fontAlgn="t"/>
            <a:endParaRPr lang="es-MX" dirty="0"/>
          </a:p>
          <a:p>
            <a:pPr fontAlgn="t"/>
            <a:endParaRPr lang="es-MX" dirty="0"/>
          </a:p>
          <a:p>
            <a:pPr marL="482600" indent="-342900" fontAlgn="t">
              <a:buFont typeface="Arial" panose="020B0604020202020204" pitchFamily="34" charset="0"/>
              <a:buChar char="•"/>
            </a:pPr>
            <a:endParaRPr lang="es-MX" sz="2400" dirty="0"/>
          </a:p>
          <a:p>
            <a:pPr algn="just" fontAlgn="t"/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08808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C238E9C0-5314-D3AD-4C97-C29F43EF4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FD38B9B-A772-5BF0-0E27-79679B071F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3" t="7676"/>
          <a:stretch>
            <a:fillRect/>
          </a:stretch>
        </p:blipFill>
        <p:spPr>
          <a:xfrm>
            <a:off x="7125862" y="3400836"/>
            <a:ext cx="2018138" cy="1751777"/>
          </a:xfrm>
          <a:prstGeom prst="rect">
            <a:avLst/>
          </a:prstGeom>
        </p:spPr>
      </p:pic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BE77DD16-029A-FD93-BBC5-14BCDDDEDA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161" y="3113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Conclusión. Ejercicio 1</a:t>
            </a:r>
          </a:p>
        </p:txBody>
      </p:sp>
      <p:sp>
        <p:nvSpPr>
          <p:cNvPr id="894" name="Google Shape;894;p33">
            <a:extLst>
              <a:ext uri="{FF2B5EF4-FFF2-40B4-BE49-F238E27FC236}">
                <a16:creationId xmlns:a16="http://schemas.microsoft.com/office/drawing/2014/main" id="{1793E151-7E52-BFC6-7BA8-F85812A1C800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897589" y="1844464"/>
            <a:ext cx="7348821" cy="34099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just" fontAlgn="t"/>
            <a:r>
              <a:rPr lang="es-MX" dirty="0">
                <a:latin typeface="DM Sans" pitchFamily="2" charset="0"/>
              </a:rPr>
              <a:t>Como conclusión el ejercicio consume un servicio externo disponible en la nube sin que el usuario tenga que administrar servidores, bases de datos o infraestructura propia. El proveedor del servicio se encarga de mantener la aplicación y los datos accesibles a través de Internet.</a:t>
            </a:r>
          </a:p>
          <a:p>
            <a:pPr fontAlgn="t"/>
            <a:endParaRPr lang="es-MX" dirty="0"/>
          </a:p>
          <a:p>
            <a:pPr fontAlgn="t"/>
            <a:endParaRPr lang="es-MX" dirty="0"/>
          </a:p>
          <a:p>
            <a:pPr fontAlgn="t"/>
            <a:endParaRPr lang="es-MX" dirty="0"/>
          </a:p>
          <a:p>
            <a:pPr marL="482600" indent="-342900" fontAlgn="t">
              <a:buFont typeface="Arial" panose="020B0604020202020204" pitchFamily="34" charset="0"/>
              <a:buChar char="•"/>
            </a:pPr>
            <a:endParaRPr lang="es-MX" sz="2400" dirty="0"/>
          </a:p>
          <a:p>
            <a:pPr algn="just" fontAlgn="t"/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1041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43C396C4-9554-CBAC-486E-EF8AB2D8C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A5AF682-0AFF-3A79-3F8A-C2EA7F5AC2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3" t="7676"/>
          <a:stretch>
            <a:fillRect/>
          </a:stretch>
        </p:blipFill>
        <p:spPr>
          <a:xfrm>
            <a:off x="7834262" y="4015740"/>
            <a:ext cx="1309737" cy="1136873"/>
          </a:xfrm>
          <a:prstGeom prst="rect">
            <a:avLst/>
          </a:prstGeom>
        </p:spPr>
      </p:pic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57C5BABA-769C-6FFB-D496-5ED4ECE931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161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Solución. Ejercicio 4</a:t>
            </a:r>
            <a:br>
              <a:rPr lang="es-MX" dirty="0"/>
            </a:br>
            <a:r>
              <a:rPr lang="es-MX" sz="2000" b="1" dirty="0"/>
              <a:t>¿Cómo afectaría el </a:t>
            </a:r>
            <a:r>
              <a:rPr lang="es-MX" sz="2000" b="1" dirty="0" err="1"/>
              <a:t>autoescalamiento</a:t>
            </a:r>
            <a:r>
              <a:rPr lang="es-MX" sz="2000" b="1" dirty="0"/>
              <a:t>?</a:t>
            </a:r>
            <a:br>
              <a:rPr lang="es-MX" b="1" dirty="0"/>
            </a:br>
            <a:endParaRPr lang="es-MX" dirty="0"/>
          </a:p>
        </p:txBody>
      </p:sp>
      <p:sp>
        <p:nvSpPr>
          <p:cNvPr id="894" name="Google Shape;894;p33">
            <a:extLst>
              <a:ext uri="{FF2B5EF4-FFF2-40B4-BE49-F238E27FC236}">
                <a16:creationId xmlns:a16="http://schemas.microsoft.com/office/drawing/2014/main" id="{91B7ADA9-69D8-4DD2-E86E-8E084A457CED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038762" y="3185160"/>
            <a:ext cx="7704000" cy="341799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fontAlgn="t"/>
            <a:r>
              <a:rPr lang="es-MX" sz="1600" dirty="0">
                <a:latin typeface="DM Sans Medium" pitchFamily="2" charset="0"/>
              </a:rPr>
              <a:t>El </a:t>
            </a:r>
            <a:r>
              <a:rPr lang="es-MX" sz="1600" b="1" dirty="0" err="1">
                <a:latin typeface="DM Sans Medium" pitchFamily="2" charset="0"/>
              </a:rPr>
              <a:t>autoescalamiento</a:t>
            </a:r>
            <a:r>
              <a:rPr lang="es-MX" sz="1600" dirty="0">
                <a:latin typeface="DM Sans Medium" pitchFamily="2" charset="0"/>
              </a:rPr>
              <a:t> permite aumentar o disminuir automáticamente los recursos de cómputo según la cantidad de usuarios que utilizan el servicio.</a:t>
            </a:r>
          </a:p>
          <a:p>
            <a:pPr fontAlgn="t"/>
            <a:r>
              <a:rPr lang="es-MX" sz="1600" dirty="0">
                <a:latin typeface="DM Sans Medium" pitchFamily="2" charset="0"/>
              </a:rPr>
              <a:t>En este ejercicio: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sz="1600" dirty="0">
                <a:latin typeface="DM Sans Medium" pitchFamily="2" charset="0"/>
              </a:rPr>
              <a:t>Si el número de usuarios aumenta, la plataforma puede agregar más servidores, memoria o capacidad de procesamiento para mantener un buen rendimiento.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sz="1600" dirty="0">
                <a:latin typeface="DM Sans Medium" pitchFamily="2" charset="0"/>
              </a:rPr>
              <a:t>Si el número de usuarios disminuye, la plataforma puede reducir los recursos utilizados para evitar gastos innecesarios.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sz="1600" dirty="0">
                <a:latin typeface="DM Sans Medium" pitchFamily="2" charset="0"/>
              </a:rPr>
              <a:t>Ayuda a mantener la disponibilidad del servicio durante picos de demanda.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sz="1600" dirty="0">
                <a:latin typeface="DM Sans Medium" pitchFamily="2" charset="0"/>
              </a:rPr>
              <a:t>Optimiza el uso de la infraestructura al asignar únicamente los recursos necesarios en cada momento.</a:t>
            </a:r>
          </a:p>
          <a:p>
            <a:pPr fontAlgn="t"/>
            <a:endParaRPr lang="es-MX" dirty="0"/>
          </a:p>
          <a:p>
            <a:pPr fontAlgn="t"/>
            <a:endParaRPr lang="es-MX" dirty="0"/>
          </a:p>
          <a:p>
            <a:pPr fontAlgn="t"/>
            <a:endParaRPr lang="es-MX" dirty="0"/>
          </a:p>
          <a:p>
            <a:pPr marL="482600" indent="-342900" fontAlgn="t">
              <a:buFont typeface="Arial" panose="020B0604020202020204" pitchFamily="34" charset="0"/>
              <a:buChar char="•"/>
            </a:pPr>
            <a:endParaRPr lang="es-MX" sz="2400" dirty="0"/>
          </a:p>
          <a:p>
            <a:pPr algn="just" fontAlgn="t"/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90631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B9D1F328-6B01-48D3-9284-D21930E52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B583C68-311E-E852-B5F0-2D7F4BFE84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3" t="7676"/>
          <a:stretch>
            <a:fillRect/>
          </a:stretch>
        </p:blipFill>
        <p:spPr>
          <a:xfrm>
            <a:off x="7834262" y="4015740"/>
            <a:ext cx="1309737" cy="1136873"/>
          </a:xfrm>
          <a:prstGeom prst="rect">
            <a:avLst/>
          </a:prstGeom>
        </p:spPr>
      </p:pic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DB122363-5D3F-5E00-70C5-7ADE47160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161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Solución. Ejercicio 4</a:t>
            </a:r>
            <a:br>
              <a:rPr lang="es-MX" dirty="0"/>
            </a:br>
            <a:r>
              <a:rPr lang="es-MX" sz="2000" dirty="0"/>
              <a:t>¿Qué patrón de costos observan?</a:t>
            </a:r>
            <a:br>
              <a:rPr lang="es-MX" sz="2000" dirty="0"/>
            </a:br>
            <a:endParaRPr lang="es-MX" sz="2000" dirty="0"/>
          </a:p>
        </p:txBody>
      </p:sp>
      <p:sp>
        <p:nvSpPr>
          <p:cNvPr id="894" name="Google Shape;894;p33">
            <a:extLst>
              <a:ext uri="{FF2B5EF4-FFF2-40B4-BE49-F238E27FC236}">
                <a16:creationId xmlns:a16="http://schemas.microsoft.com/office/drawing/2014/main" id="{AE260ED2-4B9B-B070-85A9-A14CCD184E43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20000" y="2026920"/>
            <a:ext cx="7704000" cy="152061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fontAlgn="t"/>
            <a:r>
              <a:rPr lang="es-MX" sz="1800" dirty="0">
                <a:latin typeface="DM Sans Medium" pitchFamily="2" charset="0"/>
              </a:rPr>
              <a:t>El costo sigue un patrón </a:t>
            </a:r>
            <a:r>
              <a:rPr lang="es-MX" sz="1800" b="1" dirty="0">
                <a:latin typeface="DM Sans Medium" pitchFamily="2" charset="0"/>
              </a:rPr>
              <a:t>directamente proporcional</a:t>
            </a:r>
            <a:r>
              <a:rPr lang="es-MX" sz="1800" dirty="0">
                <a:latin typeface="DM Sans Medium" pitchFamily="2" charset="0"/>
              </a:rPr>
              <a:t> al número de usuarios porque se calcula mediante la fórmula:</a:t>
            </a:r>
          </a:p>
          <a:p>
            <a:pPr fontAlgn="t"/>
            <a:endParaRPr lang="es-MX" dirty="0"/>
          </a:p>
          <a:p>
            <a:pPr fontAlgn="t"/>
            <a:endParaRPr lang="es-MX" dirty="0"/>
          </a:p>
          <a:p>
            <a:pPr fontAlgn="t"/>
            <a:endParaRPr lang="es-MX" dirty="0"/>
          </a:p>
          <a:p>
            <a:pPr marL="482600" indent="-342900" fontAlgn="t">
              <a:buFont typeface="Arial" panose="020B0604020202020204" pitchFamily="34" charset="0"/>
              <a:buChar char="•"/>
            </a:pPr>
            <a:endParaRPr lang="es-MX" sz="2400" dirty="0"/>
          </a:p>
          <a:p>
            <a:pPr algn="just" fontAlgn="t"/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2F94511-A6B5-E629-6256-71EB301482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4166" y="1704947"/>
            <a:ext cx="3557033" cy="64394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7B33EA0-3220-7979-B7CB-FE776810741E}"/>
              </a:ext>
            </a:extLst>
          </p:cNvPr>
          <p:cNvSpPr txBox="1"/>
          <p:nvPr/>
        </p:nvSpPr>
        <p:spPr>
          <a:xfrm>
            <a:off x="859156" y="2571750"/>
            <a:ext cx="57035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s-MX" sz="1800" b="0" i="0" dirty="0">
                <a:effectLst/>
                <a:latin typeface="DM Sans Medium" pitchFamily="2" charset="0"/>
              </a:rPr>
              <a:t>Esto significa que: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MX" sz="1800" b="0" i="0" dirty="0">
                <a:effectLst/>
                <a:latin typeface="DM Sans Medium" pitchFamily="2" charset="0"/>
              </a:rPr>
              <a:t>A mayor cantidad de usuarios, mayor costo.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MX" sz="1800" b="0" i="0" dirty="0">
                <a:effectLst/>
                <a:latin typeface="DM Sans Medium" pitchFamily="2" charset="0"/>
              </a:rPr>
              <a:t>A menor cantidad de usuarios, menor costo.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MX" sz="1800" b="0" i="0" dirty="0">
                <a:effectLst/>
                <a:latin typeface="DM Sans Medium" pitchFamily="2" charset="0"/>
              </a:rPr>
              <a:t>El comportamiento es lineal, ya que el costo por usuario permanece constante.</a:t>
            </a:r>
          </a:p>
        </p:txBody>
      </p:sp>
    </p:spTree>
    <p:extLst>
      <p:ext uri="{BB962C8B-B14F-4D97-AF65-F5344CB8AC3E}">
        <p14:creationId xmlns:p14="http://schemas.microsoft.com/office/powerpoint/2010/main" val="3387277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BF018E6D-0F94-49E8-C98D-0731EEA09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DC1E846-BAAC-3616-5485-AD340AFED9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3" t="7676"/>
          <a:stretch>
            <a:fillRect/>
          </a:stretch>
        </p:blipFill>
        <p:spPr>
          <a:xfrm>
            <a:off x="7834262" y="4015740"/>
            <a:ext cx="1309737" cy="1136873"/>
          </a:xfrm>
          <a:prstGeom prst="rect">
            <a:avLst/>
          </a:prstGeom>
        </p:spPr>
      </p:pic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1013C4FB-8155-323A-F392-53BA59BCF1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161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Solución. Ejercicio 5</a:t>
            </a:r>
            <a:br>
              <a:rPr lang="es-MX" dirty="0"/>
            </a:br>
            <a:r>
              <a:rPr lang="es-MX" sz="2000" dirty="0"/>
              <a:t>¿Cómo ayuda la nube a responder al crecimiento?</a:t>
            </a:r>
            <a:br>
              <a:rPr lang="es-MX" sz="2000" dirty="0"/>
            </a:br>
            <a:endParaRPr lang="es-MX" sz="2000" dirty="0"/>
          </a:p>
        </p:txBody>
      </p:sp>
      <p:sp>
        <p:nvSpPr>
          <p:cNvPr id="894" name="Google Shape;894;p33">
            <a:extLst>
              <a:ext uri="{FF2B5EF4-FFF2-40B4-BE49-F238E27FC236}">
                <a16:creationId xmlns:a16="http://schemas.microsoft.com/office/drawing/2014/main" id="{2C0FBBF3-06DD-E8C4-8FBA-8BD0FA4F7A74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85130" y="3823869"/>
            <a:ext cx="7704000" cy="152061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fontAlgn="t"/>
            <a:r>
              <a:rPr lang="es-MX" dirty="0">
                <a:latin typeface="DM Sans Medium" pitchFamily="2" charset="0"/>
              </a:rPr>
              <a:t>La nube permite escalar recursos de forma automática conforme aumenta la cantidad de usuarios, garantizando disponibilidad y rendimiento sin necesidad de adquirir infraestructura física adicional.</a:t>
            </a:r>
          </a:p>
          <a:p>
            <a:pPr algn="just" fontAlgn="t"/>
            <a:r>
              <a:rPr lang="es-MX" dirty="0"/>
              <a:t>¿Qué problemas existirían en infraestructura local?</a:t>
            </a:r>
          </a:p>
          <a:p>
            <a:pPr algn="just" fontAlgn="t"/>
            <a:r>
              <a:rPr lang="es-MX" dirty="0">
                <a:latin typeface="DM Sans Medium" pitchFamily="2" charset="0"/>
              </a:rPr>
              <a:t>En una infraestructura local, el crecimiento de usuarios podría provocar saturación de los servidores, mayores costos de hardware, tiempos más largos para ampliar la capacidad y una mayor carga de administración y mantenimiento.</a:t>
            </a:r>
          </a:p>
          <a:p>
            <a:pPr algn="just" fontAlgn="t"/>
            <a:endParaRPr lang="es-MX" dirty="0"/>
          </a:p>
          <a:p>
            <a:pPr algn="just" fontAlgn="t"/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38254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9">
          <a:extLst>
            <a:ext uri="{FF2B5EF4-FFF2-40B4-BE49-F238E27FC236}">
              <a16:creationId xmlns:a16="http://schemas.microsoft.com/office/drawing/2014/main" id="{3C018A7F-86CA-CC11-C21F-7308954B9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oogle Shape;1354;p46">
            <a:extLst>
              <a:ext uri="{FF2B5EF4-FFF2-40B4-BE49-F238E27FC236}">
                <a16:creationId xmlns:a16="http://schemas.microsoft.com/office/drawing/2014/main" id="{B6F7E859-1F5D-C24C-B98A-C0B3EB91F809}"/>
              </a:ext>
            </a:extLst>
          </p:cNvPr>
          <p:cNvGrpSpPr/>
          <p:nvPr/>
        </p:nvGrpSpPr>
        <p:grpSpPr>
          <a:xfrm>
            <a:off x="4984885" y="952956"/>
            <a:ext cx="3460669" cy="3679360"/>
            <a:chOff x="4977785" y="924631"/>
            <a:chExt cx="3460669" cy="3679360"/>
          </a:xfrm>
        </p:grpSpPr>
        <p:grpSp>
          <p:nvGrpSpPr>
            <p:cNvPr id="6" name="Google Shape;1355;p46">
              <a:extLst>
                <a:ext uri="{FF2B5EF4-FFF2-40B4-BE49-F238E27FC236}">
                  <a16:creationId xmlns:a16="http://schemas.microsoft.com/office/drawing/2014/main" id="{4148C724-38E2-A26F-23FE-1A2EA35D2E0D}"/>
                </a:ext>
              </a:extLst>
            </p:cNvPr>
            <p:cNvGrpSpPr/>
            <p:nvPr/>
          </p:nvGrpSpPr>
          <p:grpSpPr>
            <a:xfrm>
              <a:off x="5409492" y="1599100"/>
              <a:ext cx="1988668" cy="1400059"/>
              <a:chOff x="3622711" y="1331469"/>
              <a:chExt cx="959226" cy="675313"/>
            </a:xfrm>
          </p:grpSpPr>
          <p:sp>
            <p:nvSpPr>
              <p:cNvPr id="1216" name="Google Shape;1356;p46">
                <a:extLst>
                  <a:ext uri="{FF2B5EF4-FFF2-40B4-BE49-F238E27FC236}">
                    <a16:creationId xmlns:a16="http://schemas.microsoft.com/office/drawing/2014/main" id="{0462B8C8-25FA-AD3F-0540-BE2161A461C8}"/>
                  </a:ext>
                </a:extLst>
              </p:cNvPr>
              <p:cNvSpPr/>
              <p:nvPr/>
            </p:nvSpPr>
            <p:spPr>
              <a:xfrm>
                <a:off x="3622711" y="1331469"/>
                <a:ext cx="959226" cy="675313"/>
              </a:xfrm>
              <a:custGeom>
                <a:avLst/>
                <a:gdLst/>
                <a:ahLst/>
                <a:cxnLst/>
                <a:rect l="l" t="t" r="r" b="b"/>
                <a:pathLst>
                  <a:path w="517" h="365" extrusionOk="0">
                    <a:moveTo>
                      <a:pt x="503" y="365"/>
                    </a:moveTo>
                    <a:cubicBezTo>
                      <a:pt x="14" y="365"/>
                      <a:pt x="14" y="365"/>
                      <a:pt x="14" y="365"/>
                    </a:cubicBezTo>
                    <a:cubicBezTo>
                      <a:pt x="6" y="365"/>
                      <a:pt x="0" y="359"/>
                      <a:pt x="0" y="35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503" y="0"/>
                      <a:pt x="503" y="0"/>
                      <a:pt x="503" y="0"/>
                    </a:cubicBezTo>
                    <a:cubicBezTo>
                      <a:pt x="511" y="0"/>
                      <a:pt x="517" y="6"/>
                      <a:pt x="517" y="14"/>
                    </a:cubicBezTo>
                    <a:cubicBezTo>
                      <a:pt x="517" y="351"/>
                      <a:pt x="517" y="351"/>
                      <a:pt x="517" y="351"/>
                    </a:cubicBezTo>
                    <a:cubicBezTo>
                      <a:pt x="517" y="359"/>
                      <a:pt x="511" y="365"/>
                      <a:pt x="503" y="36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7" name="Google Shape;1357;p46">
                <a:extLst>
                  <a:ext uri="{FF2B5EF4-FFF2-40B4-BE49-F238E27FC236}">
                    <a16:creationId xmlns:a16="http://schemas.microsoft.com/office/drawing/2014/main" id="{83EEE7E0-056C-7608-2D91-27CC78FCB192}"/>
                  </a:ext>
                </a:extLst>
              </p:cNvPr>
              <p:cNvSpPr/>
              <p:nvPr/>
            </p:nvSpPr>
            <p:spPr>
              <a:xfrm>
                <a:off x="3728165" y="1367972"/>
                <a:ext cx="750345" cy="332586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64" extrusionOk="0">
                    <a:moveTo>
                      <a:pt x="1" y="164"/>
                    </a:moveTo>
                    <a:lnTo>
                      <a:pt x="125" y="82"/>
                    </a:lnTo>
                    <a:lnTo>
                      <a:pt x="184" y="125"/>
                    </a:lnTo>
                    <a:lnTo>
                      <a:pt x="247" y="47"/>
                    </a:lnTo>
                    <a:lnTo>
                      <a:pt x="308" y="86"/>
                    </a:lnTo>
                    <a:lnTo>
                      <a:pt x="370" y="2"/>
                    </a:lnTo>
                    <a:lnTo>
                      <a:pt x="368" y="0"/>
                    </a:lnTo>
                    <a:lnTo>
                      <a:pt x="308" y="84"/>
                    </a:lnTo>
                    <a:lnTo>
                      <a:pt x="246" y="45"/>
                    </a:lnTo>
                    <a:lnTo>
                      <a:pt x="183" y="123"/>
                    </a:lnTo>
                    <a:lnTo>
                      <a:pt x="125" y="80"/>
                    </a:lnTo>
                    <a:lnTo>
                      <a:pt x="0" y="162"/>
                    </a:lnTo>
                    <a:lnTo>
                      <a:pt x="1" y="164"/>
                    </a:lnTo>
                    <a:lnTo>
                      <a:pt x="1" y="164"/>
                    </a:lnTo>
                    <a:close/>
                  </a:path>
                </a:pathLst>
              </a:custGeom>
              <a:solidFill>
                <a:srgbClr val="41578B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8" name="Google Shape;1358;p46">
                <a:extLst>
                  <a:ext uri="{FF2B5EF4-FFF2-40B4-BE49-F238E27FC236}">
                    <a16:creationId xmlns:a16="http://schemas.microsoft.com/office/drawing/2014/main" id="{DAA0FD89-0AE7-8F03-3140-86925967CD09}"/>
                  </a:ext>
                </a:extLst>
              </p:cNvPr>
              <p:cNvSpPr/>
              <p:nvPr/>
            </p:nvSpPr>
            <p:spPr>
              <a:xfrm>
                <a:off x="3963408" y="1513985"/>
                <a:ext cx="363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9" name="Google Shape;1359;p46">
                <a:extLst>
                  <a:ext uri="{FF2B5EF4-FFF2-40B4-BE49-F238E27FC236}">
                    <a16:creationId xmlns:a16="http://schemas.microsoft.com/office/drawing/2014/main" id="{86DFD6AB-C92D-D786-2AE3-32FD68512759}"/>
                  </a:ext>
                </a:extLst>
              </p:cNvPr>
              <p:cNvSpPr/>
              <p:nvPr/>
            </p:nvSpPr>
            <p:spPr>
              <a:xfrm>
                <a:off x="4083059" y="1597131"/>
                <a:ext cx="36300" cy="387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0" name="Google Shape;1360;p46">
                <a:extLst>
                  <a:ext uri="{FF2B5EF4-FFF2-40B4-BE49-F238E27FC236}">
                    <a16:creationId xmlns:a16="http://schemas.microsoft.com/office/drawing/2014/main" id="{E78FB32E-88B8-F4BB-2801-3F2416C606B8}"/>
                  </a:ext>
                </a:extLst>
              </p:cNvPr>
              <p:cNvSpPr/>
              <p:nvPr/>
            </p:nvSpPr>
            <p:spPr>
              <a:xfrm>
                <a:off x="4208792" y="1445035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1" name="Google Shape;1361;p46">
                <a:extLst>
                  <a:ext uri="{FF2B5EF4-FFF2-40B4-BE49-F238E27FC236}">
                    <a16:creationId xmlns:a16="http://schemas.microsoft.com/office/drawing/2014/main" id="{61E2F593-CBAC-D375-B666-04DC4EBA3BE1}"/>
                  </a:ext>
                </a:extLst>
              </p:cNvPr>
              <p:cNvSpPr/>
              <p:nvPr/>
            </p:nvSpPr>
            <p:spPr>
              <a:xfrm>
                <a:off x="4332497" y="1516013"/>
                <a:ext cx="387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2" name="Google Shape;1362;p46">
                <a:extLst>
                  <a:ext uri="{FF2B5EF4-FFF2-40B4-BE49-F238E27FC236}">
                    <a16:creationId xmlns:a16="http://schemas.microsoft.com/office/drawing/2014/main" id="{7508BEDC-10F7-81F4-303C-22C6806F1BA0}"/>
                  </a:ext>
                </a:extLst>
              </p:cNvPr>
              <p:cNvSpPr/>
              <p:nvPr/>
            </p:nvSpPr>
            <p:spPr>
              <a:xfrm>
                <a:off x="4458231" y="1351748"/>
                <a:ext cx="36300" cy="36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3" name="Google Shape;1363;p46">
                <a:extLst>
                  <a:ext uri="{FF2B5EF4-FFF2-40B4-BE49-F238E27FC236}">
                    <a16:creationId xmlns:a16="http://schemas.microsoft.com/office/drawing/2014/main" id="{AD7142DB-8A50-8549-C071-69779F033E0F}"/>
                  </a:ext>
                </a:extLst>
              </p:cNvPr>
              <p:cNvSpPr/>
              <p:nvPr/>
            </p:nvSpPr>
            <p:spPr>
              <a:xfrm>
                <a:off x="3709914" y="1678250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4" name="Google Shape;1364;p46">
                <a:extLst>
                  <a:ext uri="{FF2B5EF4-FFF2-40B4-BE49-F238E27FC236}">
                    <a16:creationId xmlns:a16="http://schemas.microsoft.com/office/drawing/2014/main" id="{48EEE8B3-91B5-7CA0-EAC4-A1DEF97491DF}"/>
                  </a:ext>
                </a:extLst>
              </p:cNvPr>
              <p:cNvSpPr/>
              <p:nvPr/>
            </p:nvSpPr>
            <p:spPr>
              <a:xfrm>
                <a:off x="3701802" y="1765453"/>
                <a:ext cx="66923" cy="152098"/>
              </a:xfrm>
              <a:custGeom>
                <a:avLst/>
                <a:gdLst/>
                <a:ahLst/>
                <a:cxnLst/>
                <a:rect l="l" t="t" r="r" b="b"/>
                <a:pathLst>
                  <a:path w="36" h="83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3"/>
                      <a:pt x="8" y="83"/>
                      <a:pt x="18" y="83"/>
                    </a:cubicBezTo>
                    <a:cubicBezTo>
                      <a:pt x="28" y="83"/>
                      <a:pt x="36" y="73"/>
                      <a:pt x="36" y="60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5" name="Google Shape;1365;p46">
                <a:extLst>
                  <a:ext uri="{FF2B5EF4-FFF2-40B4-BE49-F238E27FC236}">
                    <a16:creationId xmlns:a16="http://schemas.microsoft.com/office/drawing/2014/main" id="{8B356F4F-A6E2-8782-8272-53F53283CE86}"/>
                  </a:ext>
                </a:extLst>
              </p:cNvPr>
              <p:cNvSpPr/>
              <p:nvPr/>
            </p:nvSpPr>
            <p:spPr>
              <a:xfrm>
                <a:off x="3825507" y="1694474"/>
                <a:ext cx="66923" cy="223076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1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11"/>
                      <a:pt x="8" y="121"/>
                      <a:pt x="18" y="121"/>
                    </a:cubicBezTo>
                    <a:cubicBezTo>
                      <a:pt x="28" y="121"/>
                      <a:pt x="36" y="111"/>
                      <a:pt x="36" y="98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6" name="Google Shape;1366;p46">
                <a:extLst>
                  <a:ext uri="{FF2B5EF4-FFF2-40B4-BE49-F238E27FC236}">
                    <a16:creationId xmlns:a16="http://schemas.microsoft.com/office/drawing/2014/main" id="{61A27AEB-6F15-3C76-8026-F16234D4BD24}"/>
                  </a:ext>
                </a:extLst>
              </p:cNvPr>
              <p:cNvSpPr/>
              <p:nvPr/>
            </p:nvSpPr>
            <p:spPr>
              <a:xfrm>
                <a:off x="3947185" y="1621467"/>
                <a:ext cx="66923" cy="296083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0" extrusionOk="0">
                    <a:moveTo>
                      <a:pt x="36" y="23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50"/>
                      <a:pt x="8" y="160"/>
                      <a:pt x="18" y="160"/>
                    </a:cubicBezTo>
                    <a:cubicBezTo>
                      <a:pt x="28" y="160"/>
                      <a:pt x="36" y="150"/>
                      <a:pt x="36" y="137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7" name="Google Shape;1367;p46">
                <a:extLst>
                  <a:ext uri="{FF2B5EF4-FFF2-40B4-BE49-F238E27FC236}">
                    <a16:creationId xmlns:a16="http://schemas.microsoft.com/office/drawing/2014/main" id="{C83B03D7-71DB-1F74-6812-E0A765D4F752}"/>
                  </a:ext>
                </a:extLst>
              </p:cNvPr>
              <p:cNvSpPr/>
              <p:nvPr/>
            </p:nvSpPr>
            <p:spPr>
              <a:xfrm>
                <a:off x="4072918" y="1678250"/>
                <a:ext cx="64895" cy="23930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9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9"/>
                      <a:pt x="8" y="129"/>
                      <a:pt x="18" y="129"/>
                    </a:cubicBezTo>
                    <a:cubicBezTo>
                      <a:pt x="28" y="129"/>
                      <a:pt x="36" y="119"/>
                      <a:pt x="36" y="106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8" name="Google Shape;1368;p46">
                <a:extLst>
                  <a:ext uri="{FF2B5EF4-FFF2-40B4-BE49-F238E27FC236}">
                    <a16:creationId xmlns:a16="http://schemas.microsoft.com/office/drawing/2014/main" id="{5171E0D0-6A15-E06B-63E7-C5D4D14FED36}"/>
                  </a:ext>
                </a:extLst>
              </p:cNvPr>
              <p:cNvSpPr/>
              <p:nvPr/>
            </p:nvSpPr>
            <p:spPr>
              <a:xfrm>
                <a:off x="4196624" y="1548460"/>
                <a:ext cx="66923" cy="369089"/>
              </a:xfrm>
              <a:custGeom>
                <a:avLst/>
                <a:gdLst/>
                <a:ahLst/>
                <a:cxnLst/>
                <a:rect l="l" t="t" r="r" b="b"/>
                <a:pathLst>
                  <a:path w="36" h="199" extrusionOk="0">
                    <a:moveTo>
                      <a:pt x="36" y="24"/>
                    </a:moveTo>
                    <a:cubicBezTo>
                      <a:pt x="36" y="11"/>
                      <a:pt x="27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89"/>
                      <a:pt x="8" y="199"/>
                      <a:pt x="18" y="199"/>
                    </a:cubicBezTo>
                    <a:cubicBezTo>
                      <a:pt x="27" y="199"/>
                      <a:pt x="36" y="189"/>
                      <a:pt x="36" y="176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9" name="Google Shape;1369;p46">
                <a:extLst>
                  <a:ext uri="{FF2B5EF4-FFF2-40B4-BE49-F238E27FC236}">
                    <a16:creationId xmlns:a16="http://schemas.microsoft.com/office/drawing/2014/main" id="{C2B575A3-075F-5614-D49D-8FDBD8C10448}"/>
                  </a:ext>
                </a:extLst>
              </p:cNvPr>
              <p:cNvSpPr/>
              <p:nvPr/>
            </p:nvSpPr>
            <p:spPr>
              <a:xfrm>
                <a:off x="4318302" y="1609299"/>
                <a:ext cx="66923" cy="30825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7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7"/>
                      <a:pt x="8" y="167"/>
                      <a:pt x="18" y="167"/>
                    </a:cubicBezTo>
                    <a:cubicBezTo>
                      <a:pt x="28" y="167"/>
                      <a:pt x="36" y="157"/>
                      <a:pt x="36" y="144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0" name="Google Shape;1370;p46">
                <a:extLst>
                  <a:ext uri="{FF2B5EF4-FFF2-40B4-BE49-F238E27FC236}">
                    <a16:creationId xmlns:a16="http://schemas.microsoft.com/office/drawing/2014/main" id="{123DC108-938B-AAA0-8B5F-E9544A768E36}"/>
                  </a:ext>
                </a:extLst>
              </p:cNvPr>
              <p:cNvSpPr/>
              <p:nvPr/>
            </p:nvSpPr>
            <p:spPr>
              <a:xfrm>
                <a:off x="4442007" y="1459230"/>
                <a:ext cx="66923" cy="458319"/>
              </a:xfrm>
              <a:custGeom>
                <a:avLst/>
                <a:gdLst/>
                <a:ahLst/>
                <a:cxnLst/>
                <a:rect l="l" t="t" r="r" b="b"/>
                <a:pathLst>
                  <a:path w="36" h="248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0" y="238"/>
                      <a:pt x="8" y="248"/>
                      <a:pt x="18" y="248"/>
                    </a:cubicBezTo>
                    <a:cubicBezTo>
                      <a:pt x="28" y="248"/>
                      <a:pt x="36" y="238"/>
                      <a:pt x="36" y="225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" name="Google Shape;1371;p46">
              <a:extLst>
                <a:ext uri="{FF2B5EF4-FFF2-40B4-BE49-F238E27FC236}">
                  <a16:creationId xmlns:a16="http://schemas.microsoft.com/office/drawing/2014/main" id="{8398CAFE-2EFD-059B-0901-819A09173DF8}"/>
                </a:ext>
              </a:extLst>
            </p:cNvPr>
            <p:cNvGrpSpPr/>
            <p:nvPr/>
          </p:nvGrpSpPr>
          <p:grpSpPr>
            <a:xfrm flipH="1">
              <a:off x="6979971" y="1968812"/>
              <a:ext cx="1458483" cy="2635179"/>
              <a:chOff x="5132143" y="1520276"/>
              <a:chExt cx="1241051" cy="2242324"/>
            </a:xfrm>
          </p:grpSpPr>
          <p:sp>
            <p:nvSpPr>
              <p:cNvPr id="37" name="Google Shape;1372;p46">
                <a:extLst>
                  <a:ext uri="{FF2B5EF4-FFF2-40B4-BE49-F238E27FC236}">
                    <a16:creationId xmlns:a16="http://schemas.microsoft.com/office/drawing/2014/main" id="{C14C5F47-0ED8-8738-5E9F-6A439D6EE3B0}"/>
                  </a:ext>
                </a:extLst>
              </p:cNvPr>
              <p:cNvSpPr/>
              <p:nvPr/>
            </p:nvSpPr>
            <p:spPr>
              <a:xfrm flipH="1">
                <a:off x="5171192" y="3562026"/>
                <a:ext cx="209023" cy="187554"/>
              </a:xfrm>
              <a:custGeom>
                <a:avLst/>
                <a:gdLst/>
                <a:ahLst/>
                <a:cxnLst/>
                <a:rect l="l" t="t" r="r" b="b"/>
                <a:pathLst>
                  <a:path w="273" h="245" extrusionOk="0">
                    <a:moveTo>
                      <a:pt x="0" y="10"/>
                    </a:moveTo>
                    <a:lnTo>
                      <a:pt x="14" y="190"/>
                    </a:lnTo>
                    <a:lnTo>
                      <a:pt x="273" y="245"/>
                    </a:lnTo>
                    <a:lnTo>
                      <a:pt x="141" y="111"/>
                    </a:lnTo>
                    <a:lnTo>
                      <a:pt x="109" y="0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1373;p46">
                <a:extLst>
                  <a:ext uri="{FF2B5EF4-FFF2-40B4-BE49-F238E27FC236}">
                    <a16:creationId xmlns:a16="http://schemas.microsoft.com/office/drawing/2014/main" id="{A7DCAD31-82CC-A060-F7E4-2B137139DCCA}"/>
                  </a:ext>
                </a:extLst>
              </p:cNvPr>
              <p:cNvSpPr/>
              <p:nvPr/>
            </p:nvSpPr>
            <p:spPr>
              <a:xfrm flipH="1">
                <a:off x="5132143" y="3634751"/>
                <a:ext cx="265681" cy="127843"/>
              </a:xfrm>
              <a:custGeom>
                <a:avLst/>
                <a:gdLst/>
                <a:ahLst/>
                <a:cxnLst/>
                <a:rect l="l" t="t" r="r" b="b"/>
                <a:pathLst>
                  <a:path w="347" h="167" extrusionOk="0">
                    <a:moveTo>
                      <a:pt x="164" y="0"/>
                    </a:moveTo>
                    <a:lnTo>
                      <a:pt x="347" y="162"/>
                    </a:lnTo>
                    <a:lnTo>
                      <a:pt x="0" y="167"/>
                    </a:lnTo>
                    <a:lnTo>
                      <a:pt x="23" y="2"/>
                    </a:lnTo>
                    <a:lnTo>
                      <a:pt x="93" y="69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1374;p46">
                <a:extLst>
                  <a:ext uri="{FF2B5EF4-FFF2-40B4-BE49-F238E27FC236}">
                    <a16:creationId xmlns:a16="http://schemas.microsoft.com/office/drawing/2014/main" id="{8E45C684-A95C-1908-EE5E-95A63D6CA7E9}"/>
                  </a:ext>
                </a:extLst>
              </p:cNvPr>
              <p:cNvSpPr/>
              <p:nvPr/>
            </p:nvSpPr>
            <p:spPr>
              <a:xfrm flipH="1">
                <a:off x="5245460" y="3649296"/>
                <a:ext cx="26798" cy="19138"/>
              </a:xfrm>
              <a:custGeom>
                <a:avLst/>
                <a:gdLst/>
                <a:ahLst/>
                <a:cxnLst/>
                <a:rect l="l" t="t" r="r" b="b"/>
                <a:pathLst>
                  <a:path w="35" h="25" extrusionOk="0">
                    <a:moveTo>
                      <a:pt x="3" y="25"/>
                    </a:moveTo>
                    <a:lnTo>
                      <a:pt x="0" y="20"/>
                    </a:lnTo>
                    <a:lnTo>
                      <a:pt x="33" y="0"/>
                    </a:lnTo>
                    <a:lnTo>
                      <a:pt x="35" y="4"/>
                    </a:lnTo>
                    <a:lnTo>
                      <a:pt x="3" y="2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1375;p46">
                <a:extLst>
                  <a:ext uri="{FF2B5EF4-FFF2-40B4-BE49-F238E27FC236}">
                    <a16:creationId xmlns:a16="http://schemas.microsoft.com/office/drawing/2014/main" id="{166E036A-5527-5B38-5977-D1832179CF83}"/>
                  </a:ext>
                </a:extLst>
              </p:cNvPr>
              <p:cNvSpPr/>
              <p:nvPr/>
            </p:nvSpPr>
            <p:spPr>
              <a:xfrm flipH="1">
                <a:off x="5224021" y="3660013"/>
                <a:ext cx="26798" cy="19138"/>
              </a:xfrm>
              <a:custGeom>
                <a:avLst/>
                <a:gdLst/>
                <a:ahLst/>
                <a:cxnLst/>
                <a:rect l="l" t="t" r="r" b="b"/>
                <a:pathLst>
                  <a:path w="35" h="25" extrusionOk="0">
                    <a:moveTo>
                      <a:pt x="5" y="25"/>
                    </a:moveTo>
                    <a:lnTo>
                      <a:pt x="0" y="20"/>
                    </a:lnTo>
                    <a:lnTo>
                      <a:pt x="32" y="0"/>
                    </a:lnTo>
                    <a:lnTo>
                      <a:pt x="35" y="4"/>
                    </a:lnTo>
                    <a:lnTo>
                      <a:pt x="5" y="2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1376;p46">
                <a:extLst>
                  <a:ext uri="{FF2B5EF4-FFF2-40B4-BE49-F238E27FC236}">
                    <a16:creationId xmlns:a16="http://schemas.microsoft.com/office/drawing/2014/main" id="{9CB8F72A-9AFE-F109-FAB0-CA6C03A0F18E}"/>
                  </a:ext>
                </a:extLst>
              </p:cNvPr>
              <p:cNvSpPr/>
              <p:nvPr/>
            </p:nvSpPr>
            <p:spPr>
              <a:xfrm flipH="1">
                <a:off x="5749192" y="3588825"/>
                <a:ext cx="205194" cy="168415"/>
              </a:xfrm>
              <a:custGeom>
                <a:avLst/>
                <a:gdLst/>
                <a:ahLst/>
                <a:cxnLst/>
                <a:rect l="l" t="t" r="r" b="b"/>
                <a:pathLst>
                  <a:path w="268" h="220" extrusionOk="0">
                    <a:moveTo>
                      <a:pt x="245" y="7"/>
                    </a:moveTo>
                    <a:lnTo>
                      <a:pt x="268" y="160"/>
                    </a:lnTo>
                    <a:lnTo>
                      <a:pt x="0" y="220"/>
                    </a:lnTo>
                    <a:lnTo>
                      <a:pt x="144" y="84"/>
                    </a:lnTo>
                    <a:lnTo>
                      <a:pt x="134" y="0"/>
                    </a:lnTo>
                    <a:lnTo>
                      <a:pt x="245" y="7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1377;p46">
                <a:extLst>
                  <a:ext uri="{FF2B5EF4-FFF2-40B4-BE49-F238E27FC236}">
                    <a16:creationId xmlns:a16="http://schemas.microsoft.com/office/drawing/2014/main" id="{03EC219F-E730-B5CD-4013-8CFC27DD5344}"/>
                  </a:ext>
                </a:extLst>
              </p:cNvPr>
              <p:cNvSpPr/>
              <p:nvPr/>
            </p:nvSpPr>
            <p:spPr>
              <a:xfrm flipH="1">
                <a:off x="5738472" y="3645474"/>
                <a:ext cx="236587" cy="117125"/>
              </a:xfrm>
              <a:custGeom>
                <a:avLst/>
                <a:gdLst/>
                <a:ahLst/>
                <a:cxnLst/>
                <a:rect l="l" t="t" r="r" b="b"/>
                <a:pathLst>
                  <a:path w="309" h="153" extrusionOk="0">
                    <a:moveTo>
                      <a:pt x="159" y="0"/>
                    </a:moveTo>
                    <a:lnTo>
                      <a:pt x="0" y="153"/>
                    </a:lnTo>
                    <a:lnTo>
                      <a:pt x="309" y="151"/>
                    </a:lnTo>
                    <a:lnTo>
                      <a:pt x="286" y="7"/>
                    </a:lnTo>
                    <a:lnTo>
                      <a:pt x="238" y="72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1378;p46">
                <a:extLst>
                  <a:ext uri="{FF2B5EF4-FFF2-40B4-BE49-F238E27FC236}">
                    <a16:creationId xmlns:a16="http://schemas.microsoft.com/office/drawing/2014/main" id="{B2F80C91-F831-71EC-7F7C-2C18F480B640}"/>
                  </a:ext>
                </a:extLst>
              </p:cNvPr>
              <p:cNvSpPr/>
              <p:nvPr/>
            </p:nvSpPr>
            <p:spPr>
              <a:xfrm flipH="1">
                <a:off x="5851789" y="3660019"/>
                <a:ext cx="26032" cy="17607"/>
              </a:xfrm>
              <a:custGeom>
                <a:avLst/>
                <a:gdLst/>
                <a:ahLst/>
                <a:cxnLst/>
                <a:rect l="l" t="t" r="r" b="b"/>
                <a:pathLst>
                  <a:path w="34" h="23" extrusionOk="0">
                    <a:moveTo>
                      <a:pt x="32" y="23"/>
                    </a:moveTo>
                    <a:lnTo>
                      <a:pt x="0" y="4"/>
                    </a:lnTo>
                    <a:lnTo>
                      <a:pt x="2" y="0"/>
                    </a:lnTo>
                    <a:lnTo>
                      <a:pt x="34" y="18"/>
                    </a:lnTo>
                    <a:lnTo>
                      <a:pt x="32" y="2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1379;p46">
                <a:extLst>
                  <a:ext uri="{FF2B5EF4-FFF2-40B4-BE49-F238E27FC236}">
                    <a16:creationId xmlns:a16="http://schemas.microsoft.com/office/drawing/2014/main" id="{A29E9C3A-2C45-072E-4100-8EEAA8BC9950}"/>
                  </a:ext>
                </a:extLst>
              </p:cNvPr>
              <p:cNvSpPr/>
              <p:nvPr/>
            </p:nvSpPr>
            <p:spPr>
              <a:xfrm flipH="1">
                <a:off x="5872461" y="3670737"/>
                <a:ext cx="26798" cy="17607"/>
              </a:xfrm>
              <a:custGeom>
                <a:avLst/>
                <a:gdLst/>
                <a:ahLst/>
                <a:cxnLst/>
                <a:rect l="l" t="t" r="r" b="b"/>
                <a:pathLst>
                  <a:path w="35" h="23" extrusionOk="0">
                    <a:moveTo>
                      <a:pt x="32" y="23"/>
                    </a:moveTo>
                    <a:lnTo>
                      <a:pt x="0" y="4"/>
                    </a:lnTo>
                    <a:lnTo>
                      <a:pt x="2" y="0"/>
                    </a:lnTo>
                    <a:lnTo>
                      <a:pt x="35" y="18"/>
                    </a:lnTo>
                    <a:lnTo>
                      <a:pt x="32" y="2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1380;p46">
                <a:extLst>
                  <a:ext uri="{FF2B5EF4-FFF2-40B4-BE49-F238E27FC236}">
                    <a16:creationId xmlns:a16="http://schemas.microsoft.com/office/drawing/2014/main" id="{BB3CEB69-135C-D6D5-7F3B-44A10DD33B06}"/>
                  </a:ext>
                </a:extLst>
              </p:cNvPr>
              <p:cNvSpPr/>
              <p:nvPr/>
            </p:nvSpPr>
            <p:spPr>
              <a:xfrm rot="-633488" flipH="1">
                <a:off x="5673471" y="1766217"/>
                <a:ext cx="128195" cy="253687"/>
              </a:xfrm>
              <a:custGeom>
                <a:avLst/>
                <a:gdLst/>
                <a:ahLst/>
                <a:cxnLst/>
                <a:rect l="l" t="t" r="r" b="b"/>
                <a:pathLst>
                  <a:path w="145" h="287" extrusionOk="0">
                    <a:moveTo>
                      <a:pt x="145" y="0"/>
                    </a:moveTo>
                    <a:cubicBezTo>
                      <a:pt x="144" y="45"/>
                      <a:pt x="144" y="45"/>
                      <a:pt x="144" y="45"/>
                    </a:cubicBezTo>
                    <a:cubicBezTo>
                      <a:pt x="144" y="46"/>
                      <a:pt x="144" y="46"/>
                      <a:pt x="144" y="46"/>
                    </a:cubicBezTo>
                    <a:cubicBezTo>
                      <a:pt x="142" y="140"/>
                      <a:pt x="142" y="140"/>
                      <a:pt x="142" y="140"/>
                    </a:cubicBezTo>
                    <a:cubicBezTo>
                      <a:pt x="138" y="156"/>
                      <a:pt x="90" y="287"/>
                      <a:pt x="37" y="284"/>
                    </a:cubicBezTo>
                    <a:cubicBezTo>
                      <a:pt x="5" y="283"/>
                      <a:pt x="0" y="232"/>
                      <a:pt x="2" y="194"/>
                    </a:cubicBezTo>
                    <a:cubicBezTo>
                      <a:pt x="2" y="187"/>
                      <a:pt x="2" y="180"/>
                      <a:pt x="3" y="174"/>
                    </a:cubicBezTo>
                    <a:cubicBezTo>
                      <a:pt x="4" y="161"/>
                      <a:pt x="5" y="152"/>
                      <a:pt x="5" y="152"/>
                    </a:cubicBezTo>
                    <a:cubicBezTo>
                      <a:pt x="6" y="148"/>
                      <a:pt x="6" y="148"/>
                      <a:pt x="6" y="148"/>
                    </a:cubicBezTo>
                    <a:cubicBezTo>
                      <a:pt x="19" y="95"/>
                      <a:pt x="19" y="95"/>
                      <a:pt x="19" y="95"/>
                    </a:cubicBezTo>
                    <a:cubicBezTo>
                      <a:pt x="20" y="93"/>
                      <a:pt x="21" y="90"/>
                      <a:pt x="22" y="87"/>
                    </a:cubicBezTo>
                    <a:cubicBezTo>
                      <a:pt x="29" y="75"/>
                      <a:pt x="39" y="64"/>
                      <a:pt x="51" y="54"/>
                    </a:cubicBezTo>
                    <a:cubicBezTo>
                      <a:pt x="89" y="24"/>
                      <a:pt x="145" y="0"/>
                      <a:pt x="145" y="0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1381;p46">
                <a:extLst>
                  <a:ext uri="{FF2B5EF4-FFF2-40B4-BE49-F238E27FC236}">
                    <a16:creationId xmlns:a16="http://schemas.microsoft.com/office/drawing/2014/main" id="{83D178A0-798A-E74C-B78B-A0450D078925}"/>
                  </a:ext>
                </a:extLst>
              </p:cNvPr>
              <p:cNvSpPr/>
              <p:nvPr/>
            </p:nvSpPr>
            <p:spPr>
              <a:xfrm>
                <a:off x="5738480" y="1670962"/>
                <a:ext cx="0" cy="172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FFBF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1382;p46">
                <a:extLst>
                  <a:ext uri="{FF2B5EF4-FFF2-40B4-BE49-F238E27FC236}">
                    <a16:creationId xmlns:a16="http://schemas.microsoft.com/office/drawing/2014/main" id="{F0E96067-4FDB-7E95-A614-E9FAAB524F98}"/>
                  </a:ext>
                </a:extLst>
              </p:cNvPr>
              <p:cNvSpPr/>
              <p:nvPr/>
            </p:nvSpPr>
            <p:spPr>
              <a:xfrm rot="-633489" flipH="1">
                <a:off x="5671050" y="1807722"/>
                <a:ext cx="125496" cy="130217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48" extrusionOk="0">
                    <a:moveTo>
                      <a:pt x="142" y="0"/>
                    </a:moveTo>
                    <a:cubicBezTo>
                      <a:pt x="119" y="40"/>
                      <a:pt x="59" y="105"/>
                      <a:pt x="10" y="108"/>
                    </a:cubicBezTo>
                    <a:cubicBezTo>
                      <a:pt x="9" y="108"/>
                      <a:pt x="8" y="108"/>
                      <a:pt x="7" y="108"/>
                    </a:cubicBezTo>
                    <a:cubicBezTo>
                      <a:pt x="6" y="108"/>
                      <a:pt x="5" y="108"/>
                      <a:pt x="3" y="108"/>
                    </a:cubicBezTo>
                    <a:cubicBezTo>
                      <a:pt x="3" y="111"/>
                      <a:pt x="2" y="118"/>
                      <a:pt x="1" y="128"/>
                    </a:cubicBezTo>
                    <a:cubicBezTo>
                      <a:pt x="0" y="134"/>
                      <a:pt x="0" y="141"/>
                      <a:pt x="0" y="148"/>
                    </a:cubicBezTo>
                    <a:cubicBezTo>
                      <a:pt x="103" y="112"/>
                      <a:pt x="138" y="12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1383;p46">
                <a:extLst>
                  <a:ext uri="{FF2B5EF4-FFF2-40B4-BE49-F238E27FC236}">
                    <a16:creationId xmlns:a16="http://schemas.microsoft.com/office/drawing/2014/main" id="{89133B83-1F9B-41E6-C1B2-BA10BE43C910}"/>
                  </a:ext>
                </a:extLst>
              </p:cNvPr>
              <p:cNvSpPr/>
              <p:nvPr/>
            </p:nvSpPr>
            <p:spPr>
              <a:xfrm rot="-633481" flipH="1">
                <a:off x="5635960" y="1614358"/>
                <a:ext cx="237497" cy="284723"/>
              </a:xfrm>
              <a:custGeom>
                <a:avLst/>
                <a:gdLst/>
                <a:ahLst/>
                <a:cxnLst/>
                <a:rect l="l" t="t" r="r" b="b"/>
                <a:pathLst>
                  <a:path w="269" h="322" extrusionOk="0">
                    <a:moveTo>
                      <a:pt x="257" y="204"/>
                    </a:moveTo>
                    <a:cubicBezTo>
                      <a:pt x="238" y="243"/>
                      <a:pt x="173" y="317"/>
                      <a:pt x="121" y="320"/>
                    </a:cubicBezTo>
                    <a:cubicBezTo>
                      <a:pt x="98" y="322"/>
                      <a:pt x="48" y="292"/>
                      <a:pt x="21" y="259"/>
                    </a:cubicBezTo>
                    <a:cubicBezTo>
                      <a:pt x="15" y="251"/>
                      <a:pt x="10" y="236"/>
                      <a:pt x="8" y="218"/>
                    </a:cubicBezTo>
                    <a:cubicBezTo>
                      <a:pt x="7" y="213"/>
                      <a:pt x="6" y="208"/>
                      <a:pt x="5" y="203"/>
                    </a:cubicBezTo>
                    <a:cubicBezTo>
                      <a:pt x="0" y="151"/>
                      <a:pt x="4" y="86"/>
                      <a:pt x="5" y="75"/>
                    </a:cubicBezTo>
                    <a:cubicBezTo>
                      <a:pt x="11" y="46"/>
                      <a:pt x="55" y="22"/>
                      <a:pt x="104" y="15"/>
                    </a:cubicBezTo>
                    <a:cubicBezTo>
                      <a:pt x="202" y="0"/>
                      <a:pt x="223" y="46"/>
                      <a:pt x="223" y="46"/>
                    </a:cubicBezTo>
                    <a:cubicBezTo>
                      <a:pt x="228" y="57"/>
                      <a:pt x="234" y="59"/>
                      <a:pt x="245" y="87"/>
                    </a:cubicBezTo>
                    <a:cubicBezTo>
                      <a:pt x="264" y="133"/>
                      <a:pt x="269" y="180"/>
                      <a:pt x="257" y="20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1384;p46">
                <a:extLst>
                  <a:ext uri="{FF2B5EF4-FFF2-40B4-BE49-F238E27FC236}">
                    <a16:creationId xmlns:a16="http://schemas.microsoft.com/office/drawing/2014/main" id="{DC093138-E0EE-1E57-86EC-4869A4A42E3B}"/>
                  </a:ext>
                </a:extLst>
              </p:cNvPr>
              <p:cNvSpPr/>
              <p:nvPr/>
            </p:nvSpPr>
            <p:spPr>
              <a:xfrm rot="-633479" flipH="1">
                <a:off x="5700559" y="1773589"/>
                <a:ext cx="39808" cy="22265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1385;p46">
                <a:extLst>
                  <a:ext uri="{FF2B5EF4-FFF2-40B4-BE49-F238E27FC236}">
                    <a16:creationId xmlns:a16="http://schemas.microsoft.com/office/drawing/2014/main" id="{D7BD1217-94F1-5EC9-9158-E01EAD898E31}"/>
                  </a:ext>
                </a:extLst>
              </p:cNvPr>
              <p:cNvSpPr/>
              <p:nvPr/>
            </p:nvSpPr>
            <p:spPr>
              <a:xfrm rot="-633483" flipH="1">
                <a:off x="5851296" y="1772282"/>
                <a:ext cx="24290" cy="16193"/>
              </a:xfrm>
              <a:custGeom>
                <a:avLst/>
                <a:gdLst/>
                <a:ahLst/>
                <a:cxnLst/>
                <a:rect l="l" t="t" r="r" b="b"/>
                <a:pathLst>
                  <a:path w="27" h="18" extrusionOk="0">
                    <a:moveTo>
                      <a:pt x="8" y="0"/>
                    </a:moveTo>
                    <a:cubicBezTo>
                      <a:pt x="5" y="0"/>
                      <a:pt x="3" y="1"/>
                      <a:pt x="0" y="2"/>
                    </a:cubicBezTo>
                    <a:cubicBezTo>
                      <a:pt x="1" y="7"/>
                      <a:pt x="2" y="12"/>
                      <a:pt x="3" y="17"/>
                    </a:cubicBezTo>
                    <a:cubicBezTo>
                      <a:pt x="4" y="18"/>
                      <a:pt x="6" y="18"/>
                      <a:pt x="8" y="18"/>
                    </a:cubicBezTo>
                    <a:cubicBezTo>
                      <a:pt x="8" y="18"/>
                      <a:pt x="9" y="18"/>
                      <a:pt x="9" y="18"/>
                    </a:cubicBezTo>
                    <a:cubicBezTo>
                      <a:pt x="19" y="18"/>
                      <a:pt x="27" y="10"/>
                      <a:pt x="27" y="10"/>
                    </a:cubicBezTo>
                    <a:cubicBezTo>
                      <a:pt x="27" y="10"/>
                      <a:pt x="20" y="1"/>
                      <a:pt x="9" y="0"/>
                    </a:cubicBezTo>
                    <a:cubicBezTo>
                      <a:pt x="9" y="0"/>
                      <a:pt x="8" y="0"/>
                      <a:pt x="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1386;p46">
                <a:extLst>
                  <a:ext uri="{FF2B5EF4-FFF2-40B4-BE49-F238E27FC236}">
                    <a16:creationId xmlns:a16="http://schemas.microsoft.com/office/drawing/2014/main" id="{5DDAA9E5-2DD5-756C-63FB-0955B9A7726B}"/>
                  </a:ext>
                </a:extLst>
              </p:cNvPr>
              <p:cNvSpPr/>
              <p:nvPr/>
            </p:nvSpPr>
            <p:spPr>
              <a:xfrm rot="-633483" flipH="1">
                <a:off x="5827115" y="1742475"/>
                <a:ext cx="18892" cy="37783"/>
              </a:xfrm>
              <a:custGeom>
                <a:avLst/>
                <a:gdLst/>
                <a:ahLst/>
                <a:cxnLst/>
                <a:rect l="l" t="t" r="r" b="b"/>
                <a:pathLst>
                  <a:path w="21" h="43" extrusionOk="0">
                    <a:moveTo>
                      <a:pt x="19" y="20"/>
                    </a:moveTo>
                    <a:cubicBezTo>
                      <a:pt x="21" y="31"/>
                      <a:pt x="18" y="41"/>
                      <a:pt x="14" y="42"/>
                    </a:cubicBezTo>
                    <a:cubicBezTo>
                      <a:pt x="9" y="43"/>
                      <a:pt x="4" y="34"/>
                      <a:pt x="2" y="23"/>
                    </a:cubicBezTo>
                    <a:cubicBezTo>
                      <a:pt x="0" y="12"/>
                      <a:pt x="2" y="2"/>
                      <a:pt x="7" y="1"/>
                    </a:cubicBezTo>
                    <a:cubicBezTo>
                      <a:pt x="11" y="0"/>
                      <a:pt x="17" y="9"/>
                      <a:pt x="19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1387;p46">
                <a:extLst>
                  <a:ext uri="{FF2B5EF4-FFF2-40B4-BE49-F238E27FC236}">
                    <a16:creationId xmlns:a16="http://schemas.microsoft.com/office/drawing/2014/main" id="{047C6C6D-0008-9CB5-E76E-5378ADCE2949}"/>
                  </a:ext>
                </a:extLst>
              </p:cNvPr>
              <p:cNvSpPr/>
              <p:nvPr/>
            </p:nvSpPr>
            <p:spPr>
              <a:xfrm rot="-633483" flipH="1">
                <a:off x="5761344" y="1743130"/>
                <a:ext cx="18217" cy="37783"/>
              </a:xfrm>
              <a:custGeom>
                <a:avLst/>
                <a:gdLst/>
                <a:ahLst/>
                <a:cxnLst/>
                <a:rect l="l" t="t" r="r" b="b"/>
                <a:pathLst>
                  <a:path w="20" h="43" extrusionOk="0">
                    <a:moveTo>
                      <a:pt x="18" y="20"/>
                    </a:moveTo>
                    <a:cubicBezTo>
                      <a:pt x="20" y="31"/>
                      <a:pt x="18" y="41"/>
                      <a:pt x="13" y="42"/>
                    </a:cubicBezTo>
                    <a:cubicBezTo>
                      <a:pt x="9" y="43"/>
                      <a:pt x="3" y="34"/>
                      <a:pt x="2" y="23"/>
                    </a:cubicBezTo>
                    <a:cubicBezTo>
                      <a:pt x="0" y="12"/>
                      <a:pt x="2" y="2"/>
                      <a:pt x="6" y="1"/>
                    </a:cubicBezTo>
                    <a:cubicBezTo>
                      <a:pt x="11" y="0"/>
                      <a:pt x="16" y="9"/>
                      <a:pt x="18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1388;p46">
                <a:extLst>
                  <a:ext uri="{FF2B5EF4-FFF2-40B4-BE49-F238E27FC236}">
                    <a16:creationId xmlns:a16="http://schemas.microsoft.com/office/drawing/2014/main" id="{48FA3305-0CF5-558F-C19B-F9DAECB67E7B}"/>
                  </a:ext>
                </a:extLst>
              </p:cNvPr>
              <p:cNvSpPr/>
              <p:nvPr/>
            </p:nvSpPr>
            <p:spPr>
              <a:xfrm rot="-633481" flipH="1">
                <a:off x="5716394" y="1692684"/>
                <a:ext cx="62073" cy="57349"/>
              </a:xfrm>
              <a:custGeom>
                <a:avLst/>
                <a:gdLst/>
                <a:ahLst/>
                <a:cxnLst/>
                <a:rect l="l" t="t" r="r" b="b"/>
                <a:pathLst>
                  <a:path w="70" h="65" extrusionOk="0">
                    <a:moveTo>
                      <a:pt x="0" y="51"/>
                    </a:moveTo>
                    <a:cubicBezTo>
                      <a:pt x="0" y="51"/>
                      <a:pt x="36" y="30"/>
                      <a:pt x="70" y="65"/>
                    </a:cubicBezTo>
                    <a:cubicBezTo>
                      <a:pt x="70" y="65"/>
                      <a:pt x="32" y="0"/>
                      <a:pt x="0" y="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1389;p46">
                <a:extLst>
                  <a:ext uri="{FF2B5EF4-FFF2-40B4-BE49-F238E27FC236}">
                    <a16:creationId xmlns:a16="http://schemas.microsoft.com/office/drawing/2014/main" id="{81212920-DC06-4270-C3D4-733E916062FE}"/>
                  </a:ext>
                </a:extLst>
              </p:cNvPr>
              <p:cNvSpPr/>
              <p:nvPr/>
            </p:nvSpPr>
            <p:spPr>
              <a:xfrm rot="-633480" flipH="1">
                <a:off x="5819509" y="1698490"/>
                <a:ext cx="43181" cy="49253"/>
              </a:xfrm>
              <a:custGeom>
                <a:avLst/>
                <a:gdLst/>
                <a:ahLst/>
                <a:cxnLst/>
                <a:rect l="l" t="t" r="r" b="b"/>
                <a:pathLst>
                  <a:path w="49" h="56" extrusionOk="0">
                    <a:moveTo>
                      <a:pt x="49" y="30"/>
                    </a:moveTo>
                    <a:cubicBezTo>
                      <a:pt x="49" y="30"/>
                      <a:pt x="16" y="24"/>
                      <a:pt x="0" y="56"/>
                    </a:cubicBezTo>
                    <a:cubicBezTo>
                      <a:pt x="0" y="56"/>
                      <a:pt x="14" y="0"/>
                      <a:pt x="49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1390;p46">
                <a:extLst>
                  <a:ext uri="{FF2B5EF4-FFF2-40B4-BE49-F238E27FC236}">
                    <a16:creationId xmlns:a16="http://schemas.microsoft.com/office/drawing/2014/main" id="{EE2D83C4-3762-1087-AD37-B85738F5E4F9}"/>
                  </a:ext>
                </a:extLst>
              </p:cNvPr>
              <p:cNvSpPr/>
              <p:nvPr/>
            </p:nvSpPr>
            <p:spPr>
              <a:xfrm rot="-633491" flipH="1">
                <a:off x="5600603" y="1703363"/>
                <a:ext cx="85216" cy="148277"/>
              </a:xfrm>
              <a:custGeom>
                <a:avLst/>
                <a:gdLst/>
                <a:ahLst/>
                <a:cxnLst/>
                <a:rect l="l" t="t" r="r" b="b"/>
                <a:pathLst>
                  <a:path w="76" h="133" extrusionOk="0">
                    <a:moveTo>
                      <a:pt x="0" y="50"/>
                    </a:moveTo>
                    <a:cubicBezTo>
                      <a:pt x="0" y="50"/>
                      <a:pt x="7" y="8"/>
                      <a:pt x="32" y="4"/>
                    </a:cubicBezTo>
                    <a:cubicBezTo>
                      <a:pt x="58" y="0"/>
                      <a:pt x="76" y="133"/>
                      <a:pt x="6" y="92"/>
                    </a:cubicBez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1391;p46">
                <a:extLst>
                  <a:ext uri="{FF2B5EF4-FFF2-40B4-BE49-F238E27FC236}">
                    <a16:creationId xmlns:a16="http://schemas.microsoft.com/office/drawing/2014/main" id="{E1CF7B8B-AD8D-33FE-0CB8-7CC69F7E4858}"/>
                  </a:ext>
                </a:extLst>
              </p:cNvPr>
              <p:cNvSpPr/>
              <p:nvPr/>
            </p:nvSpPr>
            <p:spPr>
              <a:xfrm rot="-633480" flipH="1">
                <a:off x="5591390" y="1546767"/>
                <a:ext cx="311041" cy="236819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284" y="209"/>
                    </a:moveTo>
                    <a:cubicBezTo>
                      <a:pt x="284" y="209"/>
                      <a:pt x="240" y="202"/>
                      <a:pt x="234" y="166"/>
                    </a:cubicBezTo>
                    <a:cubicBezTo>
                      <a:pt x="219" y="176"/>
                      <a:pt x="149" y="190"/>
                      <a:pt x="103" y="173"/>
                    </a:cubicBezTo>
                    <a:cubicBezTo>
                      <a:pt x="113" y="185"/>
                      <a:pt x="145" y="206"/>
                      <a:pt x="145" y="206"/>
                    </a:cubicBezTo>
                    <a:cubicBezTo>
                      <a:pt x="18" y="221"/>
                      <a:pt x="0" y="135"/>
                      <a:pt x="0" y="135"/>
                    </a:cubicBezTo>
                    <a:cubicBezTo>
                      <a:pt x="0" y="135"/>
                      <a:pt x="77" y="30"/>
                      <a:pt x="170" y="18"/>
                    </a:cubicBezTo>
                    <a:cubicBezTo>
                      <a:pt x="276" y="0"/>
                      <a:pt x="276" y="51"/>
                      <a:pt x="276" y="51"/>
                    </a:cubicBezTo>
                    <a:cubicBezTo>
                      <a:pt x="276" y="51"/>
                      <a:pt x="301" y="49"/>
                      <a:pt x="326" y="68"/>
                    </a:cubicBezTo>
                    <a:cubicBezTo>
                      <a:pt x="352" y="88"/>
                      <a:pt x="323" y="169"/>
                      <a:pt x="323" y="169"/>
                    </a:cubicBezTo>
                    <a:cubicBezTo>
                      <a:pt x="323" y="169"/>
                      <a:pt x="302" y="186"/>
                      <a:pt x="302" y="206"/>
                    </a:cubicBezTo>
                    <a:cubicBezTo>
                      <a:pt x="301" y="268"/>
                      <a:pt x="301" y="268"/>
                      <a:pt x="301" y="268"/>
                    </a:cubicBezTo>
                    <a:cubicBezTo>
                      <a:pt x="301" y="268"/>
                      <a:pt x="281" y="231"/>
                      <a:pt x="284" y="2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1392;p46">
                <a:extLst>
                  <a:ext uri="{FF2B5EF4-FFF2-40B4-BE49-F238E27FC236}">
                    <a16:creationId xmlns:a16="http://schemas.microsoft.com/office/drawing/2014/main" id="{B06FDDC6-4A35-FE1C-845C-C875A7762795}"/>
                  </a:ext>
                </a:extLst>
              </p:cNvPr>
              <p:cNvSpPr/>
              <p:nvPr/>
            </p:nvSpPr>
            <p:spPr>
              <a:xfrm flipH="1">
                <a:off x="6014420" y="2256924"/>
                <a:ext cx="358774" cy="165973"/>
              </a:xfrm>
              <a:custGeom>
                <a:avLst/>
                <a:gdLst/>
                <a:ahLst/>
                <a:cxnLst/>
                <a:rect l="l" t="t" r="r" b="b"/>
                <a:pathLst>
                  <a:path w="350879" h="162321" extrusionOk="0">
                    <a:moveTo>
                      <a:pt x="350880" y="72485"/>
                    </a:moveTo>
                    <a:cubicBezTo>
                      <a:pt x="320971" y="49244"/>
                      <a:pt x="291634" y="25146"/>
                      <a:pt x="263154" y="0"/>
                    </a:cubicBezTo>
                    <a:lnTo>
                      <a:pt x="154188" y="57912"/>
                    </a:lnTo>
                    <a:lnTo>
                      <a:pt x="146283" y="61531"/>
                    </a:lnTo>
                    <a:cubicBezTo>
                      <a:pt x="145616" y="62103"/>
                      <a:pt x="144854" y="62674"/>
                      <a:pt x="144187" y="63246"/>
                    </a:cubicBezTo>
                    <a:lnTo>
                      <a:pt x="133519" y="68866"/>
                    </a:lnTo>
                    <a:cubicBezTo>
                      <a:pt x="132567" y="69247"/>
                      <a:pt x="131805" y="69818"/>
                      <a:pt x="131043" y="70485"/>
                    </a:cubicBezTo>
                    <a:cubicBezTo>
                      <a:pt x="118184" y="73628"/>
                      <a:pt x="49604" y="90869"/>
                      <a:pt x="39412" y="98298"/>
                    </a:cubicBezTo>
                    <a:cubicBezTo>
                      <a:pt x="22077" y="102203"/>
                      <a:pt x="1788" y="107251"/>
                      <a:pt x="74" y="111442"/>
                    </a:cubicBezTo>
                    <a:cubicBezTo>
                      <a:pt x="-2212" y="117157"/>
                      <a:pt x="49223" y="113824"/>
                      <a:pt x="62558" y="114300"/>
                    </a:cubicBezTo>
                    <a:lnTo>
                      <a:pt x="65034" y="115633"/>
                    </a:lnTo>
                    <a:cubicBezTo>
                      <a:pt x="60939" y="118777"/>
                      <a:pt x="37317" y="126873"/>
                      <a:pt x="37317" y="126873"/>
                    </a:cubicBezTo>
                    <a:cubicBezTo>
                      <a:pt x="36174" y="127349"/>
                      <a:pt x="3503" y="140779"/>
                      <a:pt x="8646" y="145066"/>
                    </a:cubicBezTo>
                    <a:cubicBezTo>
                      <a:pt x="13790" y="149447"/>
                      <a:pt x="87323" y="125063"/>
                      <a:pt x="71892" y="130302"/>
                    </a:cubicBezTo>
                    <a:cubicBezTo>
                      <a:pt x="70845" y="130683"/>
                      <a:pt x="9408" y="148209"/>
                      <a:pt x="15123" y="155829"/>
                    </a:cubicBezTo>
                    <a:cubicBezTo>
                      <a:pt x="18933" y="160877"/>
                      <a:pt x="73702" y="144113"/>
                      <a:pt x="76274" y="144685"/>
                    </a:cubicBezTo>
                    <a:cubicBezTo>
                      <a:pt x="78846" y="145256"/>
                      <a:pt x="29697" y="154972"/>
                      <a:pt x="34173" y="161449"/>
                    </a:cubicBezTo>
                    <a:cubicBezTo>
                      <a:pt x="36174" y="164211"/>
                      <a:pt x="60748" y="159734"/>
                      <a:pt x="68749" y="157448"/>
                    </a:cubicBezTo>
                    <a:cubicBezTo>
                      <a:pt x="75702" y="155448"/>
                      <a:pt x="98277" y="149542"/>
                      <a:pt x="133233" y="138113"/>
                    </a:cubicBezTo>
                    <a:cubicBezTo>
                      <a:pt x="172476" y="129254"/>
                      <a:pt x="266774" y="106013"/>
                      <a:pt x="350880" y="72485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1393;p46">
                <a:extLst>
                  <a:ext uri="{FF2B5EF4-FFF2-40B4-BE49-F238E27FC236}">
                    <a16:creationId xmlns:a16="http://schemas.microsoft.com/office/drawing/2014/main" id="{B7F0253B-A97F-80D4-D252-513927151861}"/>
                  </a:ext>
                </a:extLst>
              </p:cNvPr>
              <p:cNvSpPr/>
              <p:nvPr/>
            </p:nvSpPr>
            <p:spPr>
              <a:xfrm flipH="1">
                <a:off x="5807241" y="1918418"/>
                <a:ext cx="314098" cy="447837"/>
              </a:xfrm>
              <a:custGeom>
                <a:avLst/>
                <a:gdLst/>
                <a:ahLst/>
                <a:cxnLst/>
                <a:rect l="l" t="t" r="r" b="b"/>
                <a:pathLst>
                  <a:path w="307186" h="437982" extrusionOk="0">
                    <a:moveTo>
                      <a:pt x="206026" y="37552"/>
                    </a:moveTo>
                    <a:cubicBezTo>
                      <a:pt x="183070" y="84415"/>
                      <a:pt x="98965" y="280725"/>
                      <a:pt x="98965" y="280725"/>
                    </a:cubicBezTo>
                    <a:lnTo>
                      <a:pt x="0" y="336066"/>
                    </a:lnTo>
                    <a:lnTo>
                      <a:pt x="65532" y="437983"/>
                    </a:lnTo>
                    <a:cubicBezTo>
                      <a:pt x="65532" y="437983"/>
                      <a:pt x="158687" y="416171"/>
                      <a:pt x="205264" y="373880"/>
                    </a:cubicBezTo>
                    <a:cubicBezTo>
                      <a:pt x="250222" y="333208"/>
                      <a:pt x="307848" y="64984"/>
                      <a:pt x="307181" y="976"/>
                    </a:cubicBezTo>
                    <a:cubicBezTo>
                      <a:pt x="307181" y="976"/>
                      <a:pt x="228981" y="-9406"/>
                      <a:pt x="206026" y="3755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1394;p46">
                <a:extLst>
                  <a:ext uri="{FF2B5EF4-FFF2-40B4-BE49-F238E27FC236}">
                    <a16:creationId xmlns:a16="http://schemas.microsoft.com/office/drawing/2014/main" id="{614A94F6-6AB0-EBEB-D9FB-D399BF9E4A2B}"/>
                  </a:ext>
                </a:extLst>
              </p:cNvPr>
              <p:cNvSpPr/>
              <p:nvPr/>
            </p:nvSpPr>
            <p:spPr>
              <a:xfrm flipH="1">
                <a:off x="5256844" y="2341951"/>
                <a:ext cx="706081" cy="1266029"/>
              </a:xfrm>
              <a:custGeom>
                <a:avLst/>
                <a:gdLst/>
                <a:ahLst/>
                <a:cxnLst/>
                <a:rect l="l" t="t" r="r" b="b"/>
                <a:pathLst>
                  <a:path w="690544" h="1529945" extrusionOk="0">
                    <a:moveTo>
                      <a:pt x="380506" y="10668"/>
                    </a:moveTo>
                    <a:cubicBezTo>
                      <a:pt x="423845" y="87344"/>
                      <a:pt x="446800" y="143542"/>
                      <a:pt x="471755" y="241078"/>
                    </a:cubicBezTo>
                    <a:cubicBezTo>
                      <a:pt x="500711" y="354139"/>
                      <a:pt x="676924" y="1310830"/>
                      <a:pt x="690545" y="1516475"/>
                    </a:cubicBezTo>
                    <a:cubicBezTo>
                      <a:pt x="654921" y="1525048"/>
                      <a:pt x="554909" y="1523810"/>
                      <a:pt x="532334" y="1522571"/>
                    </a:cubicBezTo>
                    <a:cubicBezTo>
                      <a:pt x="460706" y="1317307"/>
                      <a:pt x="303163" y="639128"/>
                      <a:pt x="272492" y="509778"/>
                    </a:cubicBezTo>
                    <a:cubicBezTo>
                      <a:pt x="267730" y="489871"/>
                      <a:pt x="237059" y="494252"/>
                      <a:pt x="239441" y="514540"/>
                    </a:cubicBezTo>
                    <a:cubicBezTo>
                      <a:pt x="256871" y="662273"/>
                      <a:pt x="168670" y="1295781"/>
                      <a:pt x="215438" y="1522952"/>
                    </a:cubicBezTo>
                    <a:cubicBezTo>
                      <a:pt x="196769" y="1532477"/>
                      <a:pt x="83802" y="1530382"/>
                      <a:pt x="62180" y="1527620"/>
                    </a:cubicBezTo>
                    <a:cubicBezTo>
                      <a:pt x="38749" y="1274254"/>
                      <a:pt x="-85933" y="315278"/>
                      <a:pt x="102185" y="4381"/>
                    </a:cubicBezTo>
                    <a:cubicBezTo>
                      <a:pt x="188291" y="-7430"/>
                      <a:pt x="293257" y="8096"/>
                      <a:pt x="380506" y="1066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1395;p46">
                <a:extLst>
                  <a:ext uri="{FF2B5EF4-FFF2-40B4-BE49-F238E27FC236}">
                    <a16:creationId xmlns:a16="http://schemas.microsoft.com/office/drawing/2014/main" id="{92714F7C-4FCE-E2B7-1E7B-17A4FAC947B6}"/>
                  </a:ext>
                </a:extLst>
              </p:cNvPr>
              <p:cNvSpPr/>
              <p:nvPr/>
            </p:nvSpPr>
            <p:spPr>
              <a:xfrm flipH="1">
                <a:off x="5468122" y="1896751"/>
                <a:ext cx="437178" cy="613196"/>
              </a:xfrm>
              <a:custGeom>
                <a:avLst/>
                <a:gdLst/>
                <a:ahLst/>
                <a:cxnLst/>
                <a:rect l="l" t="t" r="r" b="b"/>
                <a:pathLst>
                  <a:path w="427558" h="457609" extrusionOk="0">
                    <a:moveTo>
                      <a:pt x="83135" y="23717"/>
                    </a:moveTo>
                    <a:cubicBezTo>
                      <a:pt x="85611" y="29813"/>
                      <a:pt x="-2971" y="218599"/>
                      <a:pt x="77" y="278130"/>
                    </a:cubicBezTo>
                    <a:cubicBezTo>
                      <a:pt x="3125" y="338137"/>
                      <a:pt x="44082" y="439102"/>
                      <a:pt x="40844" y="448056"/>
                    </a:cubicBezTo>
                    <a:cubicBezTo>
                      <a:pt x="40844" y="448056"/>
                      <a:pt x="170765" y="476250"/>
                      <a:pt x="427559" y="435769"/>
                    </a:cubicBezTo>
                    <a:cubicBezTo>
                      <a:pt x="411176" y="289465"/>
                      <a:pt x="353740" y="140494"/>
                      <a:pt x="327261" y="66199"/>
                    </a:cubicBezTo>
                    <a:cubicBezTo>
                      <a:pt x="327261" y="66199"/>
                      <a:pt x="245250" y="1619"/>
                      <a:pt x="223533" y="0"/>
                    </a:cubicBezTo>
                    <a:cubicBezTo>
                      <a:pt x="223438" y="0"/>
                      <a:pt x="184386" y="53816"/>
                      <a:pt x="83135" y="2371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1396;p46">
                <a:extLst>
                  <a:ext uri="{FF2B5EF4-FFF2-40B4-BE49-F238E27FC236}">
                    <a16:creationId xmlns:a16="http://schemas.microsoft.com/office/drawing/2014/main" id="{6CE1C778-7E61-CB94-F907-4440CE75DE73}"/>
                  </a:ext>
                </a:extLst>
              </p:cNvPr>
              <p:cNvSpPr/>
              <p:nvPr/>
            </p:nvSpPr>
            <p:spPr>
              <a:xfrm flipH="1">
                <a:off x="5880077" y="2029496"/>
                <a:ext cx="379532" cy="276607"/>
              </a:xfrm>
              <a:custGeom>
                <a:avLst/>
                <a:gdLst/>
                <a:ahLst/>
                <a:cxnLst/>
                <a:rect l="l" t="t" r="r" b="b"/>
                <a:pathLst>
                  <a:path w="371180" h="270520" extrusionOk="0">
                    <a:moveTo>
                      <a:pt x="371180" y="270521"/>
                    </a:moveTo>
                    <a:lnTo>
                      <a:pt x="310030" y="68877"/>
                    </a:lnTo>
                    <a:cubicBezTo>
                      <a:pt x="304981" y="52208"/>
                      <a:pt x="291265" y="39730"/>
                      <a:pt x="274216" y="36111"/>
                    </a:cubicBezTo>
                    <a:lnTo>
                      <a:pt x="26470" y="487"/>
                    </a:lnTo>
                    <a:cubicBezTo>
                      <a:pt x="10183" y="-2942"/>
                      <a:pt x="-3819" y="12298"/>
                      <a:pt x="943" y="28300"/>
                    </a:cubicBezTo>
                    <a:lnTo>
                      <a:pt x="52664" y="201750"/>
                    </a:lnTo>
                    <a:cubicBezTo>
                      <a:pt x="54950" y="209371"/>
                      <a:pt x="61046" y="215086"/>
                      <a:pt x="68761" y="216895"/>
                    </a:cubicBezTo>
                    <a:lnTo>
                      <a:pt x="371180" y="27052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1397;p46">
                <a:extLst>
                  <a:ext uri="{FF2B5EF4-FFF2-40B4-BE49-F238E27FC236}">
                    <a16:creationId xmlns:a16="http://schemas.microsoft.com/office/drawing/2014/main" id="{13FAFA99-5DFC-07A9-B4A9-F2F41147C1A1}"/>
                  </a:ext>
                </a:extLst>
              </p:cNvPr>
              <p:cNvSpPr/>
              <p:nvPr/>
            </p:nvSpPr>
            <p:spPr>
              <a:xfrm flipH="1">
                <a:off x="5793761" y="2148459"/>
                <a:ext cx="242121" cy="229775"/>
              </a:xfrm>
              <a:custGeom>
                <a:avLst/>
                <a:gdLst/>
                <a:ahLst/>
                <a:cxnLst/>
                <a:rect l="l" t="t" r="r" b="b"/>
                <a:pathLst>
                  <a:path w="236793" h="224719" extrusionOk="0">
                    <a:moveTo>
                      <a:pt x="204980" y="224720"/>
                    </a:moveTo>
                    <a:cubicBezTo>
                      <a:pt x="99158" y="152235"/>
                      <a:pt x="39626" y="95371"/>
                      <a:pt x="28292" y="85369"/>
                    </a:cubicBezTo>
                    <a:cubicBezTo>
                      <a:pt x="21815" y="79654"/>
                      <a:pt x="4098" y="60319"/>
                      <a:pt x="5527" y="57080"/>
                    </a:cubicBezTo>
                    <a:cubicBezTo>
                      <a:pt x="8861" y="49650"/>
                      <a:pt x="44865" y="87750"/>
                      <a:pt x="44008" y="85179"/>
                    </a:cubicBezTo>
                    <a:cubicBezTo>
                      <a:pt x="43055" y="82702"/>
                      <a:pt x="-2379" y="43269"/>
                      <a:pt x="98" y="37268"/>
                    </a:cubicBezTo>
                    <a:cubicBezTo>
                      <a:pt x="3908" y="28124"/>
                      <a:pt x="53819" y="72891"/>
                      <a:pt x="54676" y="73654"/>
                    </a:cubicBezTo>
                    <a:cubicBezTo>
                      <a:pt x="67916" y="84512"/>
                      <a:pt x="5241" y="32696"/>
                      <a:pt x="6289" y="25743"/>
                    </a:cubicBezTo>
                    <a:cubicBezTo>
                      <a:pt x="7337" y="18885"/>
                      <a:pt x="37626" y="40506"/>
                      <a:pt x="38674" y="41269"/>
                    </a:cubicBezTo>
                    <a:cubicBezTo>
                      <a:pt x="38674" y="41269"/>
                      <a:pt x="63439" y="61366"/>
                      <a:pt x="65344" y="59842"/>
                    </a:cubicBezTo>
                    <a:cubicBezTo>
                      <a:pt x="67154" y="58318"/>
                      <a:pt x="24672" y="1168"/>
                      <a:pt x="32102" y="25"/>
                    </a:cubicBezTo>
                    <a:cubicBezTo>
                      <a:pt x="39531" y="-1118"/>
                      <a:pt x="74393" y="36982"/>
                      <a:pt x="82965" y="45079"/>
                    </a:cubicBezTo>
                    <a:cubicBezTo>
                      <a:pt x="91538" y="53175"/>
                      <a:pt x="106587" y="61080"/>
                      <a:pt x="111445" y="60319"/>
                    </a:cubicBezTo>
                    <a:cubicBezTo>
                      <a:pt x="115541" y="59652"/>
                      <a:pt x="118970" y="41745"/>
                      <a:pt x="114874" y="32601"/>
                    </a:cubicBezTo>
                    <a:cubicBezTo>
                      <a:pt x="114874" y="32601"/>
                      <a:pt x="135829" y="54604"/>
                      <a:pt x="142211" y="73082"/>
                    </a:cubicBezTo>
                    <a:cubicBezTo>
                      <a:pt x="145544" y="82797"/>
                      <a:pt x="147640" y="95180"/>
                      <a:pt x="147640" y="95180"/>
                    </a:cubicBezTo>
                    <a:lnTo>
                      <a:pt x="236794" y="154045"/>
                    </a:lnTo>
                    <a:lnTo>
                      <a:pt x="204980" y="22472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1398;p46">
                <a:extLst>
                  <a:ext uri="{FF2B5EF4-FFF2-40B4-BE49-F238E27FC236}">
                    <a16:creationId xmlns:a16="http://schemas.microsoft.com/office/drawing/2014/main" id="{B0EEF9CB-971A-0B2C-8188-F6EF7FE9351B}"/>
                  </a:ext>
                </a:extLst>
              </p:cNvPr>
              <p:cNvSpPr/>
              <p:nvPr/>
            </p:nvSpPr>
            <p:spPr>
              <a:xfrm flipH="1">
                <a:off x="5512087" y="1963933"/>
                <a:ext cx="419411" cy="509509"/>
              </a:xfrm>
              <a:custGeom>
                <a:avLst/>
                <a:gdLst/>
                <a:ahLst/>
                <a:cxnLst/>
                <a:rect l="l" t="t" r="r" b="b"/>
                <a:pathLst>
                  <a:path w="410182" h="498297" extrusionOk="0">
                    <a:moveTo>
                      <a:pt x="283369" y="73313"/>
                    </a:moveTo>
                    <a:cubicBezTo>
                      <a:pt x="283369" y="73313"/>
                      <a:pt x="306419" y="-21556"/>
                      <a:pt x="348996" y="4543"/>
                    </a:cubicBezTo>
                    <a:cubicBezTo>
                      <a:pt x="421100" y="48644"/>
                      <a:pt x="449866" y="263051"/>
                      <a:pt x="319564" y="482984"/>
                    </a:cubicBezTo>
                    <a:cubicBezTo>
                      <a:pt x="277273" y="554326"/>
                      <a:pt x="0" y="353253"/>
                      <a:pt x="0" y="353253"/>
                    </a:cubicBezTo>
                    <a:lnTo>
                      <a:pt x="65627" y="250288"/>
                    </a:lnTo>
                    <a:lnTo>
                      <a:pt x="215360" y="343252"/>
                    </a:lnTo>
                    <a:lnTo>
                      <a:pt x="283369" y="7331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" name="Google Shape;1399;p46">
              <a:extLst>
                <a:ext uri="{FF2B5EF4-FFF2-40B4-BE49-F238E27FC236}">
                  <a16:creationId xmlns:a16="http://schemas.microsoft.com/office/drawing/2014/main" id="{B6090973-C71C-E6E6-DAB1-0C7838AD2094}"/>
                </a:ext>
              </a:extLst>
            </p:cNvPr>
            <p:cNvGrpSpPr/>
            <p:nvPr/>
          </p:nvGrpSpPr>
          <p:grpSpPr>
            <a:xfrm>
              <a:off x="4977785" y="1035662"/>
              <a:ext cx="676370" cy="1142272"/>
              <a:chOff x="2757910" y="1240337"/>
              <a:chExt cx="676370" cy="1142272"/>
            </a:xfrm>
          </p:grpSpPr>
          <p:sp>
            <p:nvSpPr>
              <p:cNvPr id="29" name="Google Shape;1400;p46">
                <a:extLst>
                  <a:ext uri="{FF2B5EF4-FFF2-40B4-BE49-F238E27FC236}">
                    <a16:creationId xmlns:a16="http://schemas.microsoft.com/office/drawing/2014/main" id="{F59D9D9E-E510-6AD8-7E5A-024E6B5DF6E1}"/>
                  </a:ext>
                </a:extLst>
              </p:cNvPr>
              <p:cNvSpPr/>
              <p:nvPr/>
            </p:nvSpPr>
            <p:spPr>
              <a:xfrm>
                <a:off x="2757910" y="1240337"/>
                <a:ext cx="676370" cy="870576"/>
              </a:xfrm>
              <a:custGeom>
                <a:avLst/>
                <a:gdLst/>
                <a:ahLst/>
                <a:cxnLst/>
                <a:rect l="l" t="t" r="r" b="b"/>
                <a:pathLst>
                  <a:path w="774" h="996" extrusionOk="0">
                    <a:moveTo>
                      <a:pt x="774" y="387"/>
                    </a:moveTo>
                    <a:cubicBezTo>
                      <a:pt x="774" y="173"/>
                      <a:pt x="601" y="0"/>
                      <a:pt x="387" y="0"/>
                    </a:cubicBezTo>
                    <a:cubicBezTo>
                      <a:pt x="173" y="0"/>
                      <a:pt x="0" y="173"/>
                      <a:pt x="0" y="387"/>
                    </a:cubicBezTo>
                    <a:cubicBezTo>
                      <a:pt x="0" y="462"/>
                      <a:pt x="22" y="533"/>
                      <a:pt x="59" y="592"/>
                    </a:cubicBezTo>
                    <a:cubicBezTo>
                      <a:pt x="59" y="592"/>
                      <a:pt x="59" y="592"/>
                      <a:pt x="59" y="592"/>
                    </a:cubicBezTo>
                    <a:cubicBezTo>
                      <a:pt x="59" y="592"/>
                      <a:pt x="61" y="595"/>
                      <a:pt x="64" y="600"/>
                    </a:cubicBezTo>
                    <a:cubicBezTo>
                      <a:pt x="65" y="602"/>
                      <a:pt x="66" y="603"/>
                      <a:pt x="67" y="605"/>
                    </a:cubicBezTo>
                    <a:cubicBezTo>
                      <a:pt x="99" y="654"/>
                      <a:pt x="211" y="835"/>
                      <a:pt x="211" y="996"/>
                    </a:cubicBezTo>
                    <a:cubicBezTo>
                      <a:pt x="334" y="996"/>
                      <a:pt x="334" y="996"/>
                      <a:pt x="334" y="996"/>
                    </a:cubicBezTo>
                    <a:cubicBezTo>
                      <a:pt x="464" y="996"/>
                      <a:pt x="464" y="996"/>
                      <a:pt x="464" y="996"/>
                    </a:cubicBezTo>
                    <a:cubicBezTo>
                      <a:pt x="563" y="996"/>
                      <a:pt x="563" y="996"/>
                      <a:pt x="563" y="996"/>
                    </a:cubicBezTo>
                    <a:cubicBezTo>
                      <a:pt x="563" y="808"/>
                      <a:pt x="716" y="592"/>
                      <a:pt x="716" y="592"/>
                    </a:cubicBezTo>
                    <a:cubicBezTo>
                      <a:pt x="716" y="592"/>
                      <a:pt x="716" y="592"/>
                      <a:pt x="716" y="592"/>
                    </a:cubicBezTo>
                    <a:cubicBezTo>
                      <a:pt x="753" y="533"/>
                      <a:pt x="774" y="462"/>
                      <a:pt x="774" y="3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1401;p46">
                <a:extLst>
                  <a:ext uri="{FF2B5EF4-FFF2-40B4-BE49-F238E27FC236}">
                    <a16:creationId xmlns:a16="http://schemas.microsoft.com/office/drawing/2014/main" id="{491A1871-F3E0-DB91-7EAD-2AA522F5F8B3}"/>
                  </a:ext>
                </a:extLst>
              </p:cNvPr>
              <p:cNvSpPr/>
              <p:nvPr/>
            </p:nvSpPr>
            <p:spPr>
              <a:xfrm>
                <a:off x="2940636" y="2078385"/>
                <a:ext cx="320487" cy="227689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38" extrusionOk="0">
                    <a:moveTo>
                      <a:pt x="196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90" y="238"/>
                    </a:lnTo>
                    <a:lnTo>
                      <a:pt x="139" y="238"/>
                    </a:lnTo>
                    <a:lnTo>
                      <a:pt x="196" y="238"/>
                    </a:lnTo>
                    <a:lnTo>
                      <a:pt x="245" y="238"/>
                    </a:lnTo>
                    <a:lnTo>
                      <a:pt x="335" y="165"/>
                    </a:lnTo>
                    <a:lnTo>
                      <a:pt x="335" y="0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1402;p46">
                <a:extLst>
                  <a:ext uri="{FF2B5EF4-FFF2-40B4-BE49-F238E27FC236}">
                    <a16:creationId xmlns:a16="http://schemas.microsoft.com/office/drawing/2014/main" id="{00905705-CEA8-1252-5599-E945E08A7EB3}"/>
                  </a:ext>
                </a:extLst>
              </p:cNvPr>
              <p:cNvSpPr/>
              <p:nvPr/>
            </p:nvSpPr>
            <p:spPr>
              <a:xfrm>
                <a:off x="2924372" y="1697628"/>
                <a:ext cx="322400" cy="369276"/>
              </a:xfrm>
              <a:custGeom>
                <a:avLst/>
                <a:gdLst/>
                <a:ahLst/>
                <a:cxnLst/>
                <a:rect l="l" t="t" r="r" b="b"/>
                <a:pathLst>
                  <a:path w="369" h="422" extrusionOk="0">
                    <a:moveTo>
                      <a:pt x="103" y="422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1" y="50"/>
                      <a:pt x="66" y="92"/>
                      <a:pt x="109" y="87"/>
                    </a:cubicBezTo>
                    <a:cubicBezTo>
                      <a:pt x="86" y="49"/>
                      <a:pt x="96" y="27"/>
                      <a:pt x="103" y="18"/>
                    </a:cubicBezTo>
                    <a:cubicBezTo>
                      <a:pt x="114" y="4"/>
                      <a:pt x="135" y="0"/>
                      <a:pt x="150" y="8"/>
                    </a:cubicBezTo>
                    <a:cubicBezTo>
                      <a:pt x="164" y="16"/>
                      <a:pt x="168" y="33"/>
                      <a:pt x="160" y="54"/>
                    </a:cubicBezTo>
                    <a:cubicBezTo>
                      <a:pt x="152" y="73"/>
                      <a:pt x="140" y="86"/>
                      <a:pt x="123" y="92"/>
                    </a:cubicBezTo>
                    <a:cubicBezTo>
                      <a:pt x="128" y="98"/>
                      <a:pt x="133" y="105"/>
                      <a:pt x="139" y="111"/>
                    </a:cubicBezTo>
                    <a:cubicBezTo>
                      <a:pt x="168" y="143"/>
                      <a:pt x="196" y="138"/>
                      <a:pt x="214" y="128"/>
                    </a:cubicBezTo>
                    <a:cubicBezTo>
                      <a:pt x="230" y="119"/>
                      <a:pt x="243" y="104"/>
                      <a:pt x="253" y="88"/>
                    </a:cubicBezTo>
                    <a:cubicBezTo>
                      <a:pt x="246" y="85"/>
                      <a:pt x="241" y="82"/>
                      <a:pt x="238" y="80"/>
                    </a:cubicBezTo>
                    <a:cubicBezTo>
                      <a:pt x="216" y="67"/>
                      <a:pt x="204" y="45"/>
                      <a:pt x="209" y="27"/>
                    </a:cubicBezTo>
                    <a:cubicBezTo>
                      <a:pt x="213" y="15"/>
                      <a:pt x="225" y="8"/>
                      <a:pt x="242" y="7"/>
                    </a:cubicBezTo>
                    <a:cubicBezTo>
                      <a:pt x="259" y="7"/>
                      <a:pt x="270" y="15"/>
                      <a:pt x="274" y="29"/>
                    </a:cubicBezTo>
                    <a:cubicBezTo>
                      <a:pt x="278" y="43"/>
                      <a:pt x="274" y="63"/>
                      <a:pt x="265" y="83"/>
                    </a:cubicBezTo>
                    <a:cubicBezTo>
                      <a:pt x="307" y="92"/>
                      <a:pt x="347" y="61"/>
                      <a:pt x="360" y="4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293" y="422"/>
                      <a:pt x="293" y="422"/>
                      <a:pt x="293" y="422"/>
                    </a:cubicBezTo>
                    <a:cubicBezTo>
                      <a:pt x="285" y="420"/>
                      <a:pt x="285" y="420"/>
                      <a:pt x="285" y="420"/>
                    </a:cubicBezTo>
                    <a:cubicBezTo>
                      <a:pt x="356" y="63"/>
                      <a:pt x="356" y="63"/>
                      <a:pt x="356" y="63"/>
                    </a:cubicBezTo>
                    <a:cubicBezTo>
                      <a:pt x="316" y="94"/>
                      <a:pt x="283" y="95"/>
                      <a:pt x="261" y="90"/>
                    </a:cubicBezTo>
                    <a:cubicBezTo>
                      <a:pt x="251" y="108"/>
                      <a:pt x="236" y="125"/>
                      <a:pt x="218" y="135"/>
                    </a:cubicBezTo>
                    <a:cubicBezTo>
                      <a:pt x="189" y="151"/>
                      <a:pt x="159" y="145"/>
                      <a:pt x="133" y="117"/>
                    </a:cubicBezTo>
                    <a:cubicBezTo>
                      <a:pt x="125" y="109"/>
                      <a:pt x="119" y="101"/>
                      <a:pt x="114" y="94"/>
                    </a:cubicBezTo>
                    <a:cubicBezTo>
                      <a:pt x="77" y="101"/>
                      <a:pt x="34" y="76"/>
                      <a:pt x="15" y="63"/>
                    </a:cubicBezTo>
                    <a:cubicBezTo>
                      <a:pt x="111" y="420"/>
                      <a:pt x="111" y="420"/>
                      <a:pt x="111" y="420"/>
                    </a:cubicBezTo>
                    <a:cubicBezTo>
                      <a:pt x="103" y="422"/>
                      <a:pt x="103" y="422"/>
                      <a:pt x="103" y="422"/>
                    </a:cubicBezTo>
                    <a:moveTo>
                      <a:pt x="133" y="12"/>
                    </a:moveTo>
                    <a:cubicBezTo>
                      <a:pt x="125" y="12"/>
                      <a:pt x="115" y="16"/>
                      <a:pt x="110" y="23"/>
                    </a:cubicBezTo>
                    <a:cubicBezTo>
                      <a:pt x="99" y="37"/>
                      <a:pt x="102" y="59"/>
                      <a:pt x="118" y="85"/>
                    </a:cubicBezTo>
                    <a:cubicBezTo>
                      <a:pt x="133" y="80"/>
                      <a:pt x="145" y="69"/>
                      <a:pt x="152" y="51"/>
                    </a:cubicBezTo>
                    <a:cubicBezTo>
                      <a:pt x="159" y="34"/>
                      <a:pt x="156" y="21"/>
                      <a:pt x="146" y="15"/>
                    </a:cubicBezTo>
                    <a:cubicBezTo>
                      <a:pt x="142" y="13"/>
                      <a:pt x="138" y="12"/>
                      <a:pt x="133" y="12"/>
                    </a:cubicBezTo>
                    <a:moveTo>
                      <a:pt x="244" y="16"/>
                    </a:moveTo>
                    <a:cubicBezTo>
                      <a:pt x="243" y="16"/>
                      <a:pt x="243" y="16"/>
                      <a:pt x="243" y="16"/>
                    </a:cubicBezTo>
                    <a:cubicBezTo>
                      <a:pt x="229" y="16"/>
                      <a:pt x="220" y="21"/>
                      <a:pt x="217" y="30"/>
                    </a:cubicBezTo>
                    <a:cubicBezTo>
                      <a:pt x="214" y="43"/>
                      <a:pt x="224" y="62"/>
                      <a:pt x="242" y="73"/>
                    </a:cubicBezTo>
                    <a:cubicBezTo>
                      <a:pt x="247" y="76"/>
                      <a:pt x="252" y="79"/>
                      <a:pt x="257" y="80"/>
                    </a:cubicBezTo>
                    <a:cubicBezTo>
                      <a:pt x="265" y="62"/>
                      <a:pt x="269" y="44"/>
                      <a:pt x="266" y="31"/>
                    </a:cubicBezTo>
                    <a:cubicBezTo>
                      <a:pt x="263" y="21"/>
                      <a:pt x="255" y="16"/>
                      <a:pt x="244" y="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1403;p46">
                <a:extLst>
                  <a:ext uri="{FF2B5EF4-FFF2-40B4-BE49-F238E27FC236}">
                    <a16:creationId xmlns:a16="http://schemas.microsoft.com/office/drawing/2014/main" id="{EAA14F6C-DA39-8233-109D-2FEE3BD42030}"/>
                  </a:ext>
                </a:extLst>
              </p:cNvPr>
              <p:cNvSpPr/>
              <p:nvPr/>
            </p:nvSpPr>
            <p:spPr>
              <a:xfrm>
                <a:off x="2942549" y="1733025"/>
                <a:ext cx="304223" cy="323357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69" extrusionOk="0">
                    <a:moveTo>
                      <a:pt x="0" y="77"/>
                    </a:moveTo>
                    <a:cubicBezTo>
                      <a:pt x="78" y="369"/>
                      <a:pt x="78" y="369"/>
                      <a:pt x="78" y="369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6" y="77"/>
                      <a:pt x="3" y="77"/>
                      <a:pt x="0" y="77"/>
                    </a:cubicBezTo>
                    <a:moveTo>
                      <a:pt x="348" y="0"/>
                    </a:moveTo>
                    <a:cubicBezTo>
                      <a:pt x="339" y="8"/>
                      <a:pt x="339" y="8"/>
                      <a:pt x="339" y="8"/>
                    </a:cubicBezTo>
                    <a:cubicBezTo>
                      <a:pt x="328" y="18"/>
                      <a:pt x="295" y="43"/>
                      <a:pt x="260" y="43"/>
                    </a:cubicBezTo>
                    <a:cubicBezTo>
                      <a:pt x="254" y="43"/>
                      <a:pt x="249" y="43"/>
                      <a:pt x="244" y="42"/>
                    </a:cubicBezTo>
                    <a:cubicBezTo>
                      <a:pt x="248" y="34"/>
                      <a:pt x="250" y="26"/>
                      <a:pt x="252" y="18"/>
                    </a:cubicBezTo>
                    <a:cubicBezTo>
                      <a:pt x="249" y="20"/>
                      <a:pt x="245" y="22"/>
                      <a:pt x="242" y="24"/>
                    </a:cubicBezTo>
                    <a:cubicBezTo>
                      <a:pt x="240" y="29"/>
                      <a:pt x="238" y="34"/>
                      <a:pt x="236" y="39"/>
                    </a:cubicBezTo>
                    <a:cubicBezTo>
                      <a:pt x="232" y="38"/>
                      <a:pt x="228" y="36"/>
                      <a:pt x="224" y="34"/>
                    </a:cubicBezTo>
                    <a:cubicBezTo>
                      <a:pt x="221" y="35"/>
                      <a:pt x="218" y="37"/>
                      <a:pt x="215" y="38"/>
                    </a:cubicBezTo>
                    <a:cubicBezTo>
                      <a:pt x="215" y="38"/>
                      <a:pt x="216" y="39"/>
                      <a:pt x="217" y="39"/>
                    </a:cubicBezTo>
                    <a:cubicBezTo>
                      <a:pt x="220" y="41"/>
                      <a:pt x="225" y="44"/>
                      <a:pt x="232" y="47"/>
                    </a:cubicBezTo>
                    <a:cubicBezTo>
                      <a:pt x="222" y="63"/>
                      <a:pt x="209" y="78"/>
                      <a:pt x="193" y="87"/>
                    </a:cubicBezTo>
                    <a:cubicBezTo>
                      <a:pt x="185" y="91"/>
                      <a:pt x="176" y="94"/>
                      <a:pt x="165" y="94"/>
                    </a:cubicBezTo>
                    <a:cubicBezTo>
                      <a:pt x="151" y="94"/>
                      <a:pt x="135" y="88"/>
                      <a:pt x="118" y="70"/>
                    </a:cubicBezTo>
                    <a:cubicBezTo>
                      <a:pt x="117" y="70"/>
                      <a:pt x="117" y="69"/>
                      <a:pt x="116" y="68"/>
                    </a:cubicBezTo>
                    <a:cubicBezTo>
                      <a:pt x="113" y="69"/>
                      <a:pt x="110" y="69"/>
                      <a:pt x="107" y="70"/>
                    </a:cubicBezTo>
                    <a:cubicBezTo>
                      <a:pt x="108" y="72"/>
                      <a:pt x="110" y="74"/>
                      <a:pt x="112" y="76"/>
                    </a:cubicBezTo>
                    <a:cubicBezTo>
                      <a:pt x="128" y="94"/>
                      <a:pt x="147" y="103"/>
                      <a:pt x="165" y="103"/>
                    </a:cubicBezTo>
                    <a:cubicBezTo>
                      <a:pt x="176" y="103"/>
                      <a:pt x="186" y="100"/>
                      <a:pt x="197" y="94"/>
                    </a:cubicBezTo>
                    <a:cubicBezTo>
                      <a:pt x="215" y="84"/>
                      <a:pt x="230" y="67"/>
                      <a:pt x="240" y="49"/>
                    </a:cubicBezTo>
                    <a:cubicBezTo>
                      <a:pt x="246" y="51"/>
                      <a:pt x="253" y="52"/>
                      <a:pt x="261" y="52"/>
                    </a:cubicBezTo>
                    <a:cubicBezTo>
                      <a:pt x="281" y="52"/>
                      <a:pt x="306" y="45"/>
                      <a:pt x="335" y="22"/>
                    </a:cubicBezTo>
                    <a:cubicBezTo>
                      <a:pt x="266" y="369"/>
                      <a:pt x="266" y="369"/>
                      <a:pt x="266" y="369"/>
                    </a:cubicBezTo>
                    <a:cubicBezTo>
                      <a:pt x="275" y="369"/>
                      <a:pt x="275" y="369"/>
                      <a:pt x="275" y="369"/>
                    </a:cubicBezTo>
                    <a:cubicBezTo>
                      <a:pt x="348" y="0"/>
                      <a:pt x="348" y="0"/>
                      <a:pt x="3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1404;p46">
                <a:extLst>
                  <a:ext uri="{FF2B5EF4-FFF2-40B4-BE49-F238E27FC236}">
                    <a16:creationId xmlns:a16="http://schemas.microsoft.com/office/drawing/2014/main" id="{F82F3270-C693-2903-595D-DF89F1B45207}"/>
                  </a:ext>
                </a:extLst>
              </p:cNvPr>
              <p:cNvSpPr/>
              <p:nvPr/>
            </p:nvSpPr>
            <p:spPr>
              <a:xfrm>
                <a:off x="2904282" y="2056382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1405;p46">
                <a:extLst>
                  <a:ext uri="{FF2B5EF4-FFF2-40B4-BE49-F238E27FC236}">
                    <a16:creationId xmlns:a16="http://schemas.microsoft.com/office/drawing/2014/main" id="{D0C5E55C-5136-B7D2-8E76-7C39F8B31961}"/>
                  </a:ext>
                </a:extLst>
              </p:cNvPr>
              <p:cNvSpPr/>
              <p:nvPr/>
            </p:nvSpPr>
            <p:spPr>
              <a:xfrm>
                <a:off x="2904282" y="2118566"/>
                <a:ext cx="393194" cy="4113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7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1"/>
                      <a:pt x="0" y="23"/>
                    </a:cubicBezTo>
                    <a:cubicBezTo>
                      <a:pt x="0" y="36"/>
                      <a:pt x="12" y="47"/>
                      <a:pt x="25" y="47"/>
                    </a:cubicBezTo>
                    <a:cubicBezTo>
                      <a:pt x="425" y="47"/>
                      <a:pt x="425" y="47"/>
                      <a:pt x="425" y="47"/>
                    </a:cubicBezTo>
                    <a:cubicBezTo>
                      <a:pt x="438" y="47"/>
                      <a:pt x="450" y="36"/>
                      <a:pt x="450" y="23"/>
                    </a:cubicBezTo>
                    <a:cubicBezTo>
                      <a:pt x="450" y="11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1406;p46">
                <a:extLst>
                  <a:ext uri="{FF2B5EF4-FFF2-40B4-BE49-F238E27FC236}">
                    <a16:creationId xmlns:a16="http://schemas.microsoft.com/office/drawing/2014/main" id="{90E0E0FF-B54E-CA3B-2DAD-16CA815C91BF}"/>
                  </a:ext>
                </a:extLst>
              </p:cNvPr>
              <p:cNvSpPr/>
              <p:nvPr/>
            </p:nvSpPr>
            <p:spPr>
              <a:xfrm>
                <a:off x="2904282" y="2181706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1407;p46">
                <a:extLst>
                  <a:ext uri="{FF2B5EF4-FFF2-40B4-BE49-F238E27FC236}">
                    <a16:creationId xmlns:a16="http://schemas.microsoft.com/office/drawing/2014/main" id="{83491743-2F50-1ADD-96AB-3F3B011E610B}"/>
                  </a:ext>
                </a:extLst>
              </p:cNvPr>
              <p:cNvSpPr/>
              <p:nvPr/>
            </p:nvSpPr>
            <p:spPr>
              <a:xfrm>
                <a:off x="3026737" y="2306074"/>
                <a:ext cx="148285" cy="76534"/>
              </a:xfrm>
              <a:custGeom>
                <a:avLst/>
                <a:gdLst/>
                <a:ahLst/>
                <a:cxnLst/>
                <a:rect l="l" t="t" r="r" b="b"/>
                <a:pathLst>
                  <a:path w="170" h="87" extrusionOk="0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49"/>
                      <a:pt x="38" y="87"/>
                      <a:pt x="85" y="87"/>
                    </a:cubicBezTo>
                    <a:cubicBezTo>
                      <a:pt x="132" y="87"/>
                      <a:pt x="170" y="49"/>
                      <a:pt x="170" y="2"/>
                    </a:cubicBezTo>
                    <a:cubicBezTo>
                      <a:pt x="170" y="0"/>
                      <a:pt x="170" y="0"/>
                      <a:pt x="17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" name="Google Shape;1408;p46">
              <a:extLst>
                <a:ext uri="{FF2B5EF4-FFF2-40B4-BE49-F238E27FC236}">
                  <a16:creationId xmlns:a16="http://schemas.microsoft.com/office/drawing/2014/main" id="{608B1A4A-E7D0-B59B-AA6A-4DBB9E9CE6BE}"/>
                </a:ext>
              </a:extLst>
            </p:cNvPr>
            <p:cNvGrpSpPr/>
            <p:nvPr/>
          </p:nvGrpSpPr>
          <p:grpSpPr>
            <a:xfrm>
              <a:off x="5954721" y="2930236"/>
              <a:ext cx="821542" cy="769820"/>
              <a:chOff x="1932280" y="1331475"/>
              <a:chExt cx="637200" cy="597084"/>
            </a:xfrm>
          </p:grpSpPr>
          <p:sp>
            <p:nvSpPr>
              <p:cNvPr id="17" name="Google Shape;1409;p46">
                <a:extLst>
                  <a:ext uri="{FF2B5EF4-FFF2-40B4-BE49-F238E27FC236}">
                    <a16:creationId xmlns:a16="http://schemas.microsoft.com/office/drawing/2014/main" id="{252EA5D4-D44B-632B-E23A-E05D7B45BA5C}"/>
                  </a:ext>
                </a:extLst>
              </p:cNvPr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1410;p46">
                <a:extLst>
                  <a:ext uri="{FF2B5EF4-FFF2-40B4-BE49-F238E27FC236}">
                    <a16:creationId xmlns:a16="http://schemas.microsoft.com/office/drawing/2014/main" id="{7D050D22-8E01-F794-E59E-9C118AF41680}"/>
                  </a:ext>
                </a:extLst>
              </p:cNvPr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411;p46">
                <a:extLst>
                  <a:ext uri="{FF2B5EF4-FFF2-40B4-BE49-F238E27FC236}">
                    <a16:creationId xmlns:a16="http://schemas.microsoft.com/office/drawing/2014/main" id="{AF6FA0F5-1F8E-103E-976A-E57AEF711EDB}"/>
                  </a:ext>
                </a:extLst>
              </p:cNvPr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1412;p46">
                <a:extLst>
                  <a:ext uri="{FF2B5EF4-FFF2-40B4-BE49-F238E27FC236}">
                    <a16:creationId xmlns:a16="http://schemas.microsoft.com/office/drawing/2014/main" id="{EB31B3A7-2ADF-ADD7-DE69-5B5D4FAB069A}"/>
                  </a:ext>
                </a:extLst>
              </p:cNvPr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1413;p46">
                <a:extLst>
                  <a:ext uri="{FF2B5EF4-FFF2-40B4-BE49-F238E27FC236}">
                    <a16:creationId xmlns:a16="http://schemas.microsoft.com/office/drawing/2014/main" id="{15085929-E205-145D-56C9-D3D5C5E8697B}"/>
                  </a:ext>
                </a:extLst>
              </p:cNvPr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1414;p46">
                <a:extLst>
                  <a:ext uri="{FF2B5EF4-FFF2-40B4-BE49-F238E27FC236}">
                    <a16:creationId xmlns:a16="http://schemas.microsoft.com/office/drawing/2014/main" id="{A3E4CA8D-F6D9-2721-74BE-65E393AD2754}"/>
                  </a:ext>
                </a:extLst>
              </p:cNvPr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1415;p46">
                <a:extLst>
                  <a:ext uri="{FF2B5EF4-FFF2-40B4-BE49-F238E27FC236}">
                    <a16:creationId xmlns:a16="http://schemas.microsoft.com/office/drawing/2014/main" id="{C16FAA2A-CA7F-A464-AACE-EC0BEDBFE0FB}"/>
                  </a:ext>
                </a:extLst>
              </p:cNvPr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1416;p46">
                <a:extLst>
                  <a:ext uri="{FF2B5EF4-FFF2-40B4-BE49-F238E27FC236}">
                    <a16:creationId xmlns:a16="http://schemas.microsoft.com/office/drawing/2014/main" id="{C800C152-99B9-DFC2-2FF2-E7D13ECA0EF1}"/>
                  </a:ext>
                </a:extLst>
              </p:cNvPr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1417;p46">
                <a:extLst>
                  <a:ext uri="{FF2B5EF4-FFF2-40B4-BE49-F238E27FC236}">
                    <a16:creationId xmlns:a16="http://schemas.microsoft.com/office/drawing/2014/main" id="{BC04A0BA-BDC8-A2A2-3871-3D17F83EF3B4}"/>
                  </a:ext>
                </a:extLst>
              </p:cNvPr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1418;p46">
                <a:extLst>
                  <a:ext uri="{FF2B5EF4-FFF2-40B4-BE49-F238E27FC236}">
                    <a16:creationId xmlns:a16="http://schemas.microsoft.com/office/drawing/2014/main" id="{4B2CF7A3-5262-049A-024C-E006B415AA33}"/>
                  </a:ext>
                </a:extLst>
              </p:cNvPr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1419;p46">
                <a:extLst>
                  <a:ext uri="{FF2B5EF4-FFF2-40B4-BE49-F238E27FC236}">
                    <a16:creationId xmlns:a16="http://schemas.microsoft.com/office/drawing/2014/main" id="{A2649871-B104-066B-3AF7-4A922A0FD631}"/>
                  </a:ext>
                </a:extLst>
              </p:cNvPr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1420;p46">
                <a:extLst>
                  <a:ext uri="{FF2B5EF4-FFF2-40B4-BE49-F238E27FC236}">
                    <a16:creationId xmlns:a16="http://schemas.microsoft.com/office/drawing/2014/main" id="{1CE89A9D-CA6E-EAE6-E328-A03E571F4D5D}"/>
                  </a:ext>
                </a:extLst>
              </p:cNvPr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" name="Google Shape;1421;p46">
              <a:extLst>
                <a:ext uri="{FF2B5EF4-FFF2-40B4-BE49-F238E27FC236}">
                  <a16:creationId xmlns:a16="http://schemas.microsoft.com/office/drawing/2014/main" id="{06F0C393-B191-67A2-411A-F22BFC9856F2}"/>
                </a:ext>
              </a:extLst>
            </p:cNvPr>
            <p:cNvSpPr/>
            <p:nvPr/>
          </p:nvSpPr>
          <p:spPr>
            <a:xfrm>
              <a:off x="6979977" y="3349174"/>
              <a:ext cx="232055" cy="382764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422;p46">
              <a:extLst>
                <a:ext uri="{FF2B5EF4-FFF2-40B4-BE49-F238E27FC236}">
                  <a16:creationId xmlns:a16="http://schemas.microsoft.com/office/drawing/2014/main" id="{D2407A61-1ADC-5061-D38B-5D2DE11BEF0E}"/>
                </a:ext>
              </a:extLst>
            </p:cNvPr>
            <p:cNvSpPr/>
            <p:nvPr/>
          </p:nvSpPr>
          <p:spPr>
            <a:xfrm>
              <a:off x="6594533" y="924631"/>
              <a:ext cx="301600" cy="4975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423;p46">
              <a:extLst>
                <a:ext uri="{FF2B5EF4-FFF2-40B4-BE49-F238E27FC236}">
                  <a16:creationId xmlns:a16="http://schemas.microsoft.com/office/drawing/2014/main" id="{2C71B788-7155-DFCC-3FD8-5CB8A5C2E4E0}"/>
                </a:ext>
              </a:extLst>
            </p:cNvPr>
            <p:cNvSpPr/>
            <p:nvPr/>
          </p:nvSpPr>
          <p:spPr>
            <a:xfrm>
              <a:off x="5875411" y="1319404"/>
              <a:ext cx="200575" cy="197948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424;p46">
              <a:extLst>
                <a:ext uri="{FF2B5EF4-FFF2-40B4-BE49-F238E27FC236}">
                  <a16:creationId xmlns:a16="http://schemas.microsoft.com/office/drawing/2014/main" id="{FB80BE75-881A-707C-BDA9-E7C606967DF1}"/>
                </a:ext>
              </a:extLst>
            </p:cNvPr>
            <p:cNvSpPr/>
            <p:nvPr/>
          </p:nvSpPr>
          <p:spPr>
            <a:xfrm>
              <a:off x="5619684" y="3111425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" name="Google Shape;1425;p46">
              <a:extLst>
                <a:ext uri="{FF2B5EF4-FFF2-40B4-BE49-F238E27FC236}">
                  <a16:creationId xmlns:a16="http://schemas.microsoft.com/office/drawing/2014/main" id="{390D9617-27E0-D812-4957-28B3BB5F02CC}"/>
                </a:ext>
              </a:extLst>
            </p:cNvPr>
            <p:cNvGrpSpPr/>
            <p:nvPr/>
          </p:nvGrpSpPr>
          <p:grpSpPr>
            <a:xfrm>
              <a:off x="7530569" y="1422202"/>
              <a:ext cx="415198" cy="415198"/>
              <a:chOff x="1404969" y="1106377"/>
              <a:chExt cx="415198" cy="415198"/>
            </a:xfrm>
          </p:grpSpPr>
          <p:sp>
            <p:nvSpPr>
              <p:cNvPr id="15" name="Google Shape;1426;p46">
                <a:extLst>
                  <a:ext uri="{FF2B5EF4-FFF2-40B4-BE49-F238E27FC236}">
                    <a16:creationId xmlns:a16="http://schemas.microsoft.com/office/drawing/2014/main" id="{D2463554-BABF-92E9-8043-1EFE60D67739}"/>
                  </a:ext>
                </a:extLst>
              </p:cNvPr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" name="Google Shape;1427;p46">
                <a:extLst>
                  <a:ext uri="{FF2B5EF4-FFF2-40B4-BE49-F238E27FC236}">
                    <a16:creationId xmlns:a16="http://schemas.microsoft.com/office/drawing/2014/main" id="{AC7E0C2B-E0C3-1F4F-5E7E-D116CFE7A733}"/>
                  </a:ext>
                </a:extLst>
              </p:cNvPr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31" name="Google Shape;1340;p46">
            <a:extLst>
              <a:ext uri="{FF2B5EF4-FFF2-40B4-BE49-F238E27FC236}">
                <a16:creationId xmlns:a16="http://schemas.microsoft.com/office/drawing/2014/main" id="{0A424EE2-24A4-E718-B16A-FAF20D0569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4088" y="1838042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 dirty="0"/>
              <a:t>Gracias</a:t>
            </a:r>
            <a:endParaRPr sz="8000" dirty="0"/>
          </a:p>
        </p:txBody>
      </p:sp>
    </p:spTree>
    <p:extLst>
      <p:ext uri="{BB962C8B-B14F-4D97-AF65-F5344CB8AC3E}">
        <p14:creationId xmlns:p14="http://schemas.microsoft.com/office/powerpoint/2010/main" val="1666016412"/>
      </p:ext>
    </p:extLst>
  </p:cSld>
  <p:clrMapOvr>
    <a:masterClrMapping/>
  </p:clrMapOvr>
</p:sld>
</file>

<file path=ppt/theme/theme1.xml><?xml version="1.0" encoding="utf-8"?>
<a:theme xmlns:a="http://schemas.openxmlformats.org/drawingml/2006/main" name="Statistics and Data Analysis - 6th Grade by Slidesgo">
  <a:themeElements>
    <a:clrScheme name="Simple Light">
      <a:dk1>
        <a:srgbClr val="334157"/>
      </a:dk1>
      <a:lt1>
        <a:srgbClr val="4C69B2"/>
      </a:lt1>
      <a:dk2>
        <a:srgbClr val="FDFDFD"/>
      </a:dk2>
      <a:lt2>
        <a:srgbClr val="6389EB"/>
      </a:lt2>
      <a:accent1>
        <a:srgbClr val="CBDDFA"/>
      </a:accent1>
      <a:accent2>
        <a:srgbClr val="FF4949"/>
      </a:accent2>
      <a:accent3>
        <a:srgbClr val="FF7A78"/>
      </a:accent3>
      <a:accent4>
        <a:srgbClr val="FF9D35"/>
      </a:accent4>
      <a:accent5>
        <a:srgbClr val="FFC53A"/>
      </a:accent5>
      <a:accent6>
        <a:srgbClr val="EBEBEB"/>
      </a:accent6>
      <a:hlink>
        <a:srgbClr val="33415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3022</TotalTime>
  <Words>1498</Words>
  <Application>Microsoft Office PowerPoint</Application>
  <PresentationFormat>Presentación en pantalla (16:9)</PresentationFormat>
  <Paragraphs>261</Paragraphs>
  <Slides>45</Slides>
  <Notes>45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45</vt:i4>
      </vt:variant>
    </vt:vector>
  </HeadingPairs>
  <TitlesOfParts>
    <vt:vector size="54" baseType="lpstr">
      <vt:lpstr>Baloo 2 ExtraBold</vt:lpstr>
      <vt:lpstr>Segoe UI</vt:lpstr>
      <vt:lpstr>Calibri</vt:lpstr>
      <vt:lpstr>DM Sans</vt:lpstr>
      <vt:lpstr>Anaheim</vt:lpstr>
      <vt:lpstr>Nunito Light</vt:lpstr>
      <vt:lpstr>DM Sans Medium</vt:lpstr>
      <vt:lpstr>Arial</vt:lpstr>
      <vt:lpstr>Statistics and Data Analysis - 6th Grade by Slidesgo</vt:lpstr>
      <vt:lpstr>Base de datos para Ciencia de Datos</vt:lpstr>
      <vt:lpstr>2.3.1</vt:lpstr>
      <vt:lpstr>2.3 Plataformas ¿Qué es una plataforma en la nube?</vt:lpstr>
      <vt:lpstr>¿Qué ofrece la plataforma?</vt:lpstr>
      <vt:lpstr>Arquitectura general</vt:lpstr>
      <vt:lpstr>2.3.1 Plataformas Básicas</vt:lpstr>
      <vt:lpstr>Características</vt:lpstr>
      <vt:lpstr>Ejemplos de Plataformas Básicas</vt:lpstr>
      <vt:lpstr>Microsoft Azure  Servicios relevantes </vt:lpstr>
      <vt:lpstr>Microsoft Azure  Servicios relevantes </vt:lpstr>
      <vt:lpstr>Fortalezas</vt:lpstr>
      <vt:lpstr>Amazon Web Services (AWS)  Servicios relevantes</vt:lpstr>
      <vt:lpstr>Fortalezas</vt:lpstr>
      <vt:lpstr>Google Cloud Platform  Servicios relevantes </vt:lpstr>
      <vt:lpstr>Google Cloud Platform  Servicios relevantes </vt:lpstr>
      <vt:lpstr>Fortalezas </vt:lpstr>
      <vt:lpstr>Comparativa</vt:lpstr>
      <vt:lpstr>Actividad 1 | Análisis de Caso</vt:lpstr>
      <vt:lpstr>Preguntas  Semiestructurados </vt:lpstr>
      <vt:lpstr>2.3.2 Plataformas Especializadas</vt:lpstr>
      <vt:lpstr>Plataformas de Ciencia de Datos</vt:lpstr>
      <vt:lpstr>Snowflake </vt:lpstr>
      <vt:lpstr>Vertex AI</vt:lpstr>
      <vt:lpstr>Azure Machine Learning </vt:lpstr>
      <vt:lpstr>Comparación    Semiestructurados </vt:lpstr>
      <vt:lpstr>Actividad 2    Semiestructurados </vt:lpstr>
      <vt:lpstr>2.4 Tipos de Servicios    Semiestructurados </vt:lpstr>
      <vt:lpstr>Modelos Principales    Semiestructurados </vt:lpstr>
      <vt:lpstr>Comparación</vt:lpstr>
      <vt:lpstr>Ejemplo  Semiestructurados </vt:lpstr>
      <vt:lpstr>2.4.1 Software como Servicio (SaaS) </vt:lpstr>
      <vt:lpstr>Características</vt:lpstr>
      <vt:lpstr>Ejemplos</vt:lpstr>
      <vt:lpstr>Ventajas</vt:lpstr>
      <vt:lpstr>Desventajas</vt:lpstr>
      <vt:lpstr>Casos de estudio</vt:lpstr>
      <vt:lpstr>Código Python</vt:lpstr>
      <vt:lpstr>Solución. Ejercicio 1</vt:lpstr>
      <vt:lpstr>Solución. Ejercicio 1</vt:lpstr>
      <vt:lpstr>Solución. Ejercicio 1</vt:lpstr>
      <vt:lpstr>Conclusión. Ejercicio 1</vt:lpstr>
      <vt:lpstr>Solución. Ejercicio 4 ¿Cómo afectaría el autoescalamiento? </vt:lpstr>
      <vt:lpstr>Solución. Ejercicio 4 ¿Qué patrón de costos observan? </vt:lpstr>
      <vt:lpstr>Solución. Ejercicio 5 ¿Cómo ayuda la nube a responder al crecimiento? 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TORRES RAMIREZ BLANCA ESTHELA</dc:creator>
  <cp:lastModifiedBy>TORRES RAMIREZ BLANCA ESTHELA</cp:lastModifiedBy>
  <cp:revision>126</cp:revision>
  <dcterms:modified xsi:type="dcterms:W3CDTF">2026-10-14T23:59:13Z</dcterms:modified>
</cp:coreProperties>
</file>