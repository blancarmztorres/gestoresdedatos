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32"/>
  </p:notesMasterIdLst>
  <p:sldIdLst>
    <p:sldId id="256" r:id="rId2"/>
    <p:sldId id="258" r:id="rId3"/>
    <p:sldId id="259" r:id="rId4"/>
    <p:sldId id="261" r:id="rId5"/>
    <p:sldId id="262" r:id="rId6"/>
    <p:sldId id="263" r:id="rId7"/>
    <p:sldId id="264" r:id="rId8"/>
    <p:sldId id="297" r:id="rId9"/>
    <p:sldId id="266" r:id="rId10"/>
    <p:sldId id="267" r:id="rId11"/>
    <p:sldId id="309" r:id="rId12"/>
    <p:sldId id="268" r:id="rId13"/>
    <p:sldId id="269" r:id="rId14"/>
    <p:sldId id="270" r:id="rId15"/>
    <p:sldId id="271" r:id="rId16"/>
    <p:sldId id="272" r:id="rId17"/>
    <p:sldId id="273" r:id="rId18"/>
    <p:sldId id="308" r:id="rId19"/>
    <p:sldId id="277" r:id="rId20"/>
    <p:sldId id="278" r:id="rId21"/>
    <p:sldId id="298" r:id="rId22"/>
    <p:sldId id="299" r:id="rId23"/>
    <p:sldId id="310" r:id="rId24"/>
    <p:sldId id="300" r:id="rId25"/>
    <p:sldId id="302" r:id="rId26"/>
    <p:sldId id="303" r:id="rId27"/>
    <p:sldId id="304" r:id="rId28"/>
    <p:sldId id="306" r:id="rId29"/>
    <p:sldId id="307" r:id="rId30"/>
    <p:sldId id="274" r:id="rId31"/>
  </p:sldIdLst>
  <p:sldSz cx="9144000" cy="5143500" type="screen16x9"/>
  <p:notesSz cx="6858000" cy="9144000"/>
  <p:embeddedFontLst>
    <p:embeddedFont>
      <p:font typeface="Anaheim" panose="020B0604020202020204" charset="0"/>
      <p:regular r:id="rId33"/>
      <p:bold r:id="rId34"/>
    </p:embeddedFont>
    <p:embeddedFont>
      <p:font typeface="Baloo 2 ExtraBold" panose="020B0604020202020204" charset="0"/>
      <p:bold r:id="rId35"/>
    </p:embeddedFont>
    <p:embeddedFont>
      <p:font typeface="DM Sans" pitchFamily="2" charset="0"/>
      <p:regular r:id="rId36"/>
      <p:bold r:id="rId37"/>
    </p:embeddedFont>
    <p:embeddedFont>
      <p:font typeface="Lato" panose="020F0502020204030203" pitchFamily="34" charset="0"/>
      <p:regular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5128F1C-263D-4756-A434-B3B8AE7D6FB3}">
  <a:tblStyle styleId="{55128F1C-263D-4756-A434-B3B8AE7D6FB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8032D0A-44B8-4AA5-9B14-50C8E942E97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1412" autoAdjust="0"/>
  </p:normalViewPr>
  <p:slideViewPr>
    <p:cSldViewPr snapToGrid="0">
      <p:cViewPr varScale="1">
        <p:scale>
          <a:sx n="90" d="100"/>
          <a:sy n="90" d="100"/>
        </p:scale>
        <p:origin x="1008" y="62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 dirty="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54dda1946d_4_27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54dda1946d_4_27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54dda1946d_6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54dda1946d_6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8">
          <a:extLst>
            <a:ext uri="{FF2B5EF4-FFF2-40B4-BE49-F238E27FC236}">
              <a16:creationId xmlns:a16="http://schemas.microsoft.com/office/drawing/2014/main" id="{B4E1325F-C76D-45E7-4D07-9EC450034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54dda1946d_4_2738:notes">
            <a:extLst>
              <a:ext uri="{FF2B5EF4-FFF2-40B4-BE49-F238E27FC236}">
                <a16:creationId xmlns:a16="http://schemas.microsoft.com/office/drawing/2014/main" id="{A165443F-78B6-2818-0F64-1F3D3945F6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54dda1946d_4_2738:notes">
            <a:extLst>
              <a:ext uri="{FF2B5EF4-FFF2-40B4-BE49-F238E27FC236}">
                <a16:creationId xmlns:a16="http://schemas.microsoft.com/office/drawing/2014/main" id="{2DC7B597-119A-D06D-D1F6-11FCFB2C4E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126387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8" name="Google Shape;1078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g54dda1946d_4_2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8" name="Google Shape;1178;g54dda1946d_4_26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6">
          <a:extLst>
            <a:ext uri="{FF2B5EF4-FFF2-40B4-BE49-F238E27FC236}">
              <a16:creationId xmlns:a16="http://schemas.microsoft.com/office/drawing/2014/main" id="{0F821C8D-644F-C742-B588-D8DB6CBB1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54dda1946d_4_2726:notes">
            <a:extLst>
              <a:ext uri="{FF2B5EF4-FFF2-40B4-BE49-F238E27FC236}">
                <a16:creationId xmlns:a16="http://schemas.microsoft.com/office/drawing/2014/main" id="{BE93A349-F9B1-326D-6D9C-FB71FE3BB2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8" name="Google Shape;1078;g54dda1946d_4_2726:notes">
            <a:extLst>
              <a:ext uri="{FF2B5EF4-FFF2-40B4-BE49-F238E27FC236}">
                <a16:creationId xmlns:a16="http://schemas.microsoft.com/office/drawing/2014/main" id="{B9E090C5-C039-0DF5-4E51-7977F0490F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9372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g54dda1946d_4_2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8" name="Google Shape;1198;g54dda1946d_4_2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g54dda1946d_4_26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1" name="Google Shape;1231;g54dda1946d_4_26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g1e71a4a866a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0" name="Google Shape;1250;g1e71a4a866a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1e71a4a866a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1e71a4a866a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g54dda1946d_4_26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8" name="Google Shape;1268;g54dda1946d_4_26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g1e71a4a866a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1" name="Google Shape;1291;g1e71a4a866a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8">
          <a:extLst>
            <a:ext uri="{FF2B5EF4-FFF2-40B4-BE49-F238E27FC236}">
              <a16:creationId xmlns:a16="http://schemas.microsoft.com/office/drawing/2014/main" id="{FA307E5D-630E-472C-478D-DAA3BB8BF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54dda1946d_4_2738:notes">
            <a:extLst>
              <a:ext uri="{FF2B5EF4-FFF2-40B4-BE49-F238E27FC236}">
                <a16:creationId xmlns:a16="http://schemas.microsoft.com/office/drawing/2014/main" id="{6D118839-4946-B9D9-3A69-4ADA696110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54dda1946d_4_2738:notes">
            <a:extLst>
              <a:ext uri="{FF2B5EF4-FFF2-40B4-BE49-F238E27FC236}">
                <a16:creationId xmlns:a16="http://schemas.microsoft.com/office/drawing/2014/main" id="{09FA6CC3-31F7-A99B-1E5A-6F96C6883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22705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Google Shape;1619;g2b820867f15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0" name="Google Shape;1620;g2b820867f15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" name="Google Shape;1853;g2b820867f15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4" name="Google Shape;1854;g2b820867f15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8">
          <a:extLst>
            <a:ext uri="{FF2B5EF4-FFF2-40B4-BE49-F238E27FC236}">
              <a16:creationId xmlns:a16="http://schemas.microsoft.com/office/drawing/2014/main" id="{FD3012E2-54E6-BA2A-BDB0-5E8500921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Google Shape;1619;g2b820867f15_0_86:notes">
            <a:extLst>
              <a:ext uri="{FF2B5EF4-FFF2-40B4-BE49-F238E27FC236}">
                <a16:creationId xmlns:a16="http://schemas.microsoft.com/office/drawing/2014/main" id="{D5921F8A-C2F9-EE34-059C-0EFBD6C1D1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0" name="Google Shape;1620;g2b820867f15_0_86:notes">
            <a:extLst>
              <a:ext uri="{FF2B5EF4-FFF2-40B4-BE49-F238E27FC236}">
                <a16:creationId xmlns:a16="http://schemas.microsoft.com/office/drawing/2014/main" id="{9B9F8F19-855E-A17C-4C71-A301A93873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59817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8">
          <a:extLst>
            <a:ext uri="{FF2B5EF4-FFF2-40B4-BE49-F238E27FC236}">
              <a16:creationId xmlns:a16="http://schemas.microsoft.com/office/drawing/2014/main" id="{7886A394-4D7F-D120-48AA-EBDDD3A7D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g1e71a4a866a_0_12:notes">
            <a:extLst>
              <a:ext uri="{FF2B5EF4-FFF2-40B4-BE49-F238E27FC236}">
                <a16:creationId xmlns:a16="http://schemas.microsoft.com/office/drawing/2014/main" id="{3609EDAB-FBB3-F8FA-813C-1CB19D62DE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0" name="Google Shape;1250;g1e71a4a866a_0_12:notes">
            <a:extLst>
              <a:ext uri="{FF2B5EF4-FFF2-40B4-BE49-F238E27FC236}">
                <a16:creationId xmlns:a16="http://schemas.microsoft.com/office/drawing/2014/main" id="{EA8279C6-0D7E-40EE-18A1-452637E504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04275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8">
          <a:extLst>
            <a:ext uri="{FF2B5EF4-FFF2-40B4-BE49-F238E27FC236}">
              <a16:creationId xmlns:a16="http://schemas.microsoft.com/office/drawing/2014/main" id="{14193B24-21C8-86B7-81F8-EF00FF350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54dda1946d_4_2738:notes">
            <a:extLst>
              <a:ext uri="{FF2B5EF4-FFF2-40B4-BE49-F238E27FC236}">
                <a16:creationId xmlns:a16="http://schemas.microsoft.com/office/drawing/2014/main" id="{1BFC9100-1EFF-A7B6-9C09-2C474C633F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54dda1946d_4_2738:notes">
            <a:extLst>
              <a:ext uri="{FF2B5EF4-FFF2-40B4-BE49-F238E27FC236}">
                <a16:creationId xmlns:a16="http://schemas.microsoft.com/office/drawing/2014/main" id="{57A7CE11-3D54-7A86-AD89-E87EFEBB58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974395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9">
          <a:extLst>
            <a:ext uri="{FF2B5EF4-FFF2-40B4-BE49-F238E27FC236}">
              <a16:creationId xmlns:a16="http://schemas.microsoft.com/office/drawing/2014/main" id="{A3EC1ACB-CCFA-8DF8-BA71-C4A89BB4E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g54dda1946d_4_2685:notes">
            <a:extLst>
              <a:ext uri="{FF2B5EF4-FFF2-40B4-BE49-F238E27FC236}">
                <a16:creationId xmlns:a16="http://schemas.microsoft.com/office/drawing/2014/main" id="{4187BF6A-AADB-AAE2-2842-0F41D7D735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1" name="Google Shape;1231;g54dda1946d_4_2685:notes">
            <a:extLst>
              <a:ext uri="{FF2B5EF4-FFF2-40B4-BE49-F238E27FC236}">
                <a16:creationId xmlns:a16="http://schemas.microsoft.com/office/drawing/2014/main" id="{7D3A890D-2A2D-2BCB-85D0-5CF8C6AA7C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23860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9">
          <a:extLst>
            <a:ext uri="{FF2B5EF4-FFF2-40B4-BE49-F238E27FC236}">
              <a16:creationId xmlns:a16="http://schemas.microsoft.com/office/drawing/2014/main" id="{4D37BE00-BB0C-E69B-C31F-5FDBCF5F5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g1e71a4a866a_0_20:notes">
            <a:extLst>
              <a:ext uri="{FF2B5EF4-FFF2-40B4-BE49-F238E27FC236}">
                <a16:creationId xmlns:a16="http://schemas.microsoft.com/office/drawing/2014/main" id="{56619A67-47B9-B875-DEAE-4D713FEFC5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1" name="Google Shape;1291;g1e71a4a866a_0_20:notes">
            <a:extLst>
              <a:ext uri="{FF2B5EF4-FFF2-40B4-BE49-F238E27FC236}">
                <a16:creationId xmlns:a16="http://schemas.microsoft.com/office/drawing/2014/main" id="{1852FB0A-5615-0FF3-206D-B8E3DD9588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7861502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9">
          <a:extLst>
            <a:ext uri="{FF2B5EF4-FFF2-40B4-BE49-F238E27FC236}">
              <a16:creationId xmlns:a16="http://schemas.microsoft.com/office/drawing/2014/main" id="{0EE3C050-485F-3E55-A237-64D303C4C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g1e71a4a866a_0_20:notes">
            <a:extLst>
              <a:ext uri="{FF2B5EF4-FFF2-40B4-BE49-F238E27FC236}">
                <a16:creationId xmlns:a16="http://schemas.microsoft.com/office/drawing/2014/main" id="{69D9D083-F901-44E4-7350-6D0F373A48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1" name="Google Shape;1291;g1e71a4a866a_0_20:notes">
            <a:extLst>
              <a:ext uri="{FF2B5EF4-FFF2-40B4-BE49-F238E27FC236}">
                <a16:creationId xmlns:a16="http://schemas.microsoft.com/office/drawing/2014/main" id="{4D06F0E6-B762-D8C5-EA05-AB042E3AED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2906391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9">
          <a:extLst>
            <a:ext uri="{FF2B5EF4-FFF2-40B4-BE49-F238E27FC236}">
              <a16:creationId xmlns:a16="http://schemas.microsoft.com/office/drawing/2014/main" id="{4A0629A0-F906-209B-3BBD-7FEE7C8D7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g1e71a4a866a_0_20:notes">
            <a:extLst>
              <a:ext uri="{FF2B5EF4-FFF2-40B4-BE49-F238E27FC236}">
                <a16:creationId xmlns:a16="http://schemas.microsoft.com/office/drawing/2014/main" id="{AB4F9605-77F6-88C4-A0B1-3043FDD79E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1" name="Google Shape;1291;g1e71a4a866a_0_20:notes">
            <a:extLst>
              <a:ext uri="{FF2B5EF4-FFF2-40B4-BE49-F238E27FC236}">
                <a16:creationId xmlns:a16="http://schemas.microsoft.com/office/drawing/2014/main" id="{882E929C-C16D-04BB-82EA-F80B9DBFB3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390334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6">
          <a:extLst>
            <a:ext uri="{FF2B5EF4-FFF2-40B4-BE49-F238E27FC236}">
              <a16:creationId xmlns:a16="http://schemas.microsoft.com/office/drawing/2014/main" id="{8D005344-9792-8047-7C0C-FD8260179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g54dda1946d_4_2679:notes">
            <a:extLst>
              <a:ext uri="{FF2B5EF4-FFF2-40B4-BE49-F238E27FC236}">
                <a16:creationId xmlns:a16="http://schemas.microsoft.com/office/drawing/2014/main" id="{DBB3EF1B-04D8-009F-7494-8E6E892068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8" name="Google Shape;1268;g54dda1946d_4_2679:notes">
            <a:extLst>
              <a:ext uri="{FF2B5EF4-FFF2-40B4-BE49-F238E27FC236}">
                <a16:creationId xmlns:a16="http://schemas.microsoft.com/office/drawing/2014/main" id="{959A2F8F-592B-559B-4FAD-3E83CB698B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282788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6">
          <a:extLst>
            <a:ext uri="{FF2B5EF4-FFF2-40B4-BE49-F238E27FC236}">
              <a16:creationId xmlns:a16="http://schemas.microsoft.com/office/drawing/2014/main" id="{78F5AD1B-AE8D-D8A6-1B46-EDBAF0439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g54dda1946d_4_2679:notes">
            <a:extLst>
              <a:ext uri="{FF2B5EF4-FFF2-40B4-BE49-F238E27FC236}">
                <a16:creationId xmlns:a16="http://schemas.microsoft.com/office/drawing/2014/main" id="{9AD2AF65-C803-ED33-1057-D9C9D4CDD4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8" name="Google Shape;1268;g54dda1946d_4_2679:notes">
            <a:extLst>
              <a:ext uri="{FF2B5EF4-FFF2-40B4-BE49-F238E27FC236}">
                <a16:creationId xmlns:a16="http://schemas.microsoft.com/office/drawing/2014/main" id="{ABE85286-220B-BFFD-51E3-9AAD821717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560710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9" name="Google Shape;1299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644614" y="-2747525"/>
            <a:ext cx="12278718" cy="10475804"/>
            <a:chOff x="-1644614" y="-2747525"/>
            <a:chExt cx="12278718" cy="10475804"/>
          </a:xfrm>
        </p:grpSpPr>
        <p:sp>
          <p:nvSpPr>
            <p:cNvPr id="10" name="Google Shape;10;p2"/>
            <p:cNvSpPr/>
            <p:nvPr/>
          </p:nvSpPr>
          <p:spPr>
            <a:xfrm rot="-2526399">
              <a:off x="5593085" y="3029310"/>
              <a:ext cx="4356710" cy="3718191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 rot="7128784">
              <a:off x="8363688" y="1001192"/>
              <a:ext cx="1703625" cy="1100471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 rot="1490198">
              <a:off x="-1039429" y="-1920903"/>
              <a:ext cx="4803426" cy="3939324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713225" y="2634850"/>
            <a:ext cx="3862500" cy="138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 b="0"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713225" y="3970798"/>
            <a:ext cx="38625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-1592614" y="-1841602"/>
            <a:ext cx="12385408" cy="9762152"/>
            <a:chOff x="-1592614" y="-1841602"/>
            <a:chExt cx="12385408" cy="9762152"/>
          </a:xfrm>
        </p:grpSpPr>
        <p:sp>
          <p:nvSpPr>
            <p:cNvPr id="50" name="Google Shape;50;p5"/>
            <p:cNvSpPr/>
            <p:nvPr/>
          </p:nvSpPr>
          <p:spPr>
            <a:xfrm rot="-2930233">
              <a:off x="-1132229" y="4127838"/>
              <a:ext cx="3690906" cy="2898776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5"/>
            <p:cNvSpPr/>
            <p:nvPr/>
          </p:nvSpPr>
          <p:spPr>
            <a:xfrm rot="1287706" flipH="1">
              <a:off x="7067490" y="-1325546"/>
              <a:ext cx="3339997" cy="2739156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" name="Google Shape;52;p5"/>
          <p:cNvGrpSpPr/>
          <p:nvPr/>
        </p:nvGrpSpPr>
        <p:grpSpPr>
          <a:xfrm>
            <a:off x="200218" y="4192521"/>
            <a:ext cx="1459676" cy="1092353"/>
            <a:chOff x="200218" y="4192521"/>
            <a:chExt cx="1459676" cy="1092353"/>
          </a:xfrm>
        </p:grpSpPr>
        <p:grpSp>
          <p:nvGrpSpPr>
            <p:cNvPr id="53" name="Google Shape;53;p5"/>
            <p:cNvGrpSpPr/>
            <p:nvPr/>
          </p:nvGrpSpPr>
          <p:grpSpPr>
            <a:xfrm>
              <a:off x="200218" y="4192521"/>
              <a:ext cx="885750" cy="572682"/>
              <a:chOff x="6798158" y="1294585"/>
              <a:chExt cx="1158600" cy="749094"/>
            </a:xfrm>
          </p:grpSpPr>
          <p:sp>
            <p:nvSpPr>
              <p:cNvPr id="54" name="Google Shape;54;p5"/>
              <p:cNvSpPr/>
              <p:nvPr/>
            </p:nvSpPr>
            <p:spPr>
              <a:xfrm>
                <a:off x="6798158" y="1365379"/>
                <a:ext cx="1158600" cy="678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55;p5"/>
              <p:cNvSpPr/>
              <p:nvPr/>
            </p:nvSpPr>
            <p:spPr>
              <a:xfrm>
                <a:off x="6798158" y="1294585"/>
                <a:ext cx="1158534" cy="70794"/>
              </a:xfrm>
              <a:custGeom>
                <a:avLst/>
                <a:gdLst/>
                <a:ahLst/>
                <a:cxnLst/>
                <a:rect l="l" t="t" r="r" b="b"/>
                <a:pathLst>
                  <a:path w="1325" h="81" extrusionOk="0">
                    <a:moveTo>
                      <a:pt x="1286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17" y="0"/>
                      <a:pt x="0" y="18"/>
                      <a:pt x="0" y="39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1325" y="81"/>
                      <a:pt x="1325" y="81"/>
                      <a:pt x="1325" y="81"/>
                    </a:cubicBezTo>
                    <a:cubicBezTo>
                      <a:pt x="1325" y="39"/>
                      <a:pt x="1325" y="39"/>
                      <a:pt x="1325" y="39"/>
                    </a:cubicBezTo>
                    <a:cubicBezTo>
                      <a:pt x="1325" y="18"/>
                      <a:pt x="1307" y="0"/>
                      <a:pt x="12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6;p5"/>
              <p:cNvSpPr/>
              <p:nvPr/>
            </p:nvSpPr>
            <p:spPr>
              <a:xfrm>
                <a:off x="6828772" y="1314675"/>
                <a:ext cx="32400" cy="31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57;p5"/>
              <p:cNvSpPr/>
              <p:nvPr/>
            </p:nvSpPr>
            <p:spPr>
              <a:xfrm>
                <a:off x="6879476" y="1314675"/>
                <a:ext cx="31500" cy="31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58;p5"/>
              <p:cNvSpPr/>
              <p:nvPr/>
            </p:nvSpPr>
            <p:spPr>
              <a:xfrm>
                <a:off x="6929223" y="1314675"/>
                <a:ext cx="31500" cy="31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5"/>
              <p:cNvSpPr/>
              <p:nvPr/>
            </p:nvSpPr>
            <p:spPr>
              <a:xfrm>
                <a:off x="6875649" y="1423736"/>
                <a:ext cx="1000682" cy="544349"/>
              </a:xfrm>
              <a:custGeom>
                <a:avLst/>
                <a:gdLst/>
                <a:ahLst/>
                <a:cxnLst/>
                <a:rect l="l" t="t" r="r" b="b"/>
                <a:pathLst>
                  <a:path w="1046" h="569" extrusionOk="0">
                    <a:moveTo>
                      <a:pt x="1046" y="569"/>
                    </a:moveTo>
                    <a:lnTo>
                      <a:pt x="0" y="569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563"/>
                    </a:lnTo>
                    <a:lnTo>
                      <a:pt x="1046" y="563"/>
                    </a:lnTo>
                    <a:lnTo>
                      <a:pt x="1046" y="56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60;p5"/>
              <p:cNvSpPr/>
              <p:nvPr/>
            </p:nvSpPr>
            <p:spPr>
              <a:xfrm>
                <a:off x="6923483" y="1727959"/>
                <a:ext cx="98400" cy="201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61;p5"/>
              <p:cNvSpPr/>
              <p:nvPr/>
            </p:nvSpPr>
            <p:spPr>
              <a:xfrm>
                <a:off x="7082291" y="1443826"/>
                <a:ext cx="97500" cy="485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62;p5"/>
              <p:cNvSpPr/>
              <p:nvPr/>
            </p:nvSpPr>
            <p:spPr>
              <a:xfrm>
                <a:off x="7241099" y="1562454"/>
                <a:ext cx="97500" cy="3666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63;p5"/>
              <p:cNvSpPr/>
              <p:nvPr/>
            </p:nvSpPr>
            <p:spPr>
              <a:xfrm>
                <a:off x="7398951" y="1626552"/>
                <a:ext cx="98400" cy="3024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" name="Google Shape;64;p5"/>
              <p:cNvSpPr/>
              <p:nvPr/>
            </p:nvSpPr>
            <p:spPr>
              <a:xfrm>
                <a:off x="7558715" y="1704042"/>
                <a:ext cx="97500" cy="225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" name="Google Shape;65;p5"/>
              <p:cNvSpPr/>
              <p:nvPr/>
            </p:nvSpPr>
            <p:spPr>
              <a:xfrm>
                <a:off x="7716567" y="1443826"/>
                <a:ext cx="97500" cy="4851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" name="Google Shape;66;p5"/>
              <p:cNvSpPr/>
              <p:nvPr/>
            </p:nvSpPr>
            <p:spPr>
              <a:xfrm>
                <a:off x="6923483" y="1992002"/>
                <a:ext cx="984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67;p5"/>
              <p:cNvSpPr/>
              <p:nvPr/>
            </p:nvSpPr>
            <p:spPr>
              <a:xfrm>
                <a:off x="7082291" y="1992002"/>
                <a:ext cx="975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68;p5"/>
              <p:cNvSpPr/>
              <p:nvPr/>
            </p:nvSpPr>
            <p:spPr>
              <a:xfrm>
                <a:off x="7241099" y="1992002"/>
                <a:ext cx="975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>
                <a:off x="7398951" y="1992002"/>
                <a:ext cx="984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5"/>
              <p:cNvSpPr/>
              <p:nvPr/>
            </p:nvSpPr>
            <p:spPr>
              <a:xfrm>
                <a:off x="7558715" y="1992002"/>
                <a:ext cx="975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5"/>
              <p:cNvSpPr/>
              <p:nvPr/>
            </p:nvSpPr>
            <p:spPr>
              <a:xfrm>
                <a:off x="7716567" y="1992002"/>
                <a:ext cx="975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" name="Google Shape;72;p5"/>
            <p:cNvGrpSpPr/>
            <p:nvPr/>
          </p:nvGrpSpPr>
          <p:grpSpPr>
            <a:xfrm>
              <a:off x="840230" y="4442788"/>
              <a:ext cx="819663" cy="842085"/>
              <a:chOff x="777043" y="2258113"/>
              <a:chExt cx="819663" cy="842085"/>
            </a:xfrm>
          </p:grpSpPr>
          <p:sp>
            <p:nvSpPr>
              <p:cNvPr id="73" name="Google Shape;73;p5"/>
              <p:cNvSpPr/>
              <p:nvPr/>
            </p:nvSpPr>
            <p:spPr>
              <a:xfrm>
                <a:off x="1263102" y="2750450"/>
                <a:ext cx="79814" cy="83402"/>
              </a:xfrm>
              <a:custGeom>
                <a:avLst/>
                <a:gdLst/>
                <a:ahLst/>
                <a:cxnLst/>
                <a:rect l="l" t="t" r="r" b="b"/>
                <a:pathLst>
                  <a:path w="89" h="93" extrusionOk="0">
                    <a:moveTo>
                      <a:pt x="0" y="0"/>
                    </a:moveTo>
                    <a:lnTo>
                      <a:pt x="89" y="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4" name="Google Shape;74;p5"/>
              <p:cNvCxnSpPr/>
              <p:nvPr/>
            </p:nvCxnSpPr>
            <p:spPr>
              <a:xfrm>
                <a:off x="1263102" y="2750450"/>
                <a:ext cx="79800" cy="831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sp>
            <p:nvSpPr>
              <p:cNvPr id="75" name="Google Shape;75;p5"/>
              <p:cNvSpPr/>
              <p:nvPr/>
            </p:nvSpPr>
            <p:spPr>
              <a:xfrm>
                <a:off x="1247856" y="2735204"/>
                <a:ext cx="111202" cy="112996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26" extrusionOk="0">
                    <a:moveTo>
                      <a:pt x="89" y="126"/>
                    </a:moveTo>
                    <a:lnTo>
                      <a:pt x="124" y="93"/>
                    </a:lnTo>
                    <a:lnTo>
                      <a:pt x="36" y="0"/>
                    </a:lnTo>
                    <a:lnTo>
                      <a:pt x="0" y="33"/>
                    </a:lnTo>
                    <a:lnTo>
                      <a:pt x="89" y="12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5"/>
              <p:cNvSpPr/>
              <p:nvPr/>
            </p:nvSpPr>
            <p:spPr>
              <a:xfrm>
                <a:off x="1302560" y="2791702"/>
                <a:ext cx="294146" cy="308496"/>
              </a:xfrm>
              <a:custGeom>
                <a:avLst/>
                <a:gdLst/>
                <a:ahLst/>
                <a:cxnLst/>
                <a:rect l="l" t="t" r="r" b="b"/>
                <a:pathLst>
                  <a:path w="359" h="376" extrusionOk="0">
                    <a:moveTo>
                      <a:pt x="358" y="296"/>
                    </a:moveTo>
                    <a:cubicBezTo>
                      <a:pt x="359" y="306"/>
                      <a:pt x="355" y="316"/>
                      <a:pt x="347" y="323"/>
                    </a:cubicBezTo>
                    <a:cubicBezTo>
                      <a:pt x="321" y="348"/>
                      <a:pt x="321" y="348"/>
                      <a:pt x="321" y="348"/>
                    </a:cubicBezTo>
                    <a:cubicBezTo>
                      <a:pt x="307" y="361"/>
                      <a:pt x="307" y="361"/>
                      <a:pt x="307" y="361"/>
                    </a:cubicBezTo>
                    <a:cubicBezTo>
                      <a:pt x="292" y="376"/>
                      <a:pt x="268" y="375"/>
                      <a:pt x="254" y="359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93" y="3"/>
                      <a:pt x="93" y="3"/>
                      <a:pt x="93" y="3"/>
                    </a:cubicBezTo>
                    <a:cubicBezTo>
                      <a:pt x="347" y="269"/>
                      <a:pt x="347" y="269"/>
                      <a:pt x="347" y="269"/>
                    </a:cubicBezTo>
                    <a:cubicBezTo>
                      <a:pt x="355" y="277"/>
                      <a:pt x="358" y="287"/>
                      <a:pt x="358" y="296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77;p5"/>
              <p:cNvSpPr/>
              <p:nvPr/>
            </p:nvSpPr>
            <p:spPr>
              <a:xfrm>
                <a:off x="1302560" y="2867033"/>
                <a:ext cx="293250" cy="228681"/>
              </a:xfrm>
              <a:custGeom>
                <a:avLst/>
                <a:gdLst/>
                <a:ahLst/>
                <a:cxnLst/>
                <a:rect l="l" t="t" r="r" b="b"/>
                <a:pathLst>
                  <a:path w="358" h="279" extrusionOk="0">
                    <a:moveTo>
                      <a:pt x="0" y="0"/>
                    </a:moveTo>
                    <a:cubicBezTo>
                      <a:pt x="254" y="267"/>
                      <a:pt x="254" y="267"/>
                      <a:pt x="254" y="267"/>
                    </a:cubicBezTo>
                    <a:cubicBezTo>
                      <a:pt x="261" y="275"/>
                      <a:pt x="272" y="279"/>
                      <a:pt x="282" y="279"/>
                    </a:cubicBezTo>
                    <a:cubicBezTo>
                      <a:pt x="291" y="279"/>
                      <a:pt x="300" y="276"/>
                      <a:pt x="307" y="269"/>
                    </a:cubicBezTo>
                    <a:cubicBezTo>
                      <a:pt x="321" y="256"/>
                      <a:pt x="321" y="256"/>
                      <a:pt x="321" y="256"/>
                    </a:cubicBezTo>
                    <a:cubicBezTo>
                      <a:pt x="347" y="231"/>
                      <a:pt x="347" y="231"/>
                      <a:pt x="347" y="231"/>
                    </a:cubicBezTo>
                    <a:cubicBezTo>
                      <a:pt x="355" y="224"/>
                      <a:pt x="358" y="214"/>
                      <a:pt x="358" y="205"/>
                    </a:cubicBezTo>
                    <a:cubicBezTo>
                      <a:pt x="358" y="205"/>
                      <a:pt x="358" y="204"/>
                      <a:pt x="358" y="204"/>
                    </a:cubicBezTo>
                    <a:cubicBezTo>
                      <a:pt x="358" y="204"/>
                      <a:pt x="358" y="204"/>
                      <a:pt x="358" y="204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" name="Google Shape;78;p5"/>
              <p:cNvSpPr/>
              <p:nvPr/>
            </p:nvSpPr>
            <p:spPr>
              <a:xfrm>
                <a:off x="845199" y="2327166"/>
                <a:ext cx="483367" cy="481576"/>
              </a:xfrm>
              <a:custGeom>
                <a:avLst/>
                <a:gdLst/>
                <a:ahLst/>
                <a:cxnLst/>
                <a:rect l="l" t="t" r="r" b="b"/>
                <a:pathLst>
                  <a:path w="589" h="588" extrusionOk="0">
                    <a:moveTo>
                      <a:pt x="295" y="0"/>
                    </a:moveTo>
                    <a:cubicBezTo>
                      <a:pt x="293" y="0"/>
                      <a:pt x="291" y="0"/>
                      <a:pt x="290" y="0"/>
                    </a:cubicBezTo>
                    <a:cubicBezTo>
                      <a:pt x="129" y="2"/>
                      <a:pt x="0" y="133"/>
                      <a:pt x="0" y="294"/>
                    </a:cubicBezTo>
                    <a:cubicBezTo>
                      <a:pt x="0" y="334"/>
                      <a:pt x="8" y="373"/>
                      <a:pt x="23" y="408"/>
                    </a:cubicBezTo>
                    <a:cubicBezTo>
                      <a:pt x="37" y="441"/>
                      <a:pt x="56" y="471"/>
                      <a:pt x="81" y="496"/>
                    </a:cubicBezTo>
                    <a:cubicBezTo>
                      <a:pt x="97" y="513"/>
                      <a:pt x="115" y="528"/>
                      <a:pt x="134" y="541"/>
                    </a:cubicBezTo>
                    <a:cubicBezTo>
                      <a:pt x="180" y="571"/>
                      <a:pt x="235" y="588"/>
                      <a:pt x="295" y="588"/>
                    </a:cubicBezTo>
                    <a:cubicBezTo>
                      <a:pt x="309" y="588"/>
                      <a:pt x="323" y="587"/>
                      <a:pt x="337" y="585"/>
                    </a:cubicBezTo>
                    <a:cubicBezTo>
                      <a:pt x="479" y="565"/>
                      <a:pt x="589" y="442"/>
                      <a:pt x="589" y="294"/>
                    </a:cubicBezTo>
                    <a:cubicBezTo>
                      <a:pt x="589" y="267"/>
                      <a:pt x="585" y="241"/>
                      <a:pt x="578" y="216"/>
                    </a:cubicBezTo>
                    <a:cubicBezTo>
                      <a:pt x="559" y="146"/>
                      <a:pt x="515" y="87"/>
                      <a:pt x="457" y="48"/>
                    </a:cubicBezTo>
                    <a:cubicBezTo>
                      <a:pt x="437" y="35"/>
                      <a:pt x="416" y="25"/>
                      <a:pt x="394" y="17"/>
                    </a:cubicBezTo>
                    <a:cubicBezTo>
                      <a:pt x="363" y="6"/>
                      <a:pt x="330" y="0"/>
                      <a:pt x="295" y="0"/>
                    </a:cubicBezTo>
                  </a:path>
                </a:pathLst>
              </a:custGeom>
              <a:solidFill>
                <a:srgbClr val="FDFDFD">
                  <a:alpha val="303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79;p5"/>
              <p:cNvSpPr/>
              <p:nvPr/>
            </p:nvSpPr>
            <p:spPr>
              <a:xfrm>
                <a:off x="955503" y="2366625"/>
                <a:ext cx="364096" cy="442117"/>
              </a:xfrm>
              <a:custGeom>
                <a:avLst/>
                <a:gdLst/>
                <a:ahLst/>
                <a:cxnLst/>
                <a:rect l="l" t="t" r="r" b="b"/>
                <a:pathLst>
                  <a:path w="444" h="540" extrusionOk="0">
                    <a:moveTo>
                      <a:pt x="444" y="168"/>
                    </a:moveTo>
                    <a:cubicBezTo>
                      <a:pt x="203" y="537"/>
                      <a:pt x="203" y="537"/>
                      <a:pt x="203" y="537"/>
                    </a:cubicBezTo>
                    <a:cubicBezTo>
                      <a:pt x="189" y="539"/>
                      <a:pt x="175" y="540"/>
                      <a:pt x="161" y="540"/>
                    </a:cubicBezTo>
                    <a:cubicBezTo>
                      <a:pt x="101" y="540"/>
                      <a:pt x="46" y="523"/>
                      <a:pt x="0" y="493"/>
                    </a:cubicBezTo>
                    <a:cubicBezTo>
                      <a:pt x="323" y="0"/>
                      <a:pt x="323" y="0"/>
                      <a:pt x="323" y="0"/>
                    </a:cubicBezTo>
                    <a:cubicBezTo>
                      <a:pt x="381" y="39"/>
                      <a:pt x="425" y="98"/>
                      <a:pt x="444" y="1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5"/>
              <p:cNvSpPr/>
              <p:nvPr/>
            </p:nvSpPr>
            <p:spPr>
              <a:xfrm>
                <a:off x="864031" y="2327166"/>
                <a:ext cx="304011" cy="406246"/>
              </a:xfrm>
              <a:custGeom>
                <a:avLst/>
                <a:gdLst/>
                <a:ahLst/>
                <a:cxnLst/>
                <a:rect l="l" t="t" r="r" b="b"/>
                <a:pathLst>
                  <a:path w="371" h="496" extrusionOk="0">
                    <a:moveTo>
                      <a:pt x="371" y="17"/>
                    </a:moveTo>
                    <a:cubicBezTo>
                      <a:pt x="58" y="496"/>
                      <a:pt x="58" y="496"/>
                      <a:pt x="58" y="496"/>
                    </a:cubicBezTo>
                    <a:cubicBezTo>
                      <a:pt x="33" y="471"/>
                      <a:pt x="14" y="441"/>
                      <a:pt x="0" y="408"/>
                    </a:cubicBezTo>
                    <a:cubicBezTo>
                      <a:pt x="267" y="0"/>
                      <a:pt x="267" y="0"/>
                      <a:pt x="267" y="0"/>
                    </a:cubicBezTo>
                    <a:cubicBezTo>
                      <a:pt x="268" y="0"/>
                      <a:pt x="270" y="0"/>
                      <a:pt x="272" y="0"/>
                    </a:cubicBezTo>
                    <a:cubicBezTo>
                      <a:pt x="307" y="0"/>
                      <a:pt x="340" y="6"/>
                      <a:pt x="371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5"/>
              <p:cNvSpPr/>
              <p:nvPr/>
            </p:nvSpPr>
            <p:spPr>
              <a:xfrm>
                <a:off x="777043" y="2258113"/>
                <a:ext cx="618783" cy="618783"/>
              </a:xfrm>
              <a:custGeom>
                <a:avLst/>
                <a:gdLst/>
                <a:ahLst/>
                <a:cxnLst/>
                <a:rect l="l" t="t" r="r" b="b"/>
                <a:pathLst>
                  <a:path w="755" h="755" extrusionOk="0">
                    <a:moveTo>
                      <a:pt x="246" y="683"/>
                    </a:moveTo>
                    <a:cubicBezTo>
                      <a:pt x="414" y="755"/>
                      <a:pt x="609" y="678"/>
                      <a:pt x="682" y="510"/>
                    </a:cubicBezTo>
                    <a:cubicBezTo>
                      <a:pt x="755" y="342"/>
                      <a:pt x="678" y="146"/>
                      <a:pt x="509" y="73"/>
                    </a:cubicBezTo>
                    <a:cubicBezTo>
                      <a:pt x="341" y="0"/>
                      <a:pt x="146" y="78"/>
                      <a:pt x="73" y="246"/>
                    </a:cubicBezTo>
                    <a:cubicBezTo>
                      <a:pt x="0" y="414"/>
                      <a:pt x="77" y="610"/>
                      <a:pt x="246" y="683"/>
                    </a:cubicBezTo>
                    <a:close/>
                    <a:moveTo>
                      <a:pt x="626" y="485"/>
                    </a:moveTo>
                    <a:cubicBezTo>
                      <a:pt x="566" y="622"/>
                      <a:pt x="407" y="685"/>
                      <a:pt x="270" y="626"/>
                    </a:cubicBezTo>
                    <a:cubicBezTo>
                      <a:pt x="133" y="567"/>
                      <a:pt x="70" y="407"/>
                      <a:pt x="129" y="271"/>
                    </a:cubicBezTo>
                    <a:cubicBezTo>
                      <a:pt x="189" y="134"/>
                      <a:pt x="348" y="71"/>
                      <a:pt x="485" y="130"/>
                    </a:cubicBezTo>
                    <a:cubicBezTo>
                      <a:pt x="622" y="189"/>
                      <a:pt x="685" y="349"/>
                      <a:pt x="626" y="48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2" name="Google Shape;82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subTitle" idx="1"/>
          </p:nvPr>
        </p:nvSpPr>
        <p:spPr>
          <a:xfrm>
            <a:off x="4989827" y="2704527"/>
            <a:ext cx="3141900" cy="11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5"/>
          <p:cNvSpPr txBox="1">
            <a:spLocks noGrp="1"/>
          </p:cNvSpPr>
          <p:nvPr>
            <p:ph type="subTitle" idx="2"/>
          </p:nvPr>
        </p:nvSpPr>
        <p:spPr>
          <a:xfrm>
            <a:off x="1012325" y="2704527"/>
            <a:ext cx="3141900" cy="11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5"/>
          <p:cNvSpPr txBox="1">
            <a:spLocks noGrp="1"/>
          </p:cNvSpPr>
          <p:nvPr>
            <p:ph type="subTitle" idx="3"/>
          </p:nvPr>
        </p:nvSpPr>
        <p:spPr>
          <a:xfrm>
            <a:off x="1012325" y="1962450"/>
            <a:ext cx="3141900" cy="86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86" name="Google Shape;86;p5"/>
          <p:cNvSpPr txBox="1">
            <a:spLocks noGrp="1"/>
          </p:cNvSpPr>
          <p:nvPr>
            <p:ph type="subTitle" idx="4"/>
          </p:nvPr>
        </p:nvSpPr>
        <p:spPr>
          <a:xfrm>
            <a:off x="4989832" y="1962450"/>
            <a:ext cx="3141900" cy="86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grpSp>
        <p:nvGrpSpPr>
          <p:cNvPr id="87" name="Google Shape;87;p5"/>
          <p:cNvGrpSpPr/>
          <p:nvPr/>
        </p:nvGrpSpPr>
        <p:grpSpPr>
          <a:xfrm>
            <a:off x="1564677" y="-72908"/>
            <a:ext cx="7097557" cy="4838103"/>
            <a:chOff x="1564677" y="-72908"/>
            <a:chExt cx="7097557" cy="4838103"/>
          </a:xfrm>
        </p:grpSpPr>
        <p:sp>
          <p:nvSpPr>
            <p:cNvPr id="88" name="Google Shape;88;p5"/>
            <p:cNvSpPr/>
            <p:nvPr/>
          </p:nvSpPr>
          <p:spPr>
            <a:xfrm>
              <a:off x="1564677" y="44427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9" name="Google Shape;89;p5"/>
            <p:cNvGrpSpPr/>
            <p:nvPr/>
          </p:nvGrpSpPr>
          <p:grpSpPr>
            <a:xfrm rot="4095745">
              <a:off x="7986209" y="-111497"/>
              <a:ext cx="451777" cy="789064"/>
              <a:chOff x="8579627" y="228750"/>
              <a:chExt cx="451723" cy="788970"/>
            </a:xfrm>
          </p:grpSpPr>
          <p:sp>
            <p:nvSpPr>
              <p:cNvPr id="90" name="Google Shape;90;p5"/>
              <p:cNvSpPr/>
              <p:nvPr/>
            </p:nvSpPr>
            <p:spPr>
              <a:xfrm>
                <a:off x="8579627" y="695320"/>
                <a:ext cx="326675" cy="32240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23" extrusionOk="0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91;p5"/>
              <p:cNvSpPr/>
              <p:nvPr/>
            </p:nvSpPr>
            <p:spPr>
              <a:xfrm>
                <a:off x="8846775" y="228750"/>
                <a:ext cx="184575" cy="18215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23" extrusionOk="0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94" name="Google Shape;94;p6"/>
          <p:cNvGrpSpPr/>
          <p:nvPr/>
        </p:nvGrpSpPr>
        <p:grpSpPr>
          <a:xfrm>
            <a:off x="-1067442" y="-2235586"/>
            <a:ext cx="11334362" cy="8364590"/>
            <a:chOff x="-1067442" y="-2235586"/>
            <a:chExt cx="11334362" cy="8364590"/>
          </a:xfrm>
        </p:grpSpPr>
        <p:sp>
          <p:nvSpPr>
            <p:cNvPr id="95" name="Google Shape;95;p6"/>
            <p:cNvSpPr/>
            <p:nvPr/>
          </p:nvSpPr>
          <p:spPr>
            <a:xfrm rot="-9487761">
              <a:off x="6826194" y="-1745977"/>
              <a:ext cx="3098926" cy="2433851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6"/>
            <p:cNvSpPr/>
            <p:nvPr/>
          </p:nvSpPr>
          <p:spPr>
            <a:xfrm rot="-9880295" flipH="1">
              <a:off x="-863626" y="4019806"/>
              <a:ext cx="2249342" cy="1844701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6"/>
          <p:cNvGrpSpPr/>
          <p:nvPr/>
        </p:nvGrpSpPr>
        <p:grpSpPr>
          <a:xfrm>
            <a:off x="464702" y="228750"/>
            <a:ext cx="8566648" cy="4346120"/>
            <a:chOff x="464702" y="228750"/>
            <a:chExt cx="8566648" cy="4346120"/>
          </a:xfrm>
        </p:grpSpPr>
        <p:sp>
          <p:nvSpPr>
            <p:cNvPr id="98" name="Google Shape;98;p6"/>
            <p:cNvSpPr/>
            <p:nvPr/>
          </p:nvSpPr>
          <p:spPr>
            <a:xfrm>
              <a:off x="464702" y="4252470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8579627" y="695320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6"/>
            <p:cNvSpPr/>
            <p:nvPr/>
          </p:nvSpPr>
          <p:spPr>
            <a:xfrm>
              <a:off x="8846775" y="22875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" name="Google Shape;101;p6"/>
          <p:cNvGrpSpPr/>
          <p:nvPr/>
        </p:nvGrpSpPr>
        <p:grpSpPr>
          <a:xfrm>
            <a:off x="-367865" y="3675387"/>
            <a:ext cx="1793863" cy="1346198"/>
            <a:chOff x="-367865" y="3675387"/>
            <a:chExt cx="1793863" cy="1346198"/>
          </a:xfrm>
        </p:grpSpPr>
        <p:grpSp>
          <p:nvGrpSpPr>
            <p:cNvPr id="102" name="Google Shape;102;p6"/>
            <p:cNvGrpSpPr/>
            <p:nvPr/>
          </p:nvGrpSpPr>
          <p:grpSpPr>
            <a:xfrm>
              <a:off x="791375" y="4574865"/>
              <a:ext cx="634624" cy="446720"/>
              <a:chOff x="3622711" y="1331469"/>
              <a:chExt cx="959226" cy="675313"/>
            </a:xfrm>
          </p:grpSpPr>
          <p:sp>
            <p:nvSpPr>
              <p:cNvPr id="103" name="Google Shape;103;p6"/>
              <p:cNvSpPr/>
              <p:nvPr/>
            </p:nvSpPr>
            <p:spPr>
              <a:xfrm>
                <a:off x="3622711" y="1331469"/>
                <a:ext cx="959226" cy="675313"/>
              </a:xfrm>
              <a:custGeom>
                <a:avLst/>
                <a:gdLst/>
                <a:ahLst/>
                <a:cxnLst/>
                <a:rect l="l" t="t" r="r" b="b"/>
                <a:pathLst>
                  <a:path w="517" h="365" extrusionOk="0">
                    <a:moveTo>
                      <a:pt x="503" y="365"/>
                    </a:moveTo>
                    <a:cubicBezTo>
                      <a:pt x="14" y="365"/>
                      <a:pt x="14" y="365"/>
                      <a:pt x="14" y="365"/>
                    </a:cubicBezTo>
                    <a:cubicBezTo>
                      <a:pt x="6" y="365"/>
                      <a:pt x="0" y="359"/>
                      <a:pt x="0" y="35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503" y="0"/>
                      <a:pt x="503" y="0"/>
                      <a:pt x="503" y="0"/>
                    </a:cubicBezTo>
                    <a:cubicBezTo>
                      <a:pt x="511" y="0"/>
                      <a:pt x="517" y="6"/>
                      <a:pt x="517" y="14"/>
                    </a:cubicBezTo>
                    <a:cubicBezTo>
                      <a:pt x="517" y="351"/>
                      <a:pt x="517" y="351"/>
                      <a:pt x="517" y="351"/>
                    </a:cubicBezTo>
                    <a:cubicBezTo>
                      <a:pt x="517" y="359"/>
                      <a:pt x="511" y="365"/>
                      <a:pt x="503" y="3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6"/>
              <p:cNvSpPr/>
              <p:nvPr/>
            </p:nvSpPr>
            <p:spPr>
              <a:xfrm>
                <a:off x="3728165" y="1367972"/>
                <a:ext cx="750345" cy="332586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64" extrusionOk="0">
                    <a:moveTo>
                      <a:pt x="1" y="164"/>
                    </a:moveTo>
                    <a:lnTo>
                      <a:pt x="125" y="82"/>
                    </a:lnTo>
                    <a:lnTo>
                      <a:pt x="184" y="125"/>
                    </a:lnTo>
                    <a:lnTo>
                      <a:pt x="247" y="47"/>
                    </a:lnTo>
                    <a:lnTo>
                      <a:pt x="308" y="86"/>
                    </a:lnTo>
                    <a:lnTo>
                      <a:pt x="370" y="2"/>
                    </a:lnTo>
                    <a:lnTo>
                      <a:pt x="368" y="0"/>
                    </a:lnTo>
                    <a:lnTo>
                      <a:pt x="308" y="84"/>
                    </a:lnTo>
                    <a:lnTo>
                      <a:pt x="246" y="45"/>
                    </a:lnTo>
                    <a:lnTo>
                      <a:pt x="183" y="123"/>
                    </a:lnTo>
                    <a:lnTo>
                      <a:pt x="125" y="80"/>
                    </a:lnTo>
                    <a:lnTo>
                      <a:pt x="0" y="162"/>
                    </a:lnTo>
                    <a:lnTo>
                      <a:pt x="1" y="164"/>
                    </a:lnTo>
                    <a:lnTo>
                      <a:pt x="1" y="16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105;p6"/>
              <p:cNvSpPr/>
              <p:nvPr/>
            </p:nvSpPr>
            <p:spPr>
              <a:xfrm>
                <a:off x="3963408" y="1513985"/>
                <a:ext cx="363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106;p6"/>
              <p:cNvSpPr/>
              <p:nvPr/>
            </p:nvSpPr>
            <p:spPr>
              <a:xfrm>
                <a:off x="4083059" y="1597131"/>
                <a:ext cx="36300" cy="387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107;p6"/>
              <p:cNvSpPr/>
              <p:nvPr/>
            </p:nvSpPr>
            <p:spPr>
              <a:xfrm>
                <a:off x="4208792" y="1445035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108;p6"/>
              <p:cNvSpPr/>
              <p:nvPr/>
            </p:nvSpPr>
            <p:spPr>
              <a:xfrm>
                <a:off x="4332497" y="1516013"/>
                <a:ext cx="387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109;p6"/>
              <p:cNvSpPr/>
              <p:nvPr/>
            </p:nvSpPr>
            <p:spPr>
              <a:xfrm>
                <a:off x="4458231" y="1351748"/>
                <a:ext cx="36300" cy="363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" name="Google Shape;110;p6"/>
              <p:cNvSpPr/>
              <p:nvPr/>
            </p:nvSpPr>
            <p:spPr>
              <a:xfrm>
                <a:off x="3709914" y="1678250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111;p6"/>
              <p:cNvSpPr/>
              <p:nvPr/>
            </p:nvSpPr>
            <p:spPr>
              <a:xfrm>
                <a:off x="3701802" y="1765453"/>
                <a:ext cx="66923" cy="152098"/>
              </a:xfrm>
              <a:custGeom>
                <a:avLst/>
                <a:gdLst/>
                <a:ahLst/>
                <a:cxnLst/>
                <a:rect l="l" t="t" r="r" b="b"/>
                <a:pathLst>
                  <a:path w="36" h="83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73"/>
                      <a:pt x="8" y="83"/>
                      <a:pt x="18" y="83"/>
                    </a:cubicBezTo>
                    <a:cubicBezTo>
                      <a:pt x="28" y="83"/>
                      <a:pt x="36" y="73"/>
                      <a:pt x="36" y="60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6"/>
              <p:cNvSpPr/>
              <p:nvPr/>
            </p:nvSpPr>
            <p:spPr>
              <a:xfrm>
                <a:off x="3825507" y="1694474"/>
                <a:ext cx="66923" cy="223076"/>
              </a:xfrm>
              <a:custGeom>
                <a:avLst/>
                <a:gdLst/>
                <a:ahLst/>
                <a:cxnLst/>
                <a:rect l="l" t="t" r="r" b="b"/>
                <a:pathLst>
                  <a:path w="36" h="121" extrusionOk="0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111"/>
                      <a:pt x="8" y="121"/>
                      <a:pt x="18" y="121"/>
                    </a:cubicBezTo>
                    <a:cubicBezTo>
                      <a:pt x="28" y="121"/>
                      <a:pt x="36" y="111"/>
                      <a:pt x="36" y="98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" name="Google Shape;113;p6"/>
              <p:cNvSpPr/>
              <p:nvPr/>
            </p:nvSpPr>
            <p:spPr>
              <a:xfrm>
                <a:off x="3947185" y="1621467"/>
                <a:ext cx="66923" cy="296083"/>
              </a:xfrm>
              <a:custGeom>
                <a:avLst/>
                <a:gdLst/>
                <a:ahLst/>
                <a:cxnLst/>
                <a:rect l="l" t="t" r="r" b="b"/>
                <a:pathLst>
                  <a:path w="36" h="160" extrusionOk="0">
                    <a:moveTo>
                      <a:pt x="36" y="23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3"/>
                    </a:cubicBezTo>
                    <a:cubicBezTo>
                      <a:pt x="0" y="137"/>
                      <a:pt x="0" y="137"/>
                      <a:pt x="0" y="137"/>
                    </a:cubicBezTo>
                    <a:cubicBezTo>
                      <a:pt x="0" y="150"/>
                      <a:pt x="8" y="160"/>
                      <a:pt x="18" y="160"/>
                    </a:cubicBezTo>
                    <a:cubicBezTo>
                      <a:pt x="28" y="160"/>
                      <a:pt x="36" y="150"/>
                      <a:pt x="36" y="137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14;p6"/>
              <p:cNvSpPr/>
              <p:nvPr/>
            </p:nvSpPr>
            <p:spPr>
              <a:xfrm>
                <a:off x="4072918" y="1678250"/>
                <a:ext cx="64895" cy="239300"/>
              </a:xfrm>
              <a:custGeom>
                <a:avLst/>
                <a:gdLst/>
                <a:ahLst/>
                <a:cxnLst/>
                <a:rect l="l" t="t" r="r" b="b"/>
                <a:pathLst>
                  <a:path w="36" h="129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0" y="119"/>
                      <a:pt x="8" y="129"/>
                      <a:pt x="18" y="129"/>
                    </a:cubicBezTo>
                    <a:cubicBezTo>
                      <a:pt x="28" y="129"/>
                      <a:pt x="36" y="119"/>
                      <a:pt x="36" y="106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115;p6"/>
              <p:cNvSpPr/>
              <p:nvPr/>
            </p:nvSpPr>
            <p:spPr>
              <a:xfrm>
                <a:off x="4196624" y="1548460"/>
                <a:ext cx="66923" cy="369089"/>
              </a:xfrm>
              <a:custGeom>
                <a:avLst/>
                <a:gdLst/>
                <a:ahLst/>
                <a:cxnLst/>
                <a:rect l="l" t="t" r="r" b="b"/>
                <a:pathLst>
                  <a:path w="36" h="199" extrusionOk="0">
                    <a:moveTo>
                      <a:pt x="36" y="24"/>
                    </a:moveTo>
                    <a:cubicBezTo>
                      <a:pt x="36" y="11"/>
                      <a:pt x="27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76"/>
                      <a:pt x="0" y="176"/>
                      <a:pt x="0" y="176"/>
                    </a:cubicBezTo>
                    <a:cubicBezTo>
                      <a:pt x="0" y="189"/>
                      <a:pt x="8" y="199"/>
                      <a:pt x="18" y="199"/>
                    </a:cubicBezTo>
                    <a:cubicBezTo>
                      <a:pt x="27" y="199"/>
                      <a:pt x="36" y="189"/>
                      <a:pt x="36" y="176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116;p6"/>
              <p:cNvSpPr/>
              <p:nvPr/>
            </p:nvSpPr>
            <p:spPr>
              <a:xfrm>
                <a:off x="4318302" y="1609299"/>
                <a:ext cx="66923" cy="308250"/>
              </a:xfrm>
              <a:custGeom>
                <a:avLst/>
                <a:gdLst/>
                <a:ahLst/>
                <a:cxnLst/>
                <a:rect l="l" t="t" r="r" b="b"/>
                <a:pathLst>
                  <a:path w="36" h="167" extrusionOk="0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44"/>
                      <a:pt x="0" y="144"/>
                      <a:pt x="0" y="144"/>
                    </a:cubicBezTo>
                    <a:cubicBezTo>
                      <a:pt x="0" y="157"/>
                      <a:pt x="8" y="167"/>
                      <a:pt x="18" y="167"/>
                    </a:cubicBezTo>
                    <a:cubicBezTo>
                      <a:pt x="28" y="167"/>
                      <a:pt x="36" y="157"/>
                      <a:pt x="36" y="144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6"/>
              <p:cNvSpPr/>
              <p:nvPr/>
            </p:nvSpPr>
            <p:spPr>
              <a:xfrm>
                <a:off x="4442007" y="1459230"/>
                <a:ext cx="66923" cy="458319"/>
              </a:xfrm>
              <a:custGeom>
                <a:avLst/>
                <a:gdLst/>
                <a:ahLst/>
                <a:cxnLst/>
                <a:rect l="l" t="t" r="r" b="b"/>
                <a:pathLst>
                  <a:path w="36" h="248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225"/>
                      <a:pt x="0" y="225"/>
                      <a:pt x="0" y="225"/>
                    </a:cubicBezTo>
                    <a:cubicBezTo>
                      <a:pt x="0" y="238"/>
                      <a:pt x="8" y="248"/>
                      <a:pt x="18" y="248"/>
                    </a:cubicBezTo>
                    <a:cubicBezTo>
                      <a:pt x="28" y="248"/>
                      <a:pt x="36" y="238"/>
                      <a:pt x="36" y="225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8" name="Google Shape;118;p6"/>
            <p:cNvGrpSpPr/>
            <p:nvPr/>
          </p:nvGrpSpPr>
          <p:grpSpPr>
            <a:xfrm>
              <a:off x="-367865" y="3675387"/>
              <a:ext cx="676370" cy="1142272"/>
              <a:chOff x="2757910" y="1240337"/>
              <a:chExt cx="676370" cy="1142272"/>
            </a:xfrm>
          </p:grpSpPr>
          <p:sp>
            <p:nvSpPr>
              <p:cNvPr id="119" name="Google Shape;119;p6"/>
              <p:cNvSpPr/>
              <p:nvPr/>
            </p:nvSpPr>
            <p:spPr>
              <a:xfrm>
                <a:off x="2757910" y="1240337"/>
                <a:ext cx="676370" cy="870576"/>
              </a:xfrm>
              <a:custGeom>
                <a:avLst/>
                <a:gdLst/>
                <a:ahLst/>
                <a:cxnLst/>
                <a:rect l="l" t="t" r="r" b="b"/>
                <a:pathLst>
                  <a:path w="774" h="996" extrusionOk="0">
                    <a:moveTo>
                      <a:pt x="774" y="387"/>
                    </a:moveTo>
                    <a:cubicBezTo>
                      <a:pt x="774" y="173"/>
                      <a:pt x="601" y="0"/>
                      <a:pt x="387" y="0"/>
                    </a:cubicBezTo>
                    <a:cubicBezTo>
                      <a:pt x="173" y="0"/>
                      <a:pt x="0" y="173"/>
                      <a:pt x="0" y="387"/>
                    </a:cubicBezTo>
                    <a:cubicBezTo>
                      <a:pt x="0" y="462"/>
                      <a:pt x="22" y="533"/>
                      <a:pt x="59" y="592"/>
                    </a:cubicBezTo>
                    <a:cubicBezTo>
                      <a:pt x="59" y="592"/>
                      <a:pt x="59" y="592"/>
                      <a:pt x="59" y="592"/>
                    </a:cubicBezTo>
                    <a:cubicBezTo>
                      <a:pt x="59" y="592"/>
                      <a:pt x="61" y="595"/>
                      <a:pt x="64" y="600"/>
                    </a:cubicBezTo>
                    <a:cubicBezTo>
                      <a:pt x="65" y="602"/>
                      <a:pt x="66" y="603"/>
                      <a:pt x="67" y="605"/>
                    </a:cubicBezTo>
                    <a:cubicBezTo>
                      <a:pt x="99" y="654"/>
                      <a:pt x="211" y="835"/>
                      <a:pt x="211" y="996"/>
                    </a:cubicBezTo>
                    <a:cubicBezTo>
                      <a:pt x="334" y="996"/>
                      <a:pt x="334" y="996"/>
                      <a:pt x="334" y="996"/>
                    </a:cubicBezTo>
                    <a:cubicBezTo>
                      <a:pt x="464" y="996"/>
                      <a:pt x="464" y="996"/>
                      <a:pt x="464" y="996"/>
                    </a:cubicBezTo>
                    <a:cubicBezTo>
                      <a:pt x="563" y="996"/>
                      <a:pt x="563" y="996"/>
                      <a:pt x="563" y="996"/>
                    </a:cubicBezTo>
                    <a:cubicBezTo>
                      <a:pt x="563" y="808"/>
                      <a:pt x="716" y="592"/>
                      <a:pt x="716" y="592"/>
                    </a:cubicBezTo>
                    <a:cubicBezTo>
                      <a:pt x="716" y="592"/>
                      <a:pt x="716" y="592"/>
                      <a:pt x="716" y="592"/>
                    </a:cubicBezTo>
                    <a:cubicBezTo>
                      <a:pt x="753" y="533"/>
                      <a:pt x="774" y="462"/>
                      <a:pt x="774" y="3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6"/>
              <p:cNvSpPr/>
              <p:nvPr/>
            </p:nvSpPr>
            <p:spPr>
              <a:xfrm>
                <a:off x="2940636" y="2078385"/>
                <a:ext cx="320487" cy="227689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38" extrusionOk="0">
                    <a:moveTo>
                      <a:pt x="196" y="0"/>
                    </a:moveTo>
                    <a:lnTo>
                      <a:pt x="139" y="0"/>
                    </a:lnTo>
                    <a:lnTo>
                      <a:pt x="0" y="0"/>
                    </a:lnTo>
                    <a:lnTo>
                      <a:pt x="0" y="165"/>
                    </a:lnTo>
                    <a:lnTo>
                      <a:pt x="90" y="238"/>
                    </a:lnTo>
                    <a:lnTo>
                      <a:pt x="139" y="238"/>
                    </a:lnTo>
                    <a:lnTo>
                      <a:pt x="196" y="238"/>
                    </a:lnTo>
                    <a:lnTo>
                      <a:pt x="245" y="238"/>
                    </a:lnTo>
                    <a:lnTo>
                      <a:pt x="335" y="165"/>
                    </a:lnTo>
                    <a:lnTo>
                      <a:pt x="335" y="0"/>
                    </a:lnTo>
                    <a:lnTo>
                      <a:pt x="19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6"/>
              <p:cNvSpPr/>
              <p:nvPr/>
            </p:nvSpPr>
            <p:spPr>
              <a:xfrm>
                <a:off x="2924372" y="1697628"/>
                <a:ext cx="322400" cy="369276"/>
              </a:xfrm>
              <a:custGeom>
                <a:avLst/>
                <a:gdLst/>
                <a:ahLst/>
                <a:cxnLst/>
                <a:rect l="l" t="t" r="r" b="b"/>
                <a:pathLst>
                  <a:path w="369" h="422" extrusionOk="0">
                    <a:moveTo>
                      <a:pt x="103" y="422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10" y="49"/>
                      <a:pt x="10" y="49"/>
                      <a:pt x="10" y="49"/>
                    </a:cubicBezTo>
                    <a:cubicBezTo>
                      <a:pt x="11" y="50"/>
                      <a:pt x="66" y="92"/>
                      <a:pt x="109" y="87"/>
                    </a:cubicBezTo>
                    <a:cubicBezTo>
                      <a:pt x="86" y="49"/>
                      <a:pt x="96" y="27"/>
                      <a:pt x="103" y="18"/>
                    </a:cubicBezTo>
                    <a:cubicBezTo>
                      <a:pt x="114" y="4"/>
                      <a:pt x="135" y="0"/>
                      <a:pt x="150" y="8"/>
                    </a:cubicBezTo>
                    <a:cubicBezTo>
                      <a:pt x="164" y="16"/>
                      <a:pt x="168" y="33"/>
                      <a:pt x="160" y="54"/>
                    </a:cubicBezTo>
                    <a:cubicBezTo>
                      <a:pt x="152" y="73"/>
                      <a:pt x="140" y="86"/>
                      <a:pt x="123" y="92"/>
                    </a:cubicBezTo>
                    <a:cubicBezTo>
                      <a:pt x="128" y="98"/>
                      <a:pt x="133" y="105"/>
                      <a:pt x="139" y="111"/>
                    </a:cubicBezTo>
                    <a:cubicBezTo>
                      <a:pt x="168" y="143"/>
                      <a:pt x="196" y="138"/>
                      <a:pt x="214" y="128"/>
                    </a:cubicBezTo>
                    <a:cubicBezTo>
                      <a:pt x="230" y="119"/>
                      <a:pt x="243" y="104"/>
                      <a:pt x="253" y="88"/>
                    </a:cubicBezTo>
                    <a:cubicBezTo>
                      <a:pt x="246" y="85"/>
                      <a:pt x="241" y="82"/>
                      <a:pt x="238" y="80"/>
                    </a:cubicBezTo>
                    <a:cubicBezTo>
                      <a:pt x="216" y="67"/>
                      <a:pt x="204" y="45"/>
                      <a:pt x="209" y="27"/>
                    </a:cubicBezTo>
                    <a:cubicBezTo>
                      <a:pt x="213" y="15"/>
                      <a:pt x="225" y="8"/>
                      <a:pt x="242" y="7"/>
                    </a:cubicBezTo>
                    <a:cubicBezTo>
                      <a:pt x="259" y="7"/>
                      <a:pt x="270" y="15"/>
                      <a:pt x="274" y="29"/>
                    </a:cubicBezTo>
                    <a:cubicBezTo>
                      <a:pt x="278" y="43"/>
                      <a:pt x="274" y="63"/>
                      <a:pt x="265" y="83"/>
                    </a:cubicBezTo>
                    <a:cubicBezTo>
                      <a:pt x="307" y="92"/>
                      <a:pt x="347" y="61"/>
                      <a:pt x="360" y="49"/>
                    </a:cubicBezTo>
                    <a:cubicBezTo>
                      <a:pt x="369" y="41"/>
                      <a:pt x="369" y="41"/>
                      <a:pt x="369" y="41"/>
                    </a:cubicBezTo>
                    <a:cubicBezTo>
                      <a:pt x="293" y="422"/>
                      <a:pt x="293" y="422"/>
                      <a:pt x="293" y="422"/>
                    </a:cubicBezTo>
                    <a:cubicBezTo>
                      <a:pt x="285" y="420"/>
                      <a:pt x="285" y="420"/>
                      <a:pt x="285" y="420"/>
                    </a:cubicBezTo>
                    <a:cubicBezTo>
                      <a:pt x="356" y="63"/>
                      <a:pt x="356" y="63"/>
                      <a:pt x="356" y="63"/>
                    </a:cubicBezTo>
                    <a:cubicBezTo>
                      <a:pt x="316" y="94"/>
                      <a:pt x="283" y="95"/>
                      <a:pt x="261" y="90"/>
                    </a:cubicBezTo>
                    <a:cubicBezTo>
                      <a:pt x="251" y="108"/>
                      <a:pt x="236" y="125"/>
                      <a:pt x="218" y="135"/>
                    </a:cubicBezTo>
                    <a:cubicBezTo>
                      <a:pt x="189" y="151"/>
                      <a:pt x="159" y="145"/>
                      <a:pt x="133" y="117"/>
                    </a:cubicBezTo>
                    <a:cubicBezTo>
                      <a:pt x="125" y="109"/>
                      <a:pt x="119" y="101"/>
                      <a:pt x="114" y="94"/>
                    </a:cubicBezTo>
                    <a:cubicBezTo>
                      <a:pt x="77" y="101"/>
                      <a:pt x="34" y="76"/>
                      <a:pt x="15" y="63"/>
                    </a:cubicBezTo>
                    <a:cubicBezTo>
                      <a:pt x="111" y="420"/>
                      <a:pt x="111" y="420"/>
                      <a:pt x="111" y="420"/>
                    </a:cubicBezTo>
                    <a:cubicBezTo>
                      <a:pt x="103" y="422"/>
                      <a:pt x="103" y="422"/>
                      <a:pt x="103" y="422"/>
                    </a:cubicBezTo>
                    <a:moveTo>
                      <a:pt x="133" y="12"/>
                    </a:moveTo>
                    <a:cubicBezTo>
                      <a:pt x="125" y="12"/>
                      <a:pt x="115" y="16"/>
                      <a:pt x="110" y="23"/>
                    </a:cubicBezTo>
                    <a:cubicBezTo>
                      <a:pt x="99" y="37"/>
                      <a:pt x="102" y="59"/>
                      <a:pt x="118" y="85"/>
                    </a:cubicBezTo>
                    <a:cubicBezTo>
                      <a:pt x="133" y="80"/>
                      <a:pt x="145" y="69"/>
                      <a:pt x="152" y="51"/>
                    </a:cubicBezTo>
                    <a:cubicBezTo>
                      <a:pt x="159" y="34"/>
                      <a:pt x="156" y="21"/>
                      <a:pt x="146" y="15"/>
                    </a:cubicBezTo>
                    <a:cubicBezTo>
                      <a:pt x="142" y="13"/>
                      <a:pt x="138" y="12"/>
                      <a:pt x="133" y="12"/>
                    </a:cubicBezTo>
                    <a:moveTo>
                      <a:pt x="244" y="16"/>
                    </a:moveTo>
                    <a:cubicBezTo>
                      <a:pt x="243" y="16"/>
                      <a:pt x="243" y="16"/>
                      <a:pt x="243" y="16"/>
                    </a:cubicBezTo>
                    <a:cubicBezTo>
                      <a:pt x="229" y="16"/>
                      <a:pt x="220" y="21"/>
                      <a:pt x="217" y="30"/>
                    </a:cubicBezTo>
                    <a:cubicBezTo>
                      <a:pt x="214" y="43"/>
                      <a:pt x="224" y="62"/>
                      <a:pt x="242" y="73"/>
                    </a:cubicBezTo>
                    <a:cubicBezTo>
                      <a:pt x="247" y="76"/>
                      <a:pt x="252" y="79"/>
                      <a:pt x="257" y="80"/>
                    </a:cubicBezTo>
                    <a:cubicBezTo>
                      <a:pt x="265" y="62"/>
                      <a:pt x="269" y="44"/>
                      <a:pt x="266" y="31"/>
                    </a:cubicBezTo>
                    <a:cubicBezTo>
                      <a:pt x="263" y="21"/>
                      <a:pt x="255" y="16"/>
                      <a:pt x="244" y="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6"/>
              <p:cNvSpPr/>
              <p:nvPr/>
            </p:nvSpPr>
            <p:spPr>
              <a:xfrm>
                <a:off x="2942549" y="1733025"/>
                <a:ext cx="304223" cy="323357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69" extrusionOk="0">
                    <a:moveTo>
                      <a:pt x="0" y="77"/>
                    </a:moveTo>
                    <a:cubicBezTo>
                      <a:pt x="78" y="369"/>
                      <a:pt x="78" y="369"/>
                      <a:pt x="78" y="369"/>
                    </a:cubicBezTo>
                    <a:cubicBezTo>
                      <a:pt x="87" y="369"/>
                      <a:pt x="87" y="369"/>
                      <a:pt x="87" y="36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6" y="77"/>
                      <a:pt x="3" y="77"/>
                      <a:pt x="0" y="77"/>
                    </a:cubicBezTo>
                    <a:moveTo>
                      <a:pt x="348" y="0"/>
                    </a:moveTo>
                    <a:cubicBezTo>
                      <a:pt x="339" y="8"/>
                      <a:pt x="339" y="8"/>
                      <a:pt x="339" y="8"/>
                    </a:cubicBezTo>
                    <a:cubicBezTo>
                      <a:pt x="328" y="18"/>
                      <a:pt x="295" y="43"/>
                      <a:pt x="260" y="43"/>
                    </a:cubicBezTo>
                    <a:cubicBezTo>
                      <a:pt x="254" y="43"/>
                      <a:pt x="249" y="43"/>
                      <a:pt x="244" y="42"/>
                    </a:cubicBezTo>
                    <a:cubicBezTo>
                      <a:pt x="248" y="34"/>
                      <a:pt x="250" y="26"/>
                      <a:pt x="252" y="18"/>
                    </a:cubicBezTo>
                    <a:cubicBezTo>
                      <a:pt x="249" y="20"/>
                      <a:pt x="245" y="22"/>
                      <a:pt x="242" y="24"/>
                    </a:cubicBezTo>
                    <a:cubicBezTo>
                      <a:pt x="240" y="29"/>
                      <a:pt x="238" y="34"/>
                      <a:pt x="236" y="39"/>
                    </a:cubicBezTo>
                    <a:cubicBezTo>
                      <a:pt x="232" y="38"/>
                      <a:pt x="228" y="36"/>
                      <a:pt x="224" y="34"/>
                    </a:cubicBezTo>
                    <a:cubicBezTo>
                      <a:pt x="221" y="35"/>
                      <a:pt x="218" y="37"/>
                      <a:pt x="215" y="38"/>
                    </a:cubicBezTo>
                    <a:cubicBezTo>
                      <a:pt x="215" y="38"/>
                      <a:pt x="216" y="39"/>
                      <a:pt x="217" y="39"/>
                    </a:cubicBezTo>
                    <a:cubicBezTo>
                      <a:pt x="220" y="41"/>
                      <a:pt x="225" y="44"/>
                      <a:pt x="232" y="47"/>
                    </a:cubicBezTo>
                    <a:cubicBezTo>
                      <a:pt x="222" y="63"/>
                      <a:pt x="209" y="78"/>
                      <a:pt x="193" y="87"/>
                    </a:cubicBezTo>
                    <a:cubicBezTo>
                      <a:pt x="185" y="91"/>
                      <a:pt x="176" y="94"/>
                      <a:pt x="165" y="94"/>
                    </a:cubicBezTo>
                    <a:cubicBezTo>
                      <a:pt x="151" y="94"/>
                      <a:pt x="135" y="88"/>
                      <a:pt x="118" y="70"/>
                    </a:cubicBezTo>
                    <a:cubicBezTo>
                      <a:pt x="117" y="70"/>
                      <a:pt x="117" y="69"/>
                      <a:pt x="116" y="68"/>
                    </a:cubicBezTo>
                    <a:cubicBezTo>
                      <a:pt x="113" y="69"/>
                      <a:pt x="110" y="69"/>
                      <a:pt x="107" y="70"/>
                    </a:cubicBezTo>
                    <a:cubicBezTo>
                      <a:pt x="108" y="72"/>
                      <a:pt x="110" y="74"/>
                      <a:pt x="112" y="76"/>
                    </a:cubicBezTo>
                    <a:cubicBezTo>
                      <a:pt x="128" y="94"/>
                      <a:pt x="147" y="103"/>
                      <a:pt x="165" y="103"/>
                    </a:cubicBezTo>
                    <a:cubicBezTo>
                      <a:pt x="176" y="103"/>
                      <a:pt x="186" y="100"/>
                      <a:pt x="197" y="94"/>
                    </a:cubicBezTo>
                    <a:cubicBezTo>
                      <a:pt x="215" y="84"/>
                      <a:pt x="230" y="67"/>
                      <a:pt x="240" y="49"/>
                    </a:cubicBezTo>
                    <a:cubicBezTo>
                      <a:pt x="246" y="51"/>
                      <a:pt x="253" y="52"/>
                      <a:pt x="261" y="52"/>
                    </a:cubicBezTo>
                    <a:cubicBezTo>
                      <a:pt x="281" y="52"/>
                      <a:pt x="306" y="45"/>
                      <a:pt x="335" y="22"/>
                    </a:cubicBezTo>
                    <a:cubicBezTo>
                      <a:pt x="266" y="369"/>
                      <a:pt x="266" y="369"/>
                      <a:pt x="266" y="369"/>
                    </a:cubicBezTo>
                    <a:cubicBezTo>
                      <a:pt x="275" y="369"/>
                      <a:pt x="275" y="369"/>
                      <a:pt x="275" y="369"/>
                    </a:cubicBezTo>
                    <a:cubicBezTo>
                      <a:pt x="348" y="0"/>
                      <a:pt x="348" y="0"/>
                      <a:pt x="3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6"/>
              <p:cNvSpPr/>
              <p:nvPr/>
            </p:nvSpPr>
            <p:spPr>
              <a:xfrm>
                <a:off x="2904282" y="2056382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6"/>
              <p:cNvSpPr/>
              <p:nvPr/>
            </p:nvSpPr>
            <p:spPr>
              <a:xfrm>
                <a:off x="2904282" y="2118566"/>
                <a:ext cx="393194" cy="41137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7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1"/>
                      <a:pt x="0" y="23"/>
                    </a:cubicBezTo>
                    <a:cubicBezTo>
                      <a:pt x="0" y="36"/>
                      <a:pt x="12" y="47"/>
                      <a:pt x="25" y="47"/>
                    </a:cubicBezTo>
                    <a:cubicBezTo>
                      <a:pt x="425" y="47"/>
                      <a:pt x="425" y="47"/>
                      <a:pt x="425" y="47"/>
                    </a:cubicBezTo>
                    <a:cubicBezTo>
                      <a:pt x="438" y="47"/>
                      <a:pt x="450" y="36"/>
                      <a:pt x="450" y="23"/>
                    </a:cubicBezTo>
                    <a:cubicBezTo>
                      <a:pt x="450" y="11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25;p6"/>
              <p:cNvSpPr/>
              <p:nvPr/>
            </p:nvSpPr>
            <p:spPr>
              <a:xfrm>
                <a:off x="2904282" y="2181706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6"/>
              <p:cNvSpPr/>
              <p:nvPr/>
            </p:nvSpPr>
            <p:spPr>
              <a:xfrm>
                <a:off x="3026737" y="2306074"/>
                <a:ext cx="148285" cy="76534"/>
              </a:xfrm>
              <a:custGeom>
                <a:avLst/>
                <a:gdLst/>
                <a:ahLst/>
                <a:cxnLst/>
                <a:rect l="l" t="t" r="r" b="b"/>
                <a:pathLst>
                  <a:path w="170" h="87" extrusionOk="0">
                    <a:moveTo>
                      <a:pt x="0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49"/>
                      <a:pt x="38" y="87"/>
                      <a:pt x="85" y="87"/>
                    </a:cubicBezTo>
                    <a:cubicBezTo>
                      <a:pt x="132" y="87"/>
                      <a:pt x="170" y="49"/>
                      <a:pt x="170" y="2"/>
                    </a:cubicBezTo>
                    <a:cubicBezTo>
                      <a:pt x="170" y="0"/>
                      <a:pt x="170" y="0"/>
                      <a:pt x="17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360200" cy="101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7"/>
          <p:cNvSpPr txBox="1">
            <a:spLocks noGrp="1"/>
          </p:cNvSpPr>
          <p:nvPr>
            <p:ph type="subTitle" idx="1"/>
          </p:nvPr>
        </p:nvSpPr>
        <p:spPr>
          <a:xfrm>
            <a:off x="720000" y="1700300"/>
            <a:ext cx="4360200" cy="290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p7"/>
          <p:cNvSpPr>
            <a:spLocks noGrp="1"/>
          </p:cNvSpPr>
          <p:nvPr>
            <p:ph type="pic" idx="2"/>
          </p:nvPr>
        </p:nvSpPr>
        <p:spPr>
          <a:xfrm>
            <a:off x="5287787" y="1164750"/>
            <a:ext cx="2702100" cy="31452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grpSp>
        <p:nvGrpSpPr>
          <p:cNvPr id="131" name="Google Shape;131;p7"/>
          <p:cNvGrpSpPr/>
          <p:nvPr/>
        </p:nvGrpSpPr>
        <p:grpSpPr>
          <a:xfrm>
            <a:off x="-1074892" y="-1954336"/>
            <a:ext cx="11396924" cy="8184515"/>
            <a:chOff x="-1074892" y="-1954336"/>
            <a:chExt cx="11396924" cy="8184515"/>
          </a:xfrm>
        </p:grpSpPr>
        <p:sp>
          <p:nvSpPr>
            <p:cNvPr id="132" name="Google Shape;132;p7"/>
            <p:cNvSpPr/>
            <p:nvPr/>
          </p:nvSpPr>
          <p:spPr>
            <a:xfrm rot="-9487761">
              <a:off x="6881307" y="-1464727"/>
              <a:ext cx="3098926" cy="2433851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7"/>
            <p:cNvSpPr/>
            <p:nvPr/>
          </p:nvSpPr>
          <p:spPr>
            <a:xfrm rot="-9880295" flipH="1">
              <a:off x="-871076" y="4120981"/>
              <a:ext cx="2249342" cy="1844701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4" name="Google Shape;134;p7"/>
          <p:cNvGrpSpPr/>
          <p:nvPr/>
        </p:nvGrpSpPr>
        <p:grpSpPr>
          <a:xfrm>
            <a:off x="7702991" y="236579"/>
            <a:ext cx="1713523" cy="1256858"/>
            <a:chOff x="7702991" y="236579"/>
            <a:chExt cx="1713523" cy="1256858"/>
          </a:xfrm>
        </p:grpSpPr>
        <p:grpSp>
          <p:nvGrpSpPr>
            <p:cNvPr id="135" name="Google Shape;135;p7"/>
            <p:cNvGrpSpPr/>
            <p:nvPr/>
          </p:nvGrpSpPr>
          <p:grpSpPr>
            <a:xfrm>
              <a:off x="7702991" y="236579"/>
              <a:ext cx="428274" cy="605851"/>
              <a:chOff x="6000261" y="1225220"/>
              <a:chExt cx="627600" cy="887824"/>
            </a:xfrm>
          </p:grpSpPr>
          <p:sp>
            <p:nvSpPr>
              <p:cNvPr id="136" name="Google Shape;136;p7"/>
              <p:cNvSpPr/>
              <p:nvPr/>
            </p:nvSpPr>
            <p:spPr>
              <a:xfrm>
                <a:off x="6000261" y="1293145"/>
                <a:ext cx="627600" cy="8199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p7"/>
              <p:cNvSpPr/>
              <p:nvPr/>
            </p:nvSpPr>
            <p:spPr>
              <a:xfrm>
                <a:off x="6000261" y="1225220"/>
                <a:ext cx="627579" cy="6792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7"/>
              <p:cNvSpPr/>
              <p:nvPr/>
            </p:nvSpPr>
            <p:spPr>
              <a:xfrm>
                <a:off x="6029918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39;p7"/>
              <p:cNvSpPr/>
              <p:nvPr/>
            </p:nvSpPr>
            <p:spPr>
              <a:xfrm>
                <a:off x="6077752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" name="Google Shape;140;p7"/>
              <p:cNvSpPr/>
              <p:nvPr/>
            </p:nvSpPr>
            <p:spPr>
              <a:xfrm>
                <a:off x="6126543" y="1243398"/>
                <a:ext cx="306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7"/>
              <p:cNvSpPr/>
              <p:nvPr/>
            </p:nvSpPr>
            <p:spPr>
              <a:xfrm>
                <a:off x="6100712" y="1671989"/>
                <a:ext cx="97500" cy="142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7"/>
              <p:cNvSpPr/>
              <p:nvPr/>
            </p:nvSpPr>
            <p:spPr>
              <a:xfrm>
                <a:off x="6248997" y="1573451"/>
                <a:ext cx="98400" cy="241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7"/>
              <p:cNvSpPr/>
              <p:nvPr/>
            </p:nvSpPr>
            <p:spPr>
              <a:xfrm>
                <a:off x="6397281" y="1484480"/>
                <a:ext cx="97500" cy="330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7"/>
              <p:cNvSpPr/>
              <p:nvPr/>
            </p:nvSpPr>
            <p:spPr>
              <a:xfrm>
                <a:off x="6135152" y="1338108"/>
                <a:ext cx="308049" cy="309007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7"/>
              <p:cNvSpPr/>
              <p:nvPr/>
            </p:nvSpPr>
            <p:spPr>
              <a:xfrm>
                <a:off x="6072012" y="1876717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>
                <a:off x="6072012" y="1929334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47;p7"/>
              <p:cNvSpPr/>
              <p:nvPr/>
            </p:nvSpPr>
            <p:spPr>
              <a:xfrm>
                <a:off x="6124629" y="1981952"/>
                <a:ext cx="3777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48;p7"/>
              <p:cNvSpPr/>
              <p:nvPr/>
            </p:nvSpPr>
            <p:spPr>
              <a:xfrm>
                <a:off x="6192553" y="2034569"/>
                <a:ext cx="2421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9" name="Google Shape;149;p7"/>
            <p:cNvGrpSpPr/>
            <p:nvPr/>
          </p:nvGrpSpPr>
          <p:grpSpPr>
            <a:xfrm rot="-2376894">
              <a:off x="8771628" y="712393"/>
              <a:ext cx="471966" cy="712375"/>
              <a:chOff x="2047101" y="2145599"/>
              <a:chExt cx="407553" cy="615151"/>
            </a:xfrm>
          </p:grpSpPr>
          <p:sp>
            <p:nvSpPr>
              <p:cNvPr id="150" name="Google Shape;150;p7"/>
              <p:cNvSpPr/>
              <p:nvPr/>
            </p:nvSpPr>
            <p:spPr>
              <a:xfrm>
                <a:off x="2047101" y="2145599"/>
                <a:ext cx="407553" cy="615151"/>
              </a:xfrm>
              <a:custGeom>
                <a:avLst/>
                <a:gdLst/>
                <a:ahLst/>
                <a:cxnLst/>
                <a:rect l="l" t="t" r="r" b="b"/>
                <a:pathLst>
                  <a:path w="879" h="1325" extrusionOk="0">
                    <a:moveTo>
                      <a:pt x="879" y="55"/>
                    </a:moveTo>
                    <a:cubicBezTo>
                      <a:pt x="879" y="1270"/>
                      <a:pt x="879" y="1270"/>
                      <a:pt x="879" y="1270"/>
                    </a:cubicBezTo>
                    <a:cubicBezTo>
                      <a:pt x="879" y="1300"/>
                      <a:pt x="854" y="1325"/>
                      <a:pt x="824" y="1325"/>
                    </a:cubicBezTo>
                    <a:cubicBezTo>
                      <a:pt x="55" y="1325"/>
                      <a:pt x="55" y="1325"/>
                      <a:pt x="55" y="1325"/>
                    </a:cubicBezTo>
                    <a:cubicBezTo>
                      <a:pt x="25" y="1325"/>
                      <a:pt x="0" y="1300"/>
                      <a:pt x="0" y="1270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1;p7"/>
              <p:cNvSpPr/>
              <p:nvPr/>
            </p:nvSpPr>
            <p:spPr>
              <a:xfrm>
                <a:off x="2047101" y="2145599"/>
                <a:ext cx="407553" cy="203528"/>
              </a:xfrm>
              <a:custGeom>
                <a:avLst/>
                <a:gdLst/>
                <a:ahLst/>
                <a:cxnLst/>
                <a:rect l="l" t="t" r="r" b="b"/>
                <a:pathLst>
                  <a:path w="879" h="439" extrusionOk="0">
                    <a:moveTo>
                      <a:pt x="879" y="55"/>
                    </a:moveTo>
                    <a:cubicBezTo>
                      <a:pt x="879" y="439"/>
                      <a:pt x="879" y="439"/>
                      <a:pt x="879" y="439"/>
                    </a:cubicBezTo>
                    <a:cubicBezTo>
                      <a:pt x="0" y="439"/>
                      <a:pt x="0" y="439"/>
                      <a:pt x="0" y="439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7"/>
              <p:cNvSpPr/>
              <p:nvPr/>
            </p:nvSpPr>
            <p:spPr>
              <a:xfrm>
                <a:off x="2080091" y="2234928"/>
                <a:ext cx="341100" cy="864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7"/>
              <p:cNvSpPr/>
              <p:nvPr/>
            </p:nvSpPr>
            <p:spPr>
              <a:xfrm>
                <a:off x="2207483" y="2234928"/>
                <a:ext cx="194894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384" h="170" extrusionOk="0">
                    <a:moveTo>
                      <a:pt x="384" y="0"/>
                    </a:moveTo>
                    <a:lnTo>
                      <a:pt x="270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7"/>
              <p:cNvSpPr/>
              <p:nvPr/>
            </p:nvSpPr>
            <p:spPr>
              <a:xfrm>
                <a:off x="2089734" y="2234928"/>
                <a:ext cx="125869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248" h="170" extrusionOk="0">
                    <a:moveTo>
                      <a:pt x="248" y="0"/>
                    </a:moveTo>
                    <a:lnTo>
                      <a:pt x="135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2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7"/>
              <p:cNvSpPr/>
              <p:nvPr/>
            </p:nvSpPr>
            <p:spPr>
              <a:xfrm>
                <a:off x="2080091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7"/>
              <p:cNvSpPr/>
              <p:nvPr/>
            </p:nvSpPr>
            <p:spPr>
              <a:xfrm>
                <a:off x="2169925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7"/>
              <p:cNvSpPr/>
              <p:nvPr/>
            </p:nvSpPr>
            <p:spPr>
              <a:xfrm>
                <a:off x="2259252" y="242069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7"/>
              <p:cNvSpPr/>
              <p:nvPr/>
            </p:nvSpPr>
            <p:spPr>
              <a:xfrm>
                <a:off x="2349086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59;p7"/>
              <p:cNvSpPr/>
              <p:nvPr/>
            </p:nvSpPr>
            <p:spPr>
              <a:xfrm>
                <a:off x="2080091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" name="Google Shape;160;p7"/>
              <p:cNvSpPr/>
              <p:nvPr/>
            </p:nvSpPr>
            <p:spPr>
              <a:xfrm>
                <a:off x="2169925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7"/>
              <p:cNvSpPr/>
              <p:nvPr/>
            </p:nvSpPr>
            <p:spPr>
              <a:xfrm>
                <a:off x="2259252" y="2486165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62;p7"/>
              <p:cNvSpPr/>
              <p:nvPr/>
            </p:nvSpPr>
            <p:spPr>
              <a:xfrm>
                <a:off x="2349086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7"/>
              <p:cNvSpPr/>
              <p:nvPr/>
            </p:nvSpPr>
            <p:spPr>
              <a:xfrm>
                <a:off x="2080091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7"/>
              <p:cNvSpPr/>
              <p:nvPr/>
            </p:nvSpPr>
            <p:spPr>
              <a:xfrm>
                <a:off x="2169925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7"/>
              <p:cNvSpPr/>
              <p:nvPr/>
            </p:nvSpPr>
            <p:spPr>
              <a:xfrm>
                <a:off x="2259252" y="255113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7"/>
              <p:cNvSpPr/>
              <p:nvPr/>
            </p:nvSpPr>
            <p:spPr>
              <a:xfrm>
                <a:off x="2349086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7"/>
              <p:cNvSpPr/>
              <p:nvPr/>
            </p:nvSpPr>
            <p:spPr>
              <a:xfrm>
                <a:off x="2080091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7"/>
              <p:cNvSpPr/>
              <p:nvPr/>
            </p:nvSpPr>
            <p:spPr>
              <a:xfrm>
                <a:off x="2169925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7"/>
              <p:cNvSpPr/>
              <p:nvPr/>
            </p:nvSpPr>
            <p:spPr>
              <a:xfrm>
                <a:off x="2259252" y="2616098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7"/>
              <p:cNvSpPr/>
              <p:nvPr/>
            </p:nvSpPr>
            <p:spPr>
              <a:xfrm>
                <a:off x="2080091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6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4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7"/>
              <p:cNvSpPr/>
              <p:nvPr/>
            </p:nvSpPr>
            <p:spPr>
              <a:xfrm>
                <a:off x="2169925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7"/>
              <p:cNvSpPr/>
              <p:nvPr/>
            </p:nvSpPr>
            <p:spPr>
              <a:xfrm>
                <a:off x="2259252" y="2681572"/>
                <a:ext cx="72578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7"/>
              <p:cNvSpPr/>
              <p:nvPr/>
            </p:nvSpPr>
            <p:spPr>
              <a:xfrm>
                <a:off x="2349086" y="2616098"/>
                <a:ext cx="72070" cy="114706"/>
              </a:xfrm>
              <a:custGeom>
                <a:avLst/>
                <a:gdLst/>
                <a:ahLst/>
                <a:cxnLst/>
                <a:rect l="l" t="t" r="r" b="b"/>
                <a:pathLst>
                  <a:path w="156" h="247" extrusionOk="0">
                    <a:moveTo>
                      <a:pt x="156" y="26"/>
                    </a:moveTo>
                    <a:cubicBezTo>
                      <a:pt x="156" y="12"/>
                      <a:pt x="145" y="0"/>
                      <a:pt x="131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3"/>
                      <a:pt x="1" y="84"/>
                      <a:pt x="1" y="84"/>
                    </a:cubicBezTo>
                    <a:cubicBezTo>
                      <a:pt x="1" y="86"/>
                      <a:pt x="0" y="87"/>
                      <a:pt x="0" y="88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0" y="165"/>
                      <a:pt x="0" y="165"/>
                      <a:pt x="0" y="165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222"/>
                      <a:pt x="0" y="222"/>
                      <a:pt x="0" y="222"/>
                    </a:cubicBezTo>
                    <a:cubicBezTo>
                      <a:pt x="0" y="236"/>
                      <a:pt x="11" y="247"/>
                      <a:pt x="25" y="247"/>
                    </a:cubicBezTo>
                    <a:cubicBezTo>
                      <a:pt x="131" y="247"/>
                      <a:pt x="131" y="247"/>
                      <a:pt x="131" y="247"/>
                    </a:cubicBezTo>
                    <a:cubicBezTo>
                      <a:pt x="145" y="247"/>
                      <a:pt x="156" y="236"/>
                      <a:pt x="156" y="222"/>
                    </a:cubicBezTo>
                    <a:cubicBezTo>
                      <a:pt x="156" y="166"/>
                      <a:pt x="156" y="166"/>
                      <a:pt x="156" y="166"/>
                    </a:cubicBezTo>
                    <a:cubicBezTo>
                      <a:pt x="156" y="165"/>
                      <a:pt x="156" y="165"/>
                      <a:pt x="156" y="165"/>
                    </a:cubicBezTo>
                    <a:cubicBezTo>
                      <a:pt x="156" y="164"/>
                      <a:pt x="156" y="164"/>
                      <a:pt x="156" y="164"/>
                    </a:cubicBezTo>
                    <a:cubicBezTo>
                      <a:pt x="156" y="88"/>
                      <a:pt x="156" y="88"/>
                      <a:pt x="156" y="88"/>
                    </a:cubicBezTo>
                    <a:cubicBezTo>
                      <a:pt x="156" y="87"/>
                      <a:pt x="156" y="86"/>
                      <a:pt x="156" y="84"/>
                    </a:cubicBezTo>
                    <a:cubicBezTo>
                      <a:pt x="156" y="84"/>
                      <a:pt x="156" y="83"/>
                      <a:pt x="156" y="82"/>
                    </a:cubicBezTo>
                    <a:lnTo>
                      <a:pt x="156" y="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7"/>
              <p:cNvSpPr/>
              <p:nvPr/>
            </p:nvSpPr>
            <p:spPr>
              <a:xfrm>
                <a:off x="2080091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7"/>
              <p:cNvSpPr/>
              <p:nvPr/>
            </p:nvSpPr>
            <p:spPr>
              <a:xfrm>
                <a:off x="2355684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7"/>
              <p:cNvSpPr/>
              <p:nvPr/>
            </p:nvSpPr>
            <p:spPr>
              <a:xfrm>
                <a:off x="2163327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7"/>
              <p:cNvSpPr/>
              <p:nvPr/>
            </p:nvSpPr>
            <p:spPr>
              <a:xfrm>
                <a:off x="2226262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" name="Google Shape;178;p7"/>
              <p:cNvSpPr/>
              <p:nvPr/>
            </p:nvSpPr>
            <p:spPr>
              <a:xfrm>
                <a:off x="2289704" y="2368413"/>
                <a:ext cx="48724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7"/>
              <p:cNvSpPr/>
              <p:nvPr/>
            </p:nvSpPr>
            <p:spPr>
              <a:xfrm>
                <a:off x="2080091" y="2179097"/>
                <a:ext cx="121302" cy="26900"/>
              </a:xfrm>
              <a:custGeom>
                <a:avLst/>
                <a:gdLst/>
                <a:ahLst/>
                <a:cxnLst/>
                <a:rect l="l" t="t" r="r" b="b"/>
                <a:pathLst>
                  <a:path w="261" h="58" extrusionOk="0">
                    <a:moveTo>
                      <a:pt x="232" y="0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13" y="0"/>
                      <a:pt x="0" y="13"/>
                      <a:pt x="0" y="29"/>
                    </a:cubicBezTo>
                    <a:cubicBezTo>
                      <a:pt x="0" y="45"/>
                      <a:pt x="13" y="58"/>
                      <a:pt x="29" y="58"/>
                    </a:cubicBezTo>
                    <a:cubicBezTo>
                      <a:pt x="232" y="58"/>
                      <a:pt x="232" y="58"/>
                      <a:pt x="232" y="58"/>
                    </a:cubicBezTo>
                    <a:cubicBezTo>
                      <a:pt x="248" y="58"/>
                      <a:pt x="261" y="45"/>
                      <a:pt x="261" y="29"/>
                    </a:cubicBezTo>
                    <a:cubicBezTo>
                      <a:pt x="261" y="13"/>
                      <a:pt x="248" y="0"/>
                      <a:pt x="2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0" name="Google Shape;180;p7"/>
          <p:cNvGrpSpPr/>
          <p:nvPr/>
        </p:nvGrpSpPr>
        <p:grpSpPr>
          <a:xfrm>
            <a:off x="90252" y="352520"/>
            <a:ext cx="8548512" cy="4482580"/>
            <a:chOff x="90252" y="352520"/>
            <a:chExt cx="8548512" cy="4482580"/>
          </a:xfrm>
        </p:grpSpPr>
        <p:sp>
          <p:nvSpPr>
            <p:cNvPr id="181" name="Google Shape;181;p7"/>
            <p:cNvSpPr/>
            <p:nvPr/>
          </p:nvSpPr>
          <p:spPr>
            <a:xfrm>
              <a:off x="8312089" y="352520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7"/>
            <p:cNvSpPr/>
            <p:nvPr/>
          </p:nvSpPr>
          <p:spPr>
            <a:xfrm>
              <a:off x="90252" y="40430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7"/>
            <p:cNvSpPr/>
            <p:nvPr/>
          </p:nvSpPr>
          <p:spPr>
            <a:xfrm>
              <a:off x="416925" y="465295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8"/>
          <p:cNvGrpSpPr/>
          <p:nvPr/>
        </p:nvGrpSpPr>
        <p:grpSpPr>
          <a:xfrm>
            <a:off x="-2012189" y="-3008195"/>
            <a:ext cx="13291278" cy="10373236"/>
            <a:chOff x="-2012189" y="-3008195"/>
            <a:chExt cx="13291278" cy="10373236"/>
          </a:xfrm>
        </p:grpSpPr>
        <p:sp>
          <p:nvSpPr>
            <p:cNvPr id="186" name="Google Shape;186;p8"/>
            <p:cNvSpPr/>
            <p:nvPr/>
          </p:nvSpPr>
          <p:spPr>
            <a:xfrm rot="-7883097">
              <a:off x="5052852" y="1477342"/>
              <a:ext cx="5631856" cy="4125620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8"/>
            <p:cNvSpPr/>
            <p:nvPr/>
          </p:nvSpPr>
          <p:spPr>
            <a:xfrm rot="-8306489">
              <a:off x="808757" y="-2235647"/>
              <a:ext cx="3381355" cy="2773073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8"/>
            <p:cNvSpPr/>
            <p:nvPr/>
          </p:nvSpPr>
          <p:spPr>
            <a:xfrm rot="-2526298">
              <a:off x="-1507395" y="3898776"/>
              <a:ext cx="3213799" cy="2742785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" name="Google Shape;189;p8"/>
          <p:cNvSpPr txBox="1">
            <a:spLocks noGrp="1"/>
          </p:cNvSpPr>
          <p:nvPr>
            <p:ph type="title"/>
          </p:nvPr>
        </p:nvSpPr>
        <p:spPr>
          <a:xfrm>
            <a:off x="713225" y="1655325"/>
            <a:ext cx="4919700" cy="192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9"/>
          <p:cNvSpPr txBox="1">
            <a:spLocks noGrp="1"/>
          </p:cNvSpPr>
          <p:nvPr>
            <p:ph type="subTitle" idx="1"/>
          </p:nvPr>
        </p:nvSpPr>
        <p:spPr>
          <a:xfrm>
            <a:off x="4731475" y="1538600"/>
            <a:ext cx="3699300" cy="27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9"/>
          <p:cNvSpPr txBox="1">
            <a:spLocks noGrp="1"/>
          </p:cNvSpPr>
          <p:nvPr>
            <p:ph type="subTitle" idx="2"/>
          </p:nvPr>
        </p:nvSpPr>
        <p:spPr>
          <a:xfrm>
            <a:off x="872400" y="1538600"/>
            <a:ext cx="3699300" cy="27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94" name="Google Shape;194;p9"/>
          <p:cNvGrpSpPr/>
          <p:nvPr/>
        </p:nvGrpSpPr>
        <p:grpSpPr>
          <a:xfrm>
            <a:off x="-1003990" y="-1494873"/>
            <a:ext cx="12202257" cy="9246220"/>
            <a:chOff x="-1003990" y="-1494873"/>
            <a:chExt cx="12202257" cy="9246220"/>
          </a:xfrm>
        </p:grpSpPr>
        <p:sp>
          <p:nvSpPr>
            <p:cNvPr id="195" name="Google Shape;195;p9"/>
            <p:cNvSpPr/>
            <p:nvPr/>
          </p:nvSpPr>
          <p:spPr>
            <a:xfrm rot="-1862678">
              <a:off x="6571680" y="3713484"/>
              <a:ext cx="4091079" cy="3213076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9"/>
            <p:cNvSpPr/>
            <p:nvPr/>
          </p:nvSpPr>
          <p:spPr>
            <a:xfrm rot="-3988337" flipH="1">
              <a:off x="-833999" y="-1017772"/>
              <a:ext cx="2249730" cy="1845020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7" name="Google Shape;197;p9"/>
          <p:cNvGrpSpPr/>
          <p:nvPr/>
        </p:nvGrpSpPr>
        <p:grpSpPr>
          <a:xfrm>
            <a:off x="7726686" y="3223087"/>
            <a:ext cx="1740094" cy="1817570"/>
            <a:chOff x="7726686" y="3223087"/>
            <a:chExt cx="1740094" cy="1817570"/>
          </a:xfrm>
        </p:grpSpPr>
        <p:grpSp>
          <p:nvGrpSpPr>
            <p:cNvPr id="198" name="Google Shape;198;p9"/>
            <p:cNvGrpSpPr/>
            <p:nvPr/>
          </p:nvGrpSpPr>
          <p:grpSpPr>
            <a:xfrm>
              <a:off x="8790410" y="3223087"/>
              <a:ext cx="676370" cy="1142272"/>
              <a:chOff x="2757910" y="1240337"/>
              <a:chExt cx="676370" cy="1142272"/>
            </a:xfrm>
          </p:grpSpPr>
          <p:sp>
            <p:nvSpPr>
              <p:cNvPr id="199" name="Google Shape;199;p9"/>
              <p:cNvSpPr/>
              <p:nvPr/>
            </p:nvSpPr>
            <p:spPr>
              <a:xfrm>
                <a:off x="2757910" y="1240337"/>
                <a:ext cx="676370" cy="870576"/>
              </a:xfrm>
              <a:custGeom>
                <a:avLst/>
                <a:gdLst/>
                <a:ahLst/>
                <a:cxnLst/>
                <a:rect l="l" t="t" r="r" b="b"/>
                <a:pathLst>
                  <a:path w="774" h="996" extrusionOk="0">
                    <a:moveTo>
                      <a:pt x="774" y="387"/>
                    </a:moveTo>
                    <a:cubicBezTo>
                      <a:pt x="774" y="173"/>
                      <a:pt x="601" y="0"/>
                      <a:pt x="387" y="0"/>
                    </a:cubicBezTo>
                    <a:cubicBezTo>
                      <a:pt x="173" y="0"/>
                      <a:pt x="0" y="173"/>
                      <a:pt x="0" y="387"/>
                    </a:cubicBezTo>
                    <a:cubicBezTo>
                      <a:pt x="0" y="462"/>
                      <a:pt x="22" y="533"/>
                      <a:pt x="59" y="592"/>
                    </a:cubicBezTo>
                    <a:cubicBezTo>
                      <a:pt x="59" y="592"/>
                      <a:pt x="59" y="592"/>
                      <a:pt x="59" y="592"/>
                    </a:cubicBezTo>
                    <a:cubicBezTo>
                      <a:pt x="59" y="592"/>
                      <a:pt x="61" y="595"/>
                      <a:pt x="64" y="600"/>
                    </a:cubicBezTo>
                    <a:cubicBezTo>
                      <a:pt x="65" y="602"/>
                      <a:pt x="66" y="603"/>
                      <a:pt x="67" y="605"/>
                    </a:cubicBezTo>
                    <a:cubicBezTo>
                      <a:pt x="99" y="654"/>
                      <a:pt x="211" y="835"/>
                      <a:pt x="211" y="996"/>
                    </a:cubicBezTo>
                    <a:cubicBezTo>
                      <a:pt x="334" y="996"/>
                      <a:pt x="334" y="996"/>
                      <a:pt x="334" y="996"/>
                    </a:cubicBezTo>
                    <a:cubicBezTo>
                      <a:pt x="464" y="996"/>
                      <a:pt x="464" y="996"/>
                      <a:pt x="464" y="996"/>
                    </a:cubicBezTo>
                    <a:cubicBezTo>
                      <a:pt x="563" y="996"/>
                      <a:pt x="563" y="996"/>
                      <a:pt x="563" y="996"/>
                    </a:cubicBezTo>
                    <a:cubicBezTo>
                      <a:pt x="563" y="808"/>
                      <a:pt x="716" y="592"/>
                      <a:pt x="716" y="592"/>
                    </a:cubicBezTo>
                    <a:cubicBezTo>
                      <a:pt x="716" y="592"/>
                      <a:pt x="716" y="592"/>
                      <a:pt x="716" y="592"/>
                    </a:cubicBezTo>
                    <a:cubicBezTo>
                      <a:pt x="753" y="533"/>
                      <a:pt x="774" y="462"/>
                      <a:pt x="774" y="3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200;p9"/>
              <p:cNvSpPr/>
              <p:nvPr/>
            </p:nvSpPr>
            <p:spPr>
              <a:xfrm>
                <a:off x="2940636" y="2078385"/>
                <a:ext cx="320487" cy="227689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38" extrusionOk="0">
                    <a:moveTo>
                      <a:pt x="196" y="0"/>
                    </a:moveTo>
                    <a:lnTo>
                      <a:pt x="139" y="0"/>
                    </a:lnTo>
                    <a:lnTo>
                      <a:pt x="0" y="0"/>
                    </a:lnTo>
                    <a:lnTo>
                      <a:pt x="0" y="165"/>
                    </a:lnTo>
                    <a:lnTo>
                      <a:pt x="90" y="238"/>
                    </a:lnTo>
                    <a:lnTo>
                      <a:pt x="139" y="238"/>
                    </a:lnTo>
                    <a:lnTo>
                      <a:pt x="196" y="238"/>
                    </a:lnTo>
                    <a:lnTo>
                      <a:pt x="245" y="238"/>
                    </a:lnTo>
                    <a:lnTo>
                      <a:pt x="335" y="165"/>
                    </a:lnTo>
                    <a:lnTo>
                      <a:pt x="335" y="0"/>
                    </a:lnTo>
                    <a:lnTo>
                      <a:pt x="19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9"/>
              <p:cNvSpPr/>
              <p:nvPr/>
            </p:nvSpPr>
            <p:spPr>
              <a:xfrm>
                <a:off x="2924372" y="1697628"/>
                <a:ext cx="322400" cy="369276"/>
              </a:xfrm>
              <a:custGeom>
                <a:avLst/>
                <a:gdLst/>
                <a:ahLst/>
                <a:cxnLst/>
                <a:rect l="l" t="t" r="r" b="b"/>
                <a:pathLst>
                  <a:path w="369" h="422" extrusionOk="0">
                    <a:moveTo>
                      <a:pt x="103" y="422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10" y="49"/>
                      <a:pt x="10" y="49"/>
                      <a:pt x="10" y="49"/>
                    </a:cubicBezTo>
                    <a:cubicBezTo>
                      <a:pt x="11" y="50"/>
                      <a:pt x="66" y="92"/>
                      <a:pt x="109" y="87"/>
                    </a:cubicBezTo>
                    <a:cubicBezTo>
                      <a:pt x="86" y="49"/>
                      <a:pt x="96" y="27"/>
                      <a:pt x="103" y="18"/>
                    </a:cubicBezTo>
                    <a:cubicBezTo>
                      <a:pt x="114" y="4"/>
                      <a:pt x="135" y="0"/>
                      <a:pt x="150" y="8"/>
                    </a:cubicBezTo>
                    <a:cubicBezTo>
                      <a:pt x="164" y="16"/>
                      <a:pt x="168" y="33"/>
                      <a:pt x="160" y="54"/>
                    </a:cubicBezTo>
                    <a:cubicBezTo>
                      <a:pt x="152" y="73"/>
                      <a:pt x="140" y="86"/>
                      <a:pt x="123" y="92"/>
                    </a:cubicBezTo>
                    <a:cubicBezTo>
                      <a:pt x="128" y="98"/>
                      <a:pt x="133" y="105"/>
                      <a:pt x="139" y="111"/>
                    </a:cubicBezTo>
                    <a:cubicBezTo>
                      <a:pt x="168" y="143"/>
                      <a:pt x="196" y="138"/>
                      <a:pt x="214" y="128"/>
                    </a:cubicBezTo>
                    <a:cubicBezTo>
                      <a:pt x="230" y="119"/>
                      <a:pt x="243" y="104"/>
                      <a:pt x="253" y="88"/>
                    </a:cubicBezTo>
                    <a:cubicBezTo>
                      <a:pt x="246" y="85"/>
                      <a:pt x="241" y="82"/>
                      <a:pt x="238" y="80"/>
                    </a:cubicBezTo>
                    <a:cubicBezTo>
                      <a:pt x="216" y="67"/>
                      <a:pt x="204" y="45"/>
                      <a:pt x="209" y="27"/>
                    </a:cubicBezTo>
                    <a:cubicBezTo>
                      <a:pt x="213" y="15"/>
                      <a:pt x="225" y="8"/>
                      <a:pt x="242" y="7"/>
                    </a:cubicBezTo>
                    <a:cubicBezTo>
                      <a:pt x="259" y="7"/>
                      <a:pt x="270" y="15"/>
                      <a:pt x="274" y="29"/>
                    </a:cubicBezTo>
                    <a:cubicBezTo>
                      <a:pt x="278" y="43"/>
                      <a:pt x="274" y="63"/>
                      <a:pt x="265" y="83"/>
                    </a:cubicBezTo>
                    <a:cubicBezTo>
                      <a:pt x="307" y="92"/>
                      <a:pt x="347" y="61"/>
                      <a:pt x="360" y="49"/>
                    </a:cubicBezTo>
                    <a:cubicBezTo>
                      <a:pt x="369" y="41"/>
                      <a:pt x="369" y="41"/>
                      <a:pt x="369" y="41"/>
                    </a:cubicBezTo>
                    <a:cubicBezTo>
                      <a:pt x="293" y="422"/>
                      <a:pt x="293" y="422"/>
                      <a:pt x="293" y="422"/>
                    </a:cubicBezTo>
                    <a:cubicBezTo>
                      <a:pt x="285" y="420"/>
                      <a:pt x="285" y="420"/>
                      <a:pt x="285" y="420"/>
                    </a:cubicBezTo>
                    <a:cubicBezTo>
                      <a:pt x="356" y="63"/>
                      <a:pt x="356" y="63"/>
                      <a:pt x="356" y="63"/>
                    </a:cubicBezTo>
                    <a:cubicBezTo>
                      <a:pt x="316" y="94"/>
                      <a:pt x="283" y="95"/>
                      <a:pt x="261" y="90"/>
                    </a:cubicBezTo>
                    <a:cubicBezTo>
                      <a:pt x="251" y="108"/>
                      <a:pt x="236" y="125"/>
                      <a:pt x="218" y="135"/>
                    </a:cubicBezTo>
                    <a:cubicBezTo>
                      <a:pt x="189" y="151"/>
                      <a:pt x="159" y="145"/>
                      <a:pt x="133" y="117"/>
                    </a:cubicBezTo>
                    <a:cubicBezTo>
                      <a:pt x="125" y="109"/>
                      <a:pt x="119" y="101"/>
                      <a:pt x="114" y="94"/>
                    </a:cubicBezTo>
                    <a:cubicBezTo>
                      <a:pt x="77" y="101"/>
                      <a:pt x="34" y="76"/>
                      <a:pt x="15" y="63"/>
                    </a:cubicBezTo>
                    <a:cubicBezTo>
                      <a:pt x="111" y="420"/>
                      <a:pt x="111" y="420"/>
                      <a:pt x="111" y="420"/>
                    </a:cubicBezTo>
                    <a:cubicBezTo>
                      <a:pt x="103" y="422"/>
                      <a:pt x="103" y="422"/>
                      <a:pt x="103" y="422"/>
                    </a:cubicBezTo>
                    <a:moveTo>
                      <a:pt x="133" y="12"/>
                    </a:moveTo>
                    <a:cubicBezTo>
                      <a:pt x="125" y="12"/>
                      <a:pt x="115" y="16"/>
                      <a:pt x="110" y="23"/>
                    </a:cubicBezTo>
                    <a:cubicBezTo>
                      <a:pt x="99" y="37"/>
                      <a:pt x="102" y="59"/>
                      <a:pt x="118" y="85"/>
                    </a:cubicBezTo>
                    <a:cubicBezTo>
                      <a:pt x="133" y="80"/>
                      <a:pt x="145" y="69"/>
                      <a:pt x="152" y="51"/>
                    </a:cubicBezTo>
                    <a:cubicBezTo>
                      <a:pt x="159" y="34"/>
                      <a:pt x="156" y="21"/>
                      <a:pt x="146" y="15"/>
                    </a:cubicBezTo>
                    <a:cubicBezTo>
                      <a:pt x="142" y="13"/>
                      <a:pt x="138" y="12"/>
                      <a:pt x="133" y="12"/>
                    </a:cubicBezTo>
                    <a:moveTo>
                      <a:pt x="244" y="16"/>
                    </a:moveTo>
                    <a:cubicBezTo>
                      <a:pt x="243" y="16"/>
                      <a:pt x="243" y="16"/>
                      <a:pt x="243" y="16"/>
                    </a:cubicBezTo>
                    <a:cubicBezTo>
                      <a:pt x="229" y="16"/>
                      <a:pt x="220" y="21"/>
                      <a:pt x="217" y="30"/>
                    </a:cubicBezTo>
                    <a:cubicBezTo>
                      <a:pt x="214" y="43"/>
                      <a:pt x="224" y="62"/>
                      <a:pt x="242" y="73"/>
                    </a:cubicBezTo>
                    <a:cubicBezTo>
                      <a:pt x="247" y="76"/>
                      <a:pt x="252" y="79"/>
                      <a:pt x="257" y="80"/>
                    </a:cubicBezTo>
                    <a:cubicBezTo>
                      <a:pt x="265" y="62"/>
                      <a:pt x="269" y="44"/>
                      <a:pt x="266" y="31"/>
                    </a:cubicBezTo>
                    <a:cubicBezTo>
                      <a:pt x="263" y="21"/>
                      <a:pt x="255" y="16"/>
                      <a:pt x="244" y="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" name="Google Shape;202;p9"/>
              <p:cNvSpPr/>
              <p:nvPr/>
            </p:nvSpPr>
            <p:spPr>
              <a:xfrm>
                <a:off x="2942549" y="1733025"/>
                <a:ext cx="304223" cy="323357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69" extrusionOk="0">
                    <a:moveTo>
                      <a:pt x="0" y="77"/>
                    </a:moveTo>
                    <a:cubicBezTo>
                      <a:pt x="78" y="369"/>
                      <a:pt x="78" y="369"/>
                      <a:pt x="78" y="369"/>
                    </a:cubicBezTo>
                    <a:cubicBezTo>
                      <a:pt x="87" y="369"/>
                      <a:pt x="87" y="369"/>
                      <a:pt x="87" y="36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6" y="77"/>
                      <a:pt x="3" y="77"/>
                      <a:pt x="0" y="77"/>
                    </a:cubicBezTo>
                    <a:moveTo>
                      <a:pt x="348" y="0"/>
                    </a:moveTo>
                    <a:cubicBezTo>
                      <a:pt x="339" y="8"/>
                      <a:pt x="339" y="8"/>
                      <a:pt x="339" y="8"/>
                    </a:cubicBezTo>
                    <a:cubicBezTo>
                      <a:pt x="328" y="18"/>
                      <a:pt x="295" y="43"/>
                      <a:pt x="260" y="43"/>
                    </a:cubicBezTo>
                    <a:cubicBezTo>
                      <a:pt x="254" y="43"/>
                      <a:pt x="249" y="43"/>
                      <a:pt x="244" y="42"/>
                    </a:cubicBezTo>
                    <a:cubicBezTo>
                      <a:pt x="248" y="34"/>
                      <a:pt x="250" y="26"/>
                      <a:pt x="252" y="18"/>
                    </a:cubicBezTo>
                    <a:cubicBezTo>
                      <a:pt x="249" y="20"/>
                      <a:pt x="245" y="22"/>
                      <a:pt x="242" y="24"/>
                    </a:cubicBezTo>
                    <a:cubicBezTo>
                      <a:pt x="240" y="29"/>
                      <a:pt x="238" y="34"/>
                      <a:pt x="236" y="39"/>
                    </a:cubicBezTo>
                    <a:cubicBezTo>
                      <a:pt x="232" y="38"/>
                      <a:pt x="228" y="36"/>
                      <a:pt x="224" y="34"/>
                    </a:cubicBezTo>
                    <a:cubicBezTo>
                      <a:pt x="221" y="35"/>
                      <a:pt x="218" y="37"/>
                      <a:pt x="215" y="38"/>
                    </a:cubicBezTo>
                    <a:cubicBezTo>
                      <a:pt x="215" y="38"/>
                      <a:pt x="216" y="39"/>
                      <a:pt x="217" y="39"/>
                    </a:cubicBezTo>
                    <a:cubicBezTo>
                      <a:pt x="220" y="41"/>
                      <a:pt x="225" y="44"/>
                      <a:pt x="232" y="47"/>
                    </a:cubicBezTo>
                    <a:cubicBezTo>
                      <a:pt x="222" y="63"/>
                      <a:pt x="209" y="78"/>
                      <a:pt x="193" y="87"/>
                    </a:cubicBezTo>
                    <a:cubicBezTo>
                      <a:pt x="185" y="91"/>
                      <a:pt x="176" y="94"/>
                      <a:pt x="165" y="94"/>
                    </a:cubicBezTo>
                    <a:cubicBezTo>
                      <a:pt x="151" y="94"/>
                      <a:pt x="135" y="88"/>
                      <a:pt x="118" y="70"/>
                    </a:cubicBezTo>
                    <a:cubicBezTo>
                      <a:pt x="117" y="70"/>
                      <a:pt x="117" y="69"/>
                      <a:pt x="116" y="68"/>
                    </a:cubicBezTo>
                    <a:cubicBezTo>
                      <a:pt x="113" y="69"/>
                      <a:pt x="110" y="69"/>
                      <a:pt x="107" y="70"/>
                    </a:cubicBezTo>
                    <a:cubicBezTo>
                      <a:pt x="108" y="72"/>
                      <a:pt x="110" y="74"/>
                      <a:pt x="112" y="76"/>
                    </a:cubicBezTo>
                    <a:cubicBezTo>
                      <a:pt x="128" y="94"/>
                      <a:pt x="147" y="103"/>
                      <a:pt x="165" y="103"/>
                    </a:cubicBezTo>
                    <a:cubicBezTo>
                      <a:pt x="176" y="103"/>
                      <a:pt x="186" y="100"/>
                      <a:pt x="197" y="94"/>
                    </a:cubicBezTo>
                    <a:cubicBezTo>
                      <a:pt x="215" y="84"/>
                      <a:pt x="230" y="67"/>
                      <a:pt x="240" y="49"/>
                    </a:cubicBezTo>
                    <a:cubicBezTo>
                      <a:pt x="246" y="51"/>
                      <a:pt x="253" y="52"/>
                      <a:pt x="261" y="52"/>
                    </a:cubicBezTo>
                    <a:cubicBezTo>
                      <a:pt x="281" y="52"/>
                      <a:pt x="306" y="45"/>
                      <a:pt x="335" y="22"/>
                    </a:cubicBezTo>
                    <a:cubicBezTo>
                      <a:pt x="266" y="369"/>
                      <a:pt x="266" y="369"/>
                      <a:pt x="266" y="369"/>
                    </a:cubicBezTo>
                    <a:cubicBezTo>
                      <a:pt x="275" y="369"/>
                      <a:pt x="275" y="369"/>
                      <a:pt x="275" y="369"/>
                    </a:cubicBezTo>
                    <a:cubicBezTo>
                      <a:pt x="348" y="0"/>
                      <a:pt x="348" y="0"/>
                      <a:pt x="3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" name="Google Shape;203;p9"/>
              <p:cNvSpPr/>
              <p:nvPr/>
            </p:nvSpPr>
            <p:spPr>
              <a:xfrm>
                <a:off x="2904282" y="2056382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9"/>
              <p:cNvSpPr/>
              <p:nvPr/>
            </p:nvSpPr>
            <p:spPr>
              <a:xfrm>
                <a:off x="2904282" y="2118566"/>
                <a:ext cx="393194" cy="41137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7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1"/>
                      <a:pt x="0" y="23"/>
                    </a:cubicBezTo>
                    <a:cubicBezTo>
                      <a:pt x="0" y="36"/>
                      <a:pt x="12" y="47"/>
                      <a:pt x="25" y="47"/>
                    </a:cubicBezTo>
                    <a:cubicBezTo>
                      <a:pt x="425" y="47"/>
                      <a:pt x="425" y="47"/>
                      <a:pt x="425" y="47"/>
                    </a:cubicBezTo>
                    <a:cubicBezTo>
                      <a:pt x="438" y="47"/>
                      <a:pt x="450" y="36"/>
                      <a:pt x="450" y="23"/>
                    </a:cubicBezTo>
                    <a:cubicBezTo>
                      <a:pt x="450" y="11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9"/>
              <p:cNvSpPr/>
              <p:nvPr/>
            </p:nvSpPr>
            <p:spPr>
              <a:xfrm>
                <a:off x="2904282" y="2181706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9"/>
              <p:cNvSpPr/>
              <p:nvPr/>
            </p:nvSpPr>
            <p:spPr>
              <a:xfrm>
                <a:off x="3026737" y="2306074"/>
                <a:ext cx="148285" cy="76534"/>
              </a:xfrm>
              <a:custGeom>
                <a:avLst/>
                <a:gdLst/>
                <a:ahLst/>
                <a:cxnLst/>
                <a:rect l="l" t="t" r="r" b="b"/>
                <a:pathLst>
                  <a:path w="170" h="87" extrusionOk="0">
                    <a:moveTo>
                      <a:pt x="0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49"/>
                      <a:pt x="38" y="87"/>
                      <a:pt x="85" y="87"/>
                    </a:cubicBezTo>
                    <a:cubicBezTo>
                      <a:pt x="132" y="87"/>
                      <a:pt x="170" y="49"/>
                      <a:pt x="170" y="2"/>
                    </a:cubicBezTo>
                    <a:cubicBezTo>
                      <a:pt x="170" y="0"/>
                      <a:pt x="170" y="0"/>
                      <a:pt x="17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7" name="Google Shape;207;p9"/>
            <p:cNvGrpSpPr/>
            <p:nvPr/>
          </p:nvGrpSpPr>
          <p:grpSpPr>
            <a:xfrm>
              <a:off x="7726686" y="4365344"/>
              <a:ext cx="959226" cy="675313"/>
              <a:chOff x="3622711" y="1331469"/>
              <a:chExt cx="959226" cy="675313"/>
            </a:xfrm>
          </p:grpSpPr>
          <p:sp>
            <p:nvSpPr>
              <p:cNvPr id="208" name="Google Shape;208;p9"/>
              <p:cNvSpPr/>
              <p:nvPr/>
            </p:nvSpPr>
            <p:spPr>
              <a:xfrm>
                <a:off x="3622711" y="1331469"/>
                <a:ext cx="959226" cy="675313"/>
              </a:xfrm>
              <a:custGeom>
                <a:avLst/>
                <a:gdLst/>
                <a:ahLst/>
                <a:cxnLst/>
                <a:rect l="l" t="t" r="r" b="b"/>
                <a:pathLst>
                  <a:path w="517" h="365" extrusionOk="0">
                    <a:moveTo>
                      <a:pt x="503" y="365"/>
                    </a:moveTo>
                    <a:cubicBezTo>
                      <a:pt x="14" y="365"/>
                      <a:pt x="14" y="365"/>
                      <a:pt x="14" y="365"/>
                    </a:cubicBezTo>
                    <a:cubicBezTo>
                      <a:pt x="6" y="365"/>
                      <a:pt x="0" y="359"/>
                      <a:pt x="0" y="35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503" y="0"/>
                      <a:pt x="503" y="0"/>
                      <a:pt x="503" y="0"/>
                    </a:cubicBezTo>
                    <a:cubicBezTo>
                      <a:pt x="511" y="0"/>
                      <a:pt x="517" y="6"/>
                      <a:pt x="517" y="14"/>
                    </a:cubicBezTo>
                    <a:cubicBezTo>
                      <a:pt x="517" y="351"/>
                      <a:pt x="517" y="351"/>
                      <a:pt x="517" y="351"/>
                    </a:cubicBezTo>
                    <a:cubicBezTo>
                      <a:pt x="517" y="359"/>
                      <a:pt x="511" y="365"/>
                      <a:pt x="503" y="36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9"/>
              <p:cNvSpPr/>
              <p:nvPr/>
            </p:nvSpPr>
            <p:spPr>
              <a:xfrm>
                <a:off x="3728165" y="1367972"/>
                <a:ext cx="750345" cy="332586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64" extrusionOk="0">
                    <a:moveTo>
                      <a:pt x="1" y="164"/>
                    </a:moveTo>
                    <a:lnTo>
                      <a:pt x="125" y="82"/>
                    </a:lnTo>
                    <a:lnTo>
                      <a:pt x="184" y="125"/>
                    </a:lnTo>
                    <a:lnTo>
                      <a:pt x="247" y="47"/>
                    </a:lnTo>
                    <a:lnTo>
                      <a:pt x="308" y="86"/>
                    </a:lnTo>
                    <a:lnTo>
                      <a:pt x="370" y="2"/>
                    </a:lnTo>
                    <a:lnTo>
                      <a:pt x="368" y="0"/>
                    </a:lnTo>
                    <a:lnTo>
                      <a:pt x="308" y="84"/>
                    </a:lnTo>
                    <a:lnTo>
                      <a:pt x="246" y="45"/>
                    </a:lnTo>
                    <a:lnTo>
                      <a:pt x="183" y="123"/>
                    </a:lnTo>
                    <a:lnTo>
                      <a:pt x="125" y="80"/>
                    </a:lnTo>
                    <a:lnTo>
                      <a:pt x="0" y="162"/>
                    </a:lnTo>
                    <a:lnTo>
                      <a:pt x="1" y="164"/>
                    </a:lnTo>
                    <a:lnTo>
                      <a:pt x="1" y="16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9"/>
              <p:cNvSpPr/>
              <p:nvPr/>
            </p:nvSpPr>
            <p:spPr>
              <a:xfrm>
                <a:off x="3963408" y="1513985"/>
                <a:ext cx="363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9"/>
              <p:cNvSpPr/>
              <p:nvPr/>
            </p:nvSpPr>
            <p:spPr>
              <a:xfrm>
                <a:off x="4083059" y="1597131"/>
                <a:ext cx="36300" cy="387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9"/>
              <p:cNvSpPr/>
              <p:nvPr/>
            </p:nvSpPr>
            <p:spPr>
              <a:xfrm>
                <a:off x="4208792" y="1445035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9"/>
              <p:cNvSpPr/>
              <p:nvPr/>
            </p:nvSpPr>
            <p:spPr>
              <a:xfrm>
                <a:off x="4332497" y="1516013"/>
                <a:ext cx="387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9"/>
              <p:cNvSpPr/>
              <p:nvPr/>
            </p:nvSpPr>
            <p:spPr>
              <a:xfrm>
                <a:off x="4458231" y="1351748"/>
                <a:ext cx="36300" cy="363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9"/>
              <p:cNvSpPr/>
              <p:nvPr/>
            </p:nvSpPr>
            <p:spPr>
              <a:xfrm>
                <a:off x="3709914" y="1678250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9"/>
              <p:cNvSpPr/>
              <p:nvPr/>
            </p:nvSpPr>
            <p:spPr>
              <a:xfrm>
                <a:off x="3701802" y="1765453"/>
                <a:ext cx="66923" cy="152098"/>
              </a:xfrm>
              <a:custGeom>
                <a:avLst/>
                <a:gdLst/>
                <a:ahLst/>
                <a:cxnLst/>
                <a:rect l="l" t="t" r="r" b="b"/>
                <a:pathLst>
                  <a:path w="36" h="83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73"/>
                      <a:pt x="8" y="83"/>
                      <a:pt x="18" y="83"/>
                    </a:cubicBezTo>
                    <a:cubicBezTo>
                      <a:pt x="28" y="83"/>
                      <a:pt x="36" y="73"/>
                      <a:pt x="36" y="60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9"/>
              <p:cNvSpPr/>
              <p:nvPr/>
            </p:nvSpPr>
            <p:spPr>
              <a:xfrm>
                <a:off x="3825507" y="1694474"/>
                <a:ext cx="66923" cy="223076"/>
              </a:xfrm>
              <a:custGeom>
                <a:avLst/>
                <a:gdLst/>
                <a:ahLst/>
                <a:cxnLst/>
                <a:rect l="l" t="t" r="r" b="b"/>
                <a:pathLst>
                  <a:path w="36" h="121" extrusionOk="0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111"/>
                      <a:pt x="8" y="121"/>
                      <a:pt x="18" y="121"/>
                    </a:cubicBezTo>
                    <a:cubicBezTo>
                      <a:pt x="28" y="121"/>
                      <a:pt x="36" y="111"/>
                      <a:pt x="36" y="98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9"/>
              <p:cNvSpPr/>
              <p:nvPr/>
            </p:nvSpPr>
            <p:spPr>
              <a:xfrm>
                <a:off x="3947185" y="1621467"/>
                <a:ext cx="66923" cy="296083"/>
              </a:xfrm>
              <a:custGeom>
                <a:avLst/>
                <a:gdLst/>
                <a:ahLst/>
                <a:cxnLst/>
                <a:rect l="l" t="t" r="r" b="b"/>
                <a:pathLst>
                  <a:path w="36" h="160" extrusionOk="0">
                    <a:moveTo>
                      <a:pt x="36" y="23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3"/>
                    </a:cubicBezTo>
                    <a:cubicBezTo>
                      <a:pt x="0" y="137"/>
                      <a:pt x="0" y="137"/>
                      <a:pt x="0" y="137"/>
                    </a:cubicBezTo>
                    <a:cubicBezTo>
                      <a:pt x="0" y="150"/>
                      <a:pt x="8" y="160"/>
                      <a:pt x="18" y="160"/>
                    </a:cubicBezTo>
                    <a:cubicBezTo>
                      <a:pt x="28" y="160"/>
                      <a:pt x="36" y="150"/>
                      <a:pt x="36" y="137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9"/>
              <p:cNvSpPr/>
              <p:nvPr/>
            </p:nvSpPr>
            <p:spPr>
              <a:xfrm>
                <a:off x="4072918" y="1678250"/>
                <a:ext cx="64895" cy="239300"/>
              </a:xfrm>
              <a:custGeom>
                <a:avLst/>
                <a:gdLst/>
                <a:ahLst/>
                <a:cxnLst/>
                <a:rect l="l" t="t" r="r" b="b"/>
                <a:pathLst>
                  <a:path w="36" h="129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0" y="119"/>
                      <a:pt x="8" y="129"/>
                      <a:pt x="18" y="129"/>
                    </a:cubicBezTo>
                    <a:cubicBezTo>
                      <a:pt x="28" y="129"/>
                      <a:pt x="36" y="119"/>
                      <a:pt x="36" y="106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" name="Google Shape;220;p9"/>
              <p:cNvSpPr/>
              <p:nvPr/>
            </p:nvSpPr>
            <p:spPr>
              <a:xfrm>
                <a:off x="4196624" y="1548460"/>
                <a:ext cx="66923" cy="369089"/>
              </a:xfrm>
              <a:custGeom>
                <a:avLst/>
                <a:gdLst/>
                <a:ahLst/>
                <a:cxnLst/>
                <a:rect l="l" t="t" r="r" b="b"/>
                <a:pathLst>
                  <a:path w="36" h="199" extrusionOk="0">
                    <a:moveTo>
                      <a:pt x="36" y="24"/>
                    </a:moveTo>
                    <a:cubicBezTo>
                      <a:pt x="36" y="11"/>
                      <a:pt x="27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76"/>
                      <a:pt x="0" y="176"/>
                      <a:pt x="0" y="176"/>
                    </a:cubicBezTo>
                    <a:cubicBezTo>
                      <a:pt x="0" y="189"/>
                      <a:pt x="8" y="199"/>
                      <a:pt x="18" y="199"/>
                    </a:cubicBezTo>
                    <a:cubicBezTo>
                      <a:pt x="27" y="199"/>
                      <a:pt x="36" y="189"/>
                      <a:pt x="36" y="176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" name="Google Shape;221;p9"/>
              <p:cNvSpPr/>
              <p:nvPr/>
            </p:nvSpPr>
            <p:spPr>
              <a:xfrm>
                <a:off x="4318302" y="1609299"/>
                <a:ext cx="66923" cy="308250"/>
              </a:xfrm>
              <a:custGeom>
                <a:avLst/>
                <a:gdLst/>
                <a:ahLst/>
                <a:cxnLst/>
                <a:rect l="l" t="t" r="r" b="b"/>
                <a:pathLst>
                  <a:path w="36" h="167" extrusionOk="0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44"/>
                      <a:pt x="0" y="144"/>
                      <a:pt x="0" y="144"/>
                    </a:cubicBezTo>
                    <a:cubicBezTo>
                      <a:pt x="0" y="157"/>
                      <a:pt x="8" y="167"/>
                      <a:pt x="18" y="167"/>
                    </a:cubicBezTo>
                    <a:cubicBezTo>
                      <a:pt x="28" y="167"/>
                      <a:pt x="36" y="157"/>
                      <a:pt x="36" y="144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" name="Google Shape;222;p9"/>
              <p:cNvSpPr/>
              <p:nvPr/>
            </p:nvSpPr>
            <p:spPr>
              <a:xfrm>
                <a:off x="4442007" y="1459230"/>
                <a:ext cx="66923" cy="458319"/>
              </a:xfrm>
              <a:custGeom>
                <a:avLst/>
                <a:gdLst/>
                <a:ahLst/>
                <a:cxnLst/>
                <a:rect l="l" t="t" r="r" b="b"/>
                <a:pathLst>
                  <a:path w="36" h="248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225"/>
                      <a:pt x="0" y="225"/>
                      <a:pt x="0" y="225"/>
                    </a:cubicBezTo>
                    <a:cubicBezTo>
                      <a:pt x="0" y="238"/>
                      <a:pt x="8" y="248"/>
                      <a:pt x="18" y="248"/>
                    </a:cubicBezTo>
                    <a:cubicBezTo>
                      <a:pt x="28" y="248"/>
                      <a:pt x="36" y="238"/>
                      <a:pt x="36" y="225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3" name="Google Shape;223;p9"/>
          <p:cNvGrpSpPr/>
          <p:nvPr/>
        </p:nvGrpSpPr>
        <p:grpSpPr>
          <a:xfrm>
            <a:off x="184075" y="23395"/>
            <a:ext cx="8461726" cy="4179175"/>
            <a:chOff x="184075" y="23395"/>
            <a:chExt cx="8461726" cy="4179175"/>
          </a:xfrm>
        </p:grpSpPr>
        <p:sp>
          <p:nvSpPr>
            <p:cNvPr id="224" name="Google Shape;224;p9"/>
            <p:cNvSpPr/>
            <p:nvPr/>
          </p:nvSpPr>
          <p:spPr>
            <a:xfrm>
              <a:off x="8319127" y="3880170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9"/>
            <p:cNvSpPr/>
            <p:nvPr/>
          </p:nvSpPr>
          <p:spPr>
            <a:xfrm>
              <a:off x="614752" y="233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9"/>
            <p:cNvSpPr/>
            <p:nvPr/>
          </p:nvSpPr>
          <p:spPr>
            <a:xfrm>
              <a:off x="184075" y="49215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11"/>
          <p:cNvGrpSpPr/>
          <p:nvPr/>
        </p:nvGrpSpPr>
        <p:grpSpPr>
          <a:xfrm>
            <a:off x="-2029214" y="-2389503"/>
            <a:ext cx="12217127" cy="9357900"/>
            <a:chOff x="-2029214" y="-2389503"/>
            <a:chExt cx="12217127" cy="9357900"/>
          </a:xfrm>
        </p:grpSpPr>
        <p:sp>
          <p:nvSpPr>
            <p:cNvPr id="232" name="Google Shape;232;p11"/>
            <p:cNvSpPr/>
            <p:nvPr/>
          </p:nvSpPr>
          <p:spPr>
            <a:xfrm rot="7128936">
              <a:off x="-1270089" y="1442769"/>
              <a:ext cx="5631417" cy="4125872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11"/>
            <p:cNvSpPr/>
            <p:nvPr/>
          </p:nvSpPr>
          <p:spPr>
            <a:xfrm rot="-8306489">
              <a:off x="6312332" y="-1616947"/>
              <a:ext cx="3381355" cy="2773073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11"/>
            <p:cNvSpPr/>
            <p:nvPr/>
          </p:nvSpPr>
          <p:spPr>
            <a:xfrm rot="-2526298">
              <a:off x="-1524420" y="-1666024"/>
              <a:ext cx="3213799" cy="2742785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5" name="Google Shape;235;p11"/>
          <p:cNvSpPr txBox="1">
            <a:spLocks noGrp="1"/>
          </p:cNvSpPr>
          <p:nvPr>
            <p:ph type="title" hasCustomPrompt="1"/>
          </p:nvPr>
        </p:nvSpPr>
        <p:spPr>
          <a:xfrm>
            <a:off x="5302675" y="2703800"/>
            <a:ext cx="3128100" cy="107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36" name="Google Shape;236;p11"/>
          <p:cNvSpPr txBox="1">
            <a:spLocks noGrp="1"/>
          </p:cNvSpPr>
          <p:nvPr>
            <p:ph type="subTitle" idx="1"/>
          </p:nvPr>
        </p:nvSpPr>
        <p:spPr>
          <a:xfrm>
            <a:off x="5302675" y="3673475"/>
            <a:ext cx="3128100" cy="68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2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Google Shape;239;p13"/>
          <p:cNvGrpSpPr/>
          <p:nvPr/>
        </p:nvGrpSpPr>
        <p:grpSpPr>
          <a:xfrm>
            <a:off x="-1203996" y="-1273080"/>
            <a:ext cx="11972579" cy="8563690"/>
            <a:chOff x="-1203996" y="-1273080"/>
            <a:chExt cx="11972579" cy="8563690"/>
          </a:xfrm>
        </p:grpSpPr>
        <p:sp>
          <p:nvSpPr>
            <p:cNvPr id="240" name="Google Shape;240;p13"/>
            <p:cNvSpPr/>
            <p:nvPr/>
          </p:nvSpPr>
          <p:spPr>
            <a:xfrm rot="-6823997">
              <a:off x="7481480" y="4165470"/>
              <a:ext cx="3098928" cy="2433855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13"/>
            <p:cNvSpPr/>
            <p:nvPr/>
          </p:nvSpPr>
          <p:spPr>
            <a:xfrm rot="-3948904" flipH="1">
              <a:off x="-1026291" y="-790996"/>
              <a:ext cx="2252181" cy="1847030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2" name="Google Shape;242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3" name="Google Shape;243;p13"/>
          <p:cNvSpPr txBox="1">
            <a:spLocks noGrp="1"/>
          </p:cNvSpPr>
          <p:nvPr>
            <p:ph type="subTitle" idx="1"/>
          </p:nvPr>
        </p:nvSpPr>
        <p:spPr>
          <a:xfrm>
            <a:off x="882150" y="2858089"/>
            <a:ext cx="2359200" cy="89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13"/>
          <p:cNvSpPr txBox="1">
            <a:spLocks noGrp="1"/>
          </p:cNvSpPr>
          <p:nvPr>
            <p:ph type="subTitle" idx="2"/>
          </p:nvPr>
        </p:nvSpPr>
        <p:spPr>
          <a:xfrm>
            <a:off x="3393754" y="2858089"/>
            <a:ext cx="2356500" cy="89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13"/>
          <p:cNvSpPr txBox="1">
            <a:spLocks noGrp="1"/>
          </p:cNvSpPr>
          <p:nvPr>
            <p:ph type="subTitle" idx="3"/>
          </p:nvPr>
        </p:nvSpPr>
        <p:spPr>
          <a:xfrm>
            <a:off x="5902646" y="2858087"/>
            <a:ext cx="2359200" cy="89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13"/>
          <p:cNvSpPr txBox="1">
            <a:spLocks noGrp="1"/>
          </p:cNvSpPr>
          <p:nvPr>
            <p:ph type="subTitle" idx="4"/>
          </p:nvPr>
        </p:nvSpPr>
        <p:spPr>
          <a:xfrm>
            <a:off x="882150" y="2124063"/>
            <a:ext cx="2359200" cy="8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247" name="Google Shape;247;p13"/>
          <p:cNvSpPr txBox="1">
            <a:spLocks noGrp="1"/>
          </p:cNvSpPr>
          <p:nvPr>
            <p:ph type="subTitle" idx="5"/>
          </p:nvPr>
        </p:nvSpPr>
        <p:spPr>
          <a:xfrm>
            <a:off x="3393757" y="2124063"/>
            <a:ext cx="2359200" cy="8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248" name="Google Shape;248;p13"/>
          <p:cNvSpPr txBox="1">
            <a:spLocks noGrp="1"/>
          </p:cNvSpPr>
          <p:nvPr>
            <p:ph type="subTitle" idx="6"/>
          </p:nvPr>
        </p:nvSpPr>
        <p:spPr>
          <a:xfrm>
            <a:off x="5902639" y="2124063"/>
            <a:ext cx="2359200" cy="8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grpSp>
        <p:nvGrpSpPr>
          <p:cNvPr id="249" name="Google Shape;249;p13"/>
          <p:cNvGrpSpPr/>
          <p:nvPr/>
        </p:nvGrpSpPr>
        <p:grpSpPr>
          <a:xfrm>
            <a:off x="7469359" y="4220679"/>
            <a:ext cx="1246094" cy="1192058"/>
            <a:chOff x="7469359" y="4220679"/>
            <a:chExt cx="1246094" cy="1192058"/>
          </a:xfrm>
        </p:grpSpPr>
        <p:grpSp>
          <p:nvGrpSpPr>
            <p:cNvPr id="250" name="Google Shape;250;p13"/>
            <p:cNvGrpSpPr/>
            <p:nvPr/>
          </p:nvGrpSpPr>
          <p:grpSpPr>
            <a:xfrm>
              <a:off x="8287178" y="4220679"/>
              <a:ext cx="428274" cy="605851"/>
              <a:chOff x="6000261" y="1225220"/>
              <a:chExt cx="627600" cy="887824"/>
            </a:xfrm>
          </p:grpSpPr>
          <p:sp>
            <p:nvSpPr>
              <p:cNvPr id="251" name="Google Shape;251;p13"/>
              <p:cNvSpPr/>
              <p:nvPr/>
            </p:nvSpPr>
            <p:spPr>
              <a:xfrm>
                <a:off x="6000261" y="1293145"/>
                <a:ext cx="627600" cy="8199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p13"/>
              <p:cNvSpPr/>
              <p:nvPr/>
            </p:nvSpPr>
            <p:spPr>
              <a:xfrm>
                <a:off x="6000261" y="1225220"/>
                <a:ext cx="627579" cy="6792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13"/>
              <p:cNvSpPr/>
              <p:nvPr/>
            </p:nvSpPr>
            <p:spPr>
              <a:xfrm>
                <a:off x="6029918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13"/>
              <p:cNvSpPr/>
              <p:nvPr/>
            </p:nvSpPr>
            <p:spPr>
              <a:xfrm>
                <a:off x="6077752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13"/>
              <p:cNvSpPr/>
              <p:nvPr/>
            </p:nvSpPr>
            <p:spPr>
              <a:xfrm>
                <a:off x="6126543" y="1243398"/>
                <a:ext cx="306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13"/>
              <p:cNvSpPr/>
              <p:nvPr/>
            </p:nvSpPr>
            <p:spPr>
              <a:xfrm>
                <a:off x="6100712" y="1671989"/>
                <a:ext cx="97500" cy="142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13"/>
              <p:cNvSpPr/>
              <p:nvPr/>
            </p:nvSpPr>
            <p:spPr>
              <a:xfrm>
                <a:off x="6248997" y="1573451"/>
                <a:ext cx="98400" cy="241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13"/>
              <p:cNvSpPr/>
              <p:nvPr/>
            </p:nvSpPr>
            <p:spPr>
              <a:xfrm>
                <a:off x="6397281" y="1484480"/>
                <a:ext cx="97500" cy="330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13"/>
              <p:cNvSpPr/>
              <p:nvPr/>
            </p:nvSpPr>
            <p:spPr>
              <a:xfrm>
                <a:off x="6135152" y="1338108"/>
                <a:ext cx="308049" cy="309007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13"/>
              <p:cNvSpPr/>
              <p:nvPr/>
            </p:nvSpPr>
            <p:spPr>
              <a:xfrm>
                <a:off x="6072012" y="1876717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13"/>
              <p:cNvSpPr/>
              <p:nvPr/>
            </p:nvSpPr>
            <p:spPr>
              <a:xfrm>
                <a:off x="6072012" y="1929334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" name="Google Shape;262;p13"/>
              <p:cNvSpPr/>
              <p:nvPr/>
            </p:nvSpPr>
            <p:spPr>
              <a:xfrm>
                <a:off x="6124629" y="1981952"/>
                <a:ext cx="3777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" name="Google Shape;263;p13"/>
              <p:cNvSpPr/>
              <p:nvPr/>
            </p:nvSpPr>
            <p:spPr>
              <a:xfrm>
                <a:off x="6192553" y="2034569"/>
                <a:ext cx="2421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4" name="Google Shape;264;p13"/>
            <p:cNvGrpSpPr/>
            <p:nvPr/>
          </p:nvGrpSpPr>
          <p:grpSpPr>
            <a:xfrm rot="-2376894">
              <a:off x="7642278" y="4631693"/>
              <a:ext cx="471966" cy="712375"/>
              <a:chOff x="2047101" y="2145599"/>
              <a:chExt cx="407553" cy="615151"/>
            </a:xfrm>
          </p:grpSpPr>
          <p:sp>
            <p:nvSpPr>
              <p:cNvPr id="265" name="Google Shape;265;p13"/>
              <p:cNvSpPr/>
              <p:nvPr/>
            </p:nvSpPr>
            <p:spPr>
              <a:xfrm>
                <a:off x="2047101" y="2145599"/>
                <a:ext cx="407553" cy="615151"/>
              </a:xfrm>
              <a:custGeom>
                <a:avLst/>
                <a:gdLst/>
                <a:ahLst/>
                <a:cxnLst/>
                <a:rect l="l" t="t" r="r" b="b"/>
                <a:pathLst>
                  <a:path w="879" h="1325" extrusionOk="0">
                    <a:moveTo>
                      <a:pt x="879" y="55"/>
                    </a:moveTo>
                    <a:cubicBezTo>
                      <a:pt x="879" y="1270"/>
                      <a:pt x="879" y="1270"/>
                      <a:pt x="879" y="1270"/>
                    </a:cubicBezTo>
                    <a:cubicBezTo>
                      <a:pt x="879" y="1300"/>
                      <a:pt x="854" y="1325"/>
                      <a:pt x="824" y="1325"/>
                    </a:cubicBezTo>
                    <a:cubicBezTo>
                      <a:pt x="55" y="1325"/>
                      <a:pt x="55" y="1325"/>
                      <a:pt x="55" y="1325"/>
                    </a:cubicBezTo>
                    <a:cubicBezTo>
                      <a:pt x="25" y="1325"/>
                      <a:pt x="0" y="1300"/>
                      <a:pt x="0" y="1270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13"/>
              <p:cNvSpPr/>
              <p:nvPr/>
            </p:nvSpPr>
            <p:spPr>
              <a:xfrm>
                <a:off x="2047101" y="2145599"/>
                <a:ext cx="407553" cy="203528"/>
              </a:xfrm>
              <a:custGeom>
                <a:avLst/>
                <a:gdLst/>
                <a:ahLst/>
                <a:cxnLst/>
                <a:rect l="l" t="t" r="r" b="b"/>
                <a:pathLst>
                  <a:path w="879" h="439" extrusionOk="0">
                    <a:moveTo>
                      <a:pt x="879" y="55"/>
                    </a:moveTo>
                    <a:cubicBezTo>
                      <a:pt x="879" y="439"/>
                      <a:pt x="879" y="439"/>
                      <a:pt x="879" y="439"/>
                    </a:cubicBezTo>
                    <a:cubicBezTo>
                      <a:pt x="0" y="439"/>
                      <a:pt x="0" y="439"/>
                      <a:pt x="0" y="439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13"/>
              <p:cNvSpPr/>
              <p:nvPr/>
            </p:nvSpPr>
            <p:spPr>
              <a:xfrm>
                <a:off x="2080091" y="2234928"/>
                <a:ext cx="341100" cy="864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" name="Google Shape;268;p13"/>
              <p:cNvSpPr/>
              <p:nvPr/>
            </p:nvSpPr>
            <p:spPr>
              <a:xfrm>
                <a:off x="2207483" y="2234928"/>
                <a:ext cx="194894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384" h="170" extrusionOk="0">
                    <a:moveTo>
                      <a:pt x="384" y="0"/>
                    </a:moveTo>
                    <a:lnTo>
                      <a:pt x="270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" name="Google Shape;269;p13"/>
              <p:cNvSpPr/>
              <p:nvPr/>
            </p:nvSpPr>
            <p:spPr>
              <a:xfrm>
                <a:off x="2089734" y="2234928"/>
                <a:ext cx="125869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248" h="170" extrusionOk="0">
                    <a:moveTo>
                      <a:pt x="248" y="0"/>
                    </a:moveTo>
                    <a:lnTo>
                      <a:pt x="135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2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" name="Google Shape;270;p13"/>
              <p:cNvSpPr/>
              <p:nvPr/>
            </p:nvSpPr>
            <p:spPr>
              <a:xfrm>
                <a:off x="2080091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" name="Google Shape;271;p13"/>
              <p:cNvSpPr/>
              <p:nvPr/>
            </p:nvSpPr>
            <p:spPr>
              <a:xfrm>
                <a:off x="2169925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" name="Google Shape;272;p13"/>
              <p:cNvSpPr/>
              <p:nvPr/>
            </p:nvSpPr>
            <p:spPr>
              <a:xfrm>
                <a:off x="2259252" y="242069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" name="Google Shape;273;p13"/>
              <p:cNvSpPr/>
              <p:nvPr/>
            </p:nvSpPr>
            <p:spPr>
              <a:xfrm>
                <a:off x="2349086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" name="Google Shape;274;p13"/>
              <p:cNvSpPr/>
              <p:nvPr/>
            </p:nvSpPr>
            <p:spPr>
              <a:xfrm>
                <a:off x="2080091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p13"/>
              <p:cNvSpPr/>
              <p:nvPr/>
            </p:nvSpPr>
            <p:spPr>
              <a:xfrm>
                <a:off x="2169925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p13"/>
              <p:cNvSpPr/>
              <p:nvPr/>
            </p:nvSpPr>
            <p:spPr>
              <a:xfrm>
                <a:off x="2259252" y="2486165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" name="Google Shape;277;p13"/>
              <p:cNvSpPr/>
              <p:nvPr/>
            </p:nvSpPr>
            <p:spPr>
              <a:xfrm>
                <a:off x="2349086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p13"/>
              <p:cNvSpPr/>
              <p:nvPr/>
            </p:nvSpPr>
            <p:spPr>
              <a:xfrm>
                <a:off x="2080091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13"/>
              <p:cNvSpPr/>
              <p:nvPr/>
            </p:nvSpPr>
            <p:spPr>
              <a:xfrm>
                <a:off x="2169925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13"/>
              <p:cNvSpPr/>
              <p:nvPr/>
            </p:nvSpPr>
            <p:spPr>
              <a:xfrm>
                <a:off x="2259252" y="255113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p13"/>
              <p:cNvSpPr/>
              <p:nvPr/>
            </p:nvSpPr>
            <p:spPr>
              <a:xfrm>
                <a:off x="2349086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13"/>
              <p:cNvSpPr/>
              <p:nvPr/>
            </p:nvSpPr>
            <p:spPr>
              <a:xfrm>
                <a:off x="2080091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13"/>
              <p:cNvSpPr/>
              <p:nvPr/>
            </p:nvSpPr>
            <p:spPr>
              <a:xfrm>
                <a:off x="2169925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13"/>
              <p:cNvSpPr/>
              <p:nvPr/>
            </p:nvSpPr>
            <p:spPr>
              <a:xfrm>
                <a:off x="2259252" y="2616098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13"/>
              <p:cNvSpPr/>
              <p:nvPr/>
            </p:nvSpPr>
            <p:spPr>
              <a:xfrm>
                <a:off x="2080091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6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4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13"/>
              <p:cNvSpPr/>
              <p:nvPr/>
            </p:nvSpPr>
            <p:spPr>
              <a:xfrm>
                <a:off x="2169925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13"/>
              <p:cNvSpPr/>
              <p:nvPr/>
            </p:nvSpPr>
            <p:spPr>
              <a:xfrm>
                <a:off x="2259252" y="2681572"/>
                <a:ext cx="72578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13"/>
              <p:cNvSpPr/>
              <p:nvPr/>
            </p:nvSpPr>
            <p:spPr>
              <a:xfrm>
                <a:off x="2349086" y="2616098"/>
                <a:ext cx="72070" cy="114706"/>
              </a:xfrm>
              <a:custGeom>
                <a:avLst/>
                <a:gdLst/>
                <a:ahLst/>
                <a:cxnLst/>
                <a:rect l="l" t="t" r="r" b="b"/>
                <a:pathLst>
                  <a:path w="156" h="247" extrusionOk="0">
                    <a:moveTo>
                      <a:pt x="156" y="26"/>
                    </a:moveTo>
                    <a:cubicBezTo>
                      <a:pt x="156" y="12"/>
                      <a:pt x="145" y="0"/>
                      <a:pt x="131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3"/>
                      <a:pt x="1" y="84"/>
                      <a:pt x="1" y="84"/>
                    </a:cubicBezTo>
                    <a:cubicBezTo>
                      <a:pt x="1" y="86"/>
                      <a:pt x="0" y="87"/>
                      <a:pt x="0" y="88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0" y="165"/>
                      <a:pt x="0" y="165"/>
                      <a:pt x="0" y="165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222"/>
                      <a:pt x="0" y="222"/>
                      <a:pt x="0" y="222"/>
                    </a:cubicBezTo>
                    <a:cubicBezTo>
                      <a:pt x="0" y="236"/>
                      <a:pt x="11" y="247"/>
                      <a:pt x="25" y="247"/>
                    </a:cubicBezTo>
                    <a:cubicBezTo>
                      <a:pt x="131" y="247"/>
                      <a:pt x="131" y="247"/>
                      <a:pt x="131" y="247"/>
                    </a:cubicBezTo>
                    <a:cubicBezTo>
                      <a:pt x="145" y="247"/>
                      <a:pt x="156" y="236"/>
                      <a:pt x="156" y="222"/>
                    </a:cubicBezTo>
                    <a:cubicBezTo>
                      <a:pt x="156" y="166"/>
                      <a:pt x="156" y="166"/>
                      <a:pt x="156" y="166"/>
                    </a:cubicBezTo>
                    <a:cubicBezTo>
                      <a:pt x="156" y="165"/>
                      <a:pt x="156" y="165"/>
                      <a:pt x="156" y="165"/>
                    </a:cubicBezTo>
                    <a:cubicBezTo>
                      <a:pt x="156" y="164"/>
                      <a:pt x="156" y="164"/>
                      <a:pt x="156" y="164"/>
                    </a:cubicBezTo>
                    <a:cubicBezTo>
                      <a:pt x="156" y="88"/>
                      <a:pt x="156" y="88"/>
                      <a:pt x="156" y="88"/>
                    </a:cubicBezTo>
                    <a:cubicBezTo>
                      <a:pt x="156" y="87"/>
                      <a:pt x="156" y="86"/>
                      <a:pt x="156" y="84"/>
                    </a:cubicBezTo>
                    <a:cubicBezTo>
                      <a:pt x="156" y="84"/>
                      <a:pt x="156" y="83"/>
                      <a:pt x="156" y="82"/>
                    </a:cubicBezTo>
                    <a:lnTo>
                      <a:pt x="156" y="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" name="Google Shape;289;p13"/>
              <p:cNvSpPr/>
              <p:nvPr/>
            </p:nvSpPr>
            <p:spPr>
              <a:xfrm>
                <a:off x="2080091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" name="Google Shape;290;p13"/>
              <p:cNvSpPr/>
              <p:nvPr/>
            </p:nvSpPr>
            <p:spPr>
              <a:xfrm>
                <a:off x="2355684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13"/>
              <p:cNvSpPr/>
              <p:nvPr/>
            </p:nvSpPr>
            <p:spPr>
              <a:xfrm>
                <a:off x="2163327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13"/>
              <p:cNvSpPr/>
              <p:nvPr/>
            </p:nvSpPr>
            <p:spPr>
              <a:xfrm>
                <a:off x="2226262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13"/>
              <p:cNvSpPr/>
              <p:nvPr/>
            </p:nvSpPr>
            <p:spPr>
              <a:xfrm>
                <a:off x="2289704" y="2368413"/>
                <a:ext cx="48724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13"/>
              <p:cNvSpPr/>
              <p:nvPr/>
            </p:nvSpPr>
            <p:spPr>
              <a:xfrm>
                <a:off x="2080091" y="2179097"/>
                <a:ext cx="121302" cy="26900"/>
              </a:xfrm>
              <a:custGeom>
                <a:avLst/>
                <a:gdLst/>
                <a:ahLst/>
                <a:cxnLst/>
                <a:rect l="l" t="t" r="r" b="b"/>
                <a:pathLst>
                  <a:path w="261" h="58" extrusionOk="0">
                    <a:moveTo>
                      <a:pt x="232" y="0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13" y="0"/>
                      <a:pt x="0" y="13"/>
                      <a:pt x="0" y="29"/>
                    </a:cubicBezTo>
                    <a:cubicBezTo>
                      <a:pt x="0" y="45"/>
                      <a:pt x="13" y="58"/>
                      <a:pt x="29" y="58"/>
                    </a:cubicBezTo>
                    <a:cubicBezTo>
                      <a:pt x="232" y="58"/>
                      <a:pt x="232" y="58"/>
                      <a:pt x="232" y="58"/>
                    </a:cubicBezTo>
                    <a:cubicBezTo>
                      <a:pt x="248" y="58"/>
                      <a:pt x="261" y="45"/>
                      <a:pt x="261" y="29"/>
                    </a:cubicBezTo>
                    <a:cubicBezTo>
                      <a:pt x="261" y="13"/>
                      <a:pt x="248" y="0"/>
                      <a:pt x="2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95" name="Google Shape;295;p13"/>
          <p:cNvGrpSpPr/>
          <p:nvPr/>
        </p:nvGrpSpPr>
        <p:grpSpPr>
          <a:xfrm>
            <a:off x="161952" y="170375"/>
            <a:ext cx="8831737" cy="3874120"/>
            <a:chOff x="161952" y="170375"/>
            <a:chExt cx="8831737" cy="3874120"/>
          </a:xfrm>
        </p:grpSpPr>
        <p:sp>
          <p:nvSpPr>
            <p:cNvPr id="296" name="Google Shape;296;p13"/>
            <p:cNvSpPr/>
            <p:nvPr/>
          </p:nvSpPr>
          <p:spPr>
            <a:xfrm>
              <a:off x="8667014" y="37220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13"/>
            <p:cNvSpPr/>
            <p:nvPr/>
          </p:nvSpPr>
          <p:spPr>
            <a:xfrm>
              <a:off x="161952" y="775920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13"/>
            <p:cNvSpPr/>
            <p:nvPr/>
          </p:nvSpPr>
          <p:spPr>
            <a:xfrm>
              <a:off x="396450" y="170375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14"/>
          <p:cNvSpPr txBox="1">
            <a:spLocks noGrp="1"/>
          </p:cNvSpPr>
          <p:nvPr>
            <p:ph type="subTitle" idx="1"/>
          </p:nvPr>
        </p:nvSpPr>
        <p:spPr>
          <a:xfrm>
            <a:off x="1524375" y="2060193"/>
            <a:ext cx="295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2" name="Google Shape;302;p14"/>
          <p:cNvSpPr txBox="1">
            <a:spLocks noGrp="1"/>
          </p:cNvSpPr>
          <p:nvPr>
            <p:ph type="subTitle" idx="2"/>
          </p:nvPr>
        </p:nvSpPr>
        <p:spPr>
          <a:xfrm>
            <a:off x="5419075" y="2060193"/>
            <a:ext cx="295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14"/>
          <p:cNvSpPr txBox="1">
            <a:spLocks noGrp="1"/>
          </p:cNvSpPr>
          <p:nvPr>
            <p:ph type="subTitle" idx="3"/>
          </p:nvPr>
        </p:nvSpPr>
        <p:spPr>
          <a:xfrm>
            <a:off x="1524375" y="3717175"/>
            <a:ext cx="295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14"/>
          <p:cNvSpPr txBox="1">
            <a:spLocks noGrp="1"/>
          </p:cNvSpPr>
          <p:nvPr>
            <p:ph type="subTitle" idx="4"/>
          </p:nvPr>
        </p:nvSpPr>
        <p:spPr>
          <a:xfrm>
            <a:off x="5419075" y="3717175"/>
            <a:ext cx="295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14"/>
          <p:cNvSpPr txBox="1">
            <a:spLocks noGrp="1"/>
          </p:cNvSpPr>
          <p:nvPr>
            <p:ph type="title" idx="5" hasCustomPrompt="1"/>
          </p:nvPr>
        </p:nvSpPr>
        <p:spPr>
          <a:xfrm>
            <a:off x="859275" y="1424275"/>
            <a:ext cx="6675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6" name="Google Shape;306;p14"/>
          <p:cNvSpPr txBox="1">
            <a:spLocks noGrp="1"/>
          </p:cNvSpPr>
          <p:nvPr>
            <p:ph type="title" idx="6" hasCustomPrompt="1"/>
          </p:nvPr>
        </p:nvSpPr>
        <p:spPr>
          <a:xfrm>
            <a:off x="859275" y="3080674"/>
            <a:ext cx="6675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7" name="Google Shape;307;p14"/>
          <p:cNvSpPr txBox="1">
            <a:spLocks noGrp="1"/>
          </p:cNvSpPr>
          <p:nvPr>
            <p:ph type="title" idx="7" hasCustomPrompt="1"/>
          </p:nvPr>
        </p:nvSpPr>
        <p:spPr>
          <a:xfrm>
            <a:off x="4753977" y="1424275"/>
            <a:ext cx="665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8" name="Google Shape;308;p14"/>
          <p:cNvSpPr txBox="1">
            <a:spLocks noGrp="1"/>
          </p:cNvSpPr>
          <p:nvPr>
            <p:ph type="title" idx="8" hasCustomPrompt="1"/>
          </p:nvPr>
        </p:nvSpPr>
        <p:spPr>
          <a:xfrm>
            <a:off x="4753977" y="3080674"/>
            <a:ext cx="665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9" name="Google Shape;309;p14"/>
          <p:cNvSpPr txBox="1">
            <a:spLocks noGrp="1"/>
          </p:cNvSpPr>
          <p:nvPr>
            <p:ph type="subTitle" idx="9"/>
          </p:nvPr>
        </p:nvSpPr>
        <p:spPr>
          <a:xfrm>
            <a:off x="1524375" y="1426525"/>
            <a:ext cx="2958000" cy="7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10" name="Google Shape;310;p14"/>
          <p:cNvSpPr txBox="1">
            <a:spLocks noGrp="1"/>
          </p:cNvSpPr>
          <p:nvPr>
            <p:ph type="subTitle" idx="13"/>
          </p:nvPr>
        </p:nvSpPr>
        <p:spPr>
          <a:xfrm>
            <a:off x="5419075" y="1426525"/>
            <a:ext cx="2958000" cy="7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11" name="Google Shape;311;p14"/>
          <p:cNvSpPr txBox="1">
            <a:spLocks noGrp="1"/>
          </p:cNvSpPr>
          <p:nvPr>
            <p:ph type="subTitle" idx="14"/>
          </p:nvPr>
        </p:nvSpPr>
        <p:spPr>
          <a:xfrm>
            <a:off x="1524375" y="3082997"/>
            <a:ext cx="2958000" cy="7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12" name="Google Shape;312;p14"/>
          <p:cNvSpPr txBox="1">
            <a:spLocks noGrp="1"/>
          </p:cNvSpPr>
          <p:nvPr>
            <p:ph type="subTitle" idx="15"/>
          </p:nvPr>
        </p:nvSpPr>
        <p:spPr>
          <a:xfrm>
            <a:off x="5419075" y="3082997"/>
            <a:ext cx="2958000" cy="7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grpSp>
        <p:nvGrpSpPr>
          <p:cNvPr id="313" name="Google Shape;313;p14"/>
          <p:cNvGrpSpPr/>
          <p:nvPr/>
        </p:nvGrpSpPr>
        <p:grpSpPr>
          <a:xfrm>
            <a:off x="-1037742" y="-2235586"/>
            <a:ext cx="11304662" cy="8284665"/>
            <a:chOff x="-1037742" y="-2235586"/>
            <a:chExt cx="11304662" cy="8284665"/>
          </a:xfrm>
        </p:grpSpPr>
        <p:sp>
          <p:nvSpPr>
            <p:cNvPr id="314" name="Google Shape;314;p14"/>
            <p:cNvSpPr/>
            <p:nvPr/>
          </p:nvSpPr>
          <p:spPr>
            <a:xfrm rot="-9487761">
              <a:off x="6826194" y="-1745977"/>
              <a:ext cx="3098926" cy="2433851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14"/>
            <p:cNvSpPr/>
            <p:nvPr/>
          </p:nvSpPr>
          <p:spPr>
            <a:xfrm rot="-9880295" flipH="1">
              <a:off x="-833926" y="3939881"/>
              <a:ext cx="2249342" cy="1844701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6" name="Google Shape;316;p14"/>
          <p:cNvGrpSpPr/>
          <p:nvPr/>
        </p:nvGrpSpPr>
        <p:grpSpPr>
          <a:xfrm>
            <a:off x="-49429" y="3983121"/>
            <a:ext cx="1527509" cy="1332112"/>
            <a:chOff x="-49429" y="3983121"/>
            <a:chExt cx="1527509" cy="1332112"/>
          </a:xfrm>
        </p:grpSpPr>
        <p:grpSp>
          <p:nvGrpSpPr>
            <p:cNvPr id="317" name="Google Shape;317;p14"/>
            <p:cNvGrpSpPr/>
            <p:nvPr/>
          </p:nvGrpSpPr>
          <p:grpSpPr>
            <a:xfrm>
              <a:off x="840880" y="4718150"/>
              <a:ext cx="637200" cy="597084"/>
              <a:chOff x="1932280" y="1331475"/>
              <a:chExt cx="637200" cy="597084"/>
            </a:xfrm>
          </p:grpSpPr>
          <p:sp>
            <p:nvSpPr>
              <p:cNvPr id="318" name="Google Shape;318;p14"/>
              <p:cNvSpPr/>
              <p:nvPr/>
            </p:nvSpPr>
            <p:spPr>
              <a:xfrm>
                <a:off x="1932280" y="1393658"/>
                <a:ext cx="637200" cy="534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" name="Google Shape;319;p14"/>
              <p:cNvSpPr/>
              <p:nvPr/>
            </p:nvSpPr>
            <p:spPr>
              <a:xfrm>
                <a:off x="2033687" y="1869127"/>
                <a:ext cx="993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" name="Google Shape;320;p14"/>
              <p:cNvSpPr/>
              <p:nvPr/>
            </p:nvSpPr>
            <p:spPr>
              <a:xfrm>
                <a:off x="1977243" y="1857647"/>
                <a:ext cx="38400" cy="39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" name="Google Shape;321;p14"/>
              <p:cNvSpPr/>
              <p:nvPr/>
            </p:nvSpPr>
            <p:spPr>
              <a:xfrm>
                <a:off x="2432621" y="1869127"/>
                <a:ext cx="1005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" name="Google Shape;322;p14"/>
              <p:cNvSpPr/>
              <p:nvPr/>
            </p:nvSpPr>
            <p:spPr>
              <a:xfrm>
                <a:off x="2377133" y="1857647"/>
                <a:ext cx="39300" cy="39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" name="Google Shape;323;p14"/>
              <p:cNvSpPr/>
              <p:nvPr/>
            </p:nvSpPr>
            <p:spPr>
              <a:xfrm>
                <a:off x="1932280" y="1331475"/>
                <a:ext cx="637146" cy="62184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" name="Google Shape;324;p14"/>
              <p:cNvSpPr/>
              <p:nvPr/>
            </p:nvSpPr>
            <p:spPr>
              <a:xfrm>
                <a:off x="1959067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" name="Google Shape;325;p14"/>
              <p:cNvSpPr/>
              <p:nvPr/>
            </p:nvSpPr>
            <p:spPr>
              <a:xfrm>
                <a:off x="2003074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" name="Google Shape;326;p14"/>
              <p:cNvSpPr/>
              <p:nvPr/>
            </p:nvSpPr>
            <p:spPr>
              <a:xfrm>
                <a:off x="2047081" y="1348695"/>
                <a:ext cx="297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" name="Google Shape;327;p14"/>
              <p:cNvSpPr/>
              <p:nvPr/>
            </p:nvSpPr>
            <p:spPr>
              <a:xfrm>
                <a:off x="2045167" y="1431925"/>
                <a:ext cx="411300" cy="411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" name="Google Shape;328;p14"/>
              <p:cNvSpPr/>
              <p:nvPr/>
            </p:nvSpPr>
            <p:spPr>
              <a:xfrm>
                <a:off x="2115004" y="1502719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329;p14"/>
              <p:cNvSpPr/>
              <p:nvPr/>
            </p:nvSpPr>
            <p:spPr>
              <a:xfrm>
                <a:off x="2093958" y="1495066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0" name="Google Shape;330;p14"/>
            <p:cNvGrpSpPr/>
            <p:nvPr/>
          </p:nvGrpSpPr>
          <p:grpSpPr>
            <a:xfrm>
              <a:off x="-49429" y="3983121"/>
              <a:ext cx="588491" cy="951052"/>
              <a:chOff x="1062996" y="1340396"/>
              <a:chExt cx="588491" cy="951052"/>
            </a:xfrm>
          </p:grpSpPr>
          <p:sp>
            <p:nvSpPr>
              <p:cNvPr id="331" name="Google Shape;331;p14"/>
              <p:cNvSpPr/>
              <p:nvPr/>
            </p:nvSpPr>
            <p:spPr>
              <a:xfrm flipH="1">
                <a:off x="1127696" y="1466525"/>
                <a:ext cx="521965" cy="813973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87" extrusionOk="0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" name="Google Shape;332;p14"/>
              <p:cNvSpPr/>
              <p:nvPr/>
            </p:nvSpPr>
            <p:spPr>
              <a:xfrm flipH="1">
                <a:off x="1458031" y="2045067"/>
                <a:ext cx="191631" cy="235432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41" extrusionOk="0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" name="Google Shape;333;p14"/>
              <p:cNvSpPr/>
              <p:nvPr/>
            </p:nvSpPr>
            <p:spPr>
              <a:xfrm flipH="1">
                <a:off x="1622286" y="2258597"/>
                <a:ext cx="29201" cy="32851"/>
              </a:xfrm>
              <a:custGeom>
                <a:avLst/>
                <a:gdLst/>
                <a:ahLst/>
                <a:cxnLst/>
                <a:rect l="l" t="t" r="r" b="b"/>
                <a:pathLst>
                  <a:path w="18" h="20" extrusionOk="0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" name="Google Shape;334;p14"/>
              <p:cNvSpPr/>
              <p:nvPr/>
            </p:nvSpPr>
            <p:spPr>
              <a:xfrm flipH="1">
                <a:off x="1062996" y="1340396"/>
                <a:ext cx="98553" cy="107679"/>
              </a:xfrm>
              <a:custGeom>
                <a:avLst/>
                <a:gdLst/>
                <a:ahLst/>
                <a:cxnLst/>
                <a:rect l="l" t="t" r="r" b="b"/>
                <a:pathLst>
                  <a:path w="59" h="64" extrusionOk="0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" name="Google Shape;335;p14"/>
              <p:cNvSpPr/>
              <p:nvPr/>
            </p:nvSpPr>
            <p:spPr>
              <a:xfrm flipH="1">
                <a:off x="1071120" y="1472001"/>
                <a:ext cx="155130" cy="366836"/>
              </a:xfrm>
              <a:custGeom>
                <a:avLst/>
                <a:gdLst/>
                <a:ahLst/>
                <a:cxnLst/>
                <a:rect l="l" t="t" r="r" b="b"/>
                <a:pathLst>
                  <a:path w="93" h="220" extrusionOk="0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" name="Google Shape;336;p14"/>
              <p:cNvSpPr/>
              <p:nvPr/>
            </p:nvSpPr>
            <p:spPr>
              <a:xfrm flipH="1">
                <a:off x="1089372" y="1408123"/>
                <a:ext cx="142354" cy="118629"/>
              </a:xfrm>
              <a:custGeom>
                <a:avLst/>
                <a:gdLst/>
                <a:ahLst/>
                <a:cxnLst/>
                <a:rect l="l" t="t" r="r" b="b"/>
                <a:pathLst>
                  <a:path w="85" h="71" extrusionOk="0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37" name="Google Shape;337;p14"/>
          <p:cNvGrpSpPr/>
          <p:nvPr/>
        </p:nvGrpSpPr>
        <p:grpSpPr>
          <a:xfrm>
            <a:off x="393327" y="100000"/>
            <a:ext cx="8498675" cy="4378045"/>
            <a:chOff x="393327" y="100000"/>
            <a:chExt cx="8498675" cy="4378045"/>
          </a:xfrm>
        </p:grpSpPr>
        <p:sp>
          <p:nvSpPr>
            <p:cNvPr id="338" name="Google Shape;338;p14"/>
            <p:cNvSpPr/>
            <p:nvPr/>
          </p:nvSpPr>
          <p:spPr>
            <a:xfrm>
              <a:off x="393327" y="415564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14"/>
            <p:cNvSpPr/>
            <p:nvPr/>
          </p:nvSpPr>
          <p:spPr>
            <a:xfrm>
              <a:off x="8565327" y="3782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14"/>
            <p:cNvSpPr/>
            <p:nvPr/>
          </p:nvSpPr>
          <p:spPr>
            <a:xfrm>
              <a:off x="8246200" y="10000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43" name="Google Shape;343;p15"/>
          <p:cNvSpPr txBox="1">
            <a:spLocks noGrp="1"/>
          </p:cNvSpPr>
          <p:nvPr>
            <p:ph type="subTitle" idx="1"/>
          </p:nvPr>
        </p:nvSpPr>
        <p:spPr>
          <a:xfrm>
            <a:off x="772413" y="1931324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4" name="Google Shape;344;p15"/>
          <p:cNvSpPr txBox="1">
            <a:spLocks noGrp="1"/>
          </p:cNvSpPr>
          <p:nvPr>
            <p:ph type="subTitle" idx="2"/>
          </p:nvPr>
        </p:nvSpPr>
        <p:spPr>
          <a:xfrm>
            <a:off x="3304713" y="1931324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5" name="Google Shape;345;p15"/>
          <p:cNvSpPr txBox="1">
            <a:spLocks noGrp="1"/>
          </p:cNvSpPr>
          <p:nvPr>
            <p:ph type="subTitle" idx="3"/>
          </p:nvPr>
        </p:nvSpPr>
        <p:spPr>
          <a:xfrm>
            <a:off x="772413" y="3641600"/>
            <a:ext cx="25323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6" name="Google Shape;346;p15"/>
          <p:cNvSpPr txBox="1">
            <a:spLocks noGrp="1"/>
          </p:cNvSpPr>
          <p:nvPr>
            <p:ph type="subTitle" idx="4"/>
          </p:nvPr>
        </p:nvSpPr>
        <p:spPr>
          <a:xfrm>
            <a:off x="3304713" y="3641600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7" name="Google Shape;347;p15"/>
          <p:cNvSpPr txBox="1">
            <a:spLocks noGrp="1"/>
          </p:cNvSpPr>
          <p:nvPr>
            <p:ph type="subTitle" idx="5"/>
          </p:nvPr>
        </p:nvSpPr>
        <p:spPr>
          <a:xfrm>
            <a:off x="5837613" y="1931325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8" name="Google Shape;348;p15"/>
          <p:cNvSpPr txBox="1">
            <a:spLocks noGrp="1"/>
          </p:cNvSpPr>
          <p:nvPr>
            <p:ph type="subTitle" idx="6"/>
          </p:nvPr>
        </p:nvSpPr>
        <p:spPr>
          <a:xfrm>
            <a:off x="5837613" y="3641600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p15"/>
          <p:cNvSpPr txBox="1">
            <a:spLocks noGrp="1"/>
          </p:cNvSpPr>
          <p:nvPr>
            <p:ph type="subTitle" idx="7"/>
          </p:nvPr>
        </p:nvSpPr>
        <p:spPr>
          <a:xfrm>
            <a:off x="773528" y="1248100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50" name="Google Shape;350;p15"/>
          <p:cNvSpPr txBox="1">
            <a:spLocks noGrp="1"/>
          </p:cNvSpPr>
          <p:nvPr>
            <p:ph type="subTitle" idx="8"/>
          </p:nvPr>
        </p:nvSpPr>
        <p:spPr>
          <a:xfrm>
            <a:off x="3305788" y="1248100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51" name="Google Shape;351;p15"/>
          <p:cNvSpPr txBox="1">
            <a:spLocks noGrp="1"/>
          </p:cNvSpPr>
          <p:nvPr>
            <p:ph type="subTitle" idx="9"/>
          </p:nvPr>
        </p:nvSpPr>
        <p:spPr>
          <a:xfrm>
            <a:off x="5838688" y="1248100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52" name="Google Shape;352;p15"/>
          <p:cNvSpPr txBox="1">
            <a:spLocks noGrp="1"/>
          </p:cNvSpPr>
          <p:nvPr>
            <p:ph type="subTitle" idx="13"/>
          </p:nvPr>
        </p:nvSpPr>
        <p:spPr>
          <a:xfrm>
            <a:off x="773528" y="3021152"/>
            <a:ext cx="2532900" cy="74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53" name="Google Shape;353;p15"/>
          <p:cNvSpPr txBox="1">
            <a:spLocks noGrp="1"/>
          </p:cNvSpPr>
          <p:nvPr>
            <p:ph type="subTitle" idx="14"/>
          </p:nvPr>
        </p:nvSpPr>
        <p:spPr>
          <a:xfrm>
            <a:off x="3305788" y="3021152"/>
            <a:ext cx="2532900" cy="74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54" name="Google Shape;354;p15"/>
          <p:cNvSpPr txBox="1">
            <a:spLocks noGrp="1"/>
          </p:cNvSpPr>
          <p:nvPr>
            <p:ph type="subTitle" idx="15"/>
          </p:nvPr>
        </p:nvSpPr>
        <p:spPr>
          <a:xfrm>
            <a:off x="5838688" y="3021152"/>
            <a:ext cx="2532900" cy="74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grpSp>
        <p:nvGrpSpPr>
          <p:cNvPr id="355" name="Google Shape;355;p15"/>
          <p:cNvGrpSpPr/>
          <p:nvPr/>
        </p:nvGrpSpPr>
        <p:grpSpPr>
          <a:xfrm>
            <a:off x="-3041836" y="-2868272"/>
            <a:ext cx="13627869" cy="9901131"/>
            <a:chOff x="-3041836" y="-2868272"/>
            <a:chExt cx="13627869" cy="9901131"/>
          </a:xfrm>
        </p:grpSpPr>
        <p:sp>
          <p:nvSpPr>
            <p:cNvPr id="356" name="Google Shape;356;p15"/>
            <p:cNvSpPr/>
            <p:nvPr/>
          </p:nvSpPr>
          <p:spPr>
            <a:xfrm rot="-7886775">
              <a:off x="-2572901" y="-1962564"/>
              <a:ext cx="3742179" cy="2939049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15"/>
            <p:cNvSpPr/>
            <p:nvPr/>
          </p:nvSpPr>
          <p:spPr>
            <a:xfrm rot="7161465" flipH="1">
              <a:off x="7349081" y="3959289"/>
              <a:ext cx="2935948" cy="2407792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8" name="Google Shape;358;p15"/>
          <p:cNvGrpSpPr/>
          <p:nvPr/>
        </p:nvGrpSpPr>
        <p:grpSpPr>
          <a:xfrm>
            <a:off x="7855330" y="4035052"/>
            <a:ext cx="1716236" cy="991057"/>
            <a:chOff x="7855330" y="4035052"/>
            <a:chExt cx="1716236" cy="991057"/>
          </a:xfrm>
        </p:grpSpPr>
        <p:grpSp>
          <p:nvGrpSpPr>
            <p:cNvPr id="359" name="Google Shape;359;p15"/>
            <p:cNvGrpSpPr/>
            <p:nvPr/>
          </p:nvGrpSpPr>
          <p:grpSpPr>
            <a:xfrm>
              <a:off x="7855330" y="4429025"/>
              <a:ext cx="637200" cy="597084"/>
              <a:chOff x="1932280" y="1331475"/>
              <a:chExt cx="637200" cy="597084"/>
            </a:xfrm>
          </p:grpSpPr>
          <p:sp>
            <p:nvSpPr>
              <p:cNvPr id="360" name="Google Shape;360;p15"/>
              <p:cNvSpPr/>
              <p:nvPr/>
            </p:nvSpPr>
            <p:spPr>
              <a:xfrm>
                <a:off x="1932280" y="1393658"/>
                <a:ext cx="637200" cy="534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" name="Google Shape;361;p15"/>
              <p:cNvSpPr/>
              <p:nvPr/>
            </p:nvSpPr>
            <p:spPr>
              <a:xfrm>
                <a:off x="2033687" y="1869127"/>
                <a:ext cx="993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" name="Google Shape;362;p15"/>
              <p:cNvSpPr/>
              <p:nvPr/>
            </p:nvSpPr>
            <p:spPr>
              <a:xfrm>
                <a:off x="1977243" y="1857647"/>
                <a:ext cx="38400" cy="39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p15"/>
              <p:cNvSpPr/>
              <p:nvPr/>
            </p:nvSpPr>
            <p:spPr>
              <a:xfrm>
                <a:off x="2432621" y="1869127"/>
                <a:ext cx="1005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15"/>
              <p:cNvSpPr/>
              <p:nvPr/>
            </p:nvSpPr>
            <p:spPr>
              <a:xfrm>
                <a:off x="2377133" y="1857647"/>
                <a:ext cx="39300" cy="39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" name="Google Shape;365;p15"/>
              <p:cNvSpPr/>
              <p:nvPr/>
            </p:nvSpPr>
            <p:spPr>
              <a:xfrm>
                <a:off x="1932280" y="1331475"/>
                <a:ext cx="637146" cy="62184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" name="Google Shape;366;p15"/>
              <p:cNvSpPr/>
              <p:nvPr/>
            </p:nvSpPr>
            <p:spPr>
              <a:xfrm>
                <a:off x="1959067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" name="Google Shape;367;p15"/>
              <p:cNvSpPr/>
              <p:nvPr/>
            </p:nvSpPr>
            <p:spPr>
              <a:xfrm>
                <a:off x="2003074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" name="Google Shape;368;p15"/>
              <p:cNvSpPr/>
              <p:nvPr/>
            </p:nvSpPr>
            <p:spPr>
              <a:xfrm>
                <a:off x="2047081" y="1348695"/>
                <a:ext cx="297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" name="Google Shape;369;p15"/>
              <p:cNvSpPr/>
              <p:nvPr/>
            </p:nvSpPr>
            <p:spPr>
              <a:xfrm>
                <a:off x="2045167" y="1431925"/>
                <a:ext cx="411300" cy="411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0" name="Google Shape;370;p15"/>
              <p:cNvSpPr/>
              <p:nvPr/>
            </p:nvSpPr>
            <p:spPr>
              <a:xfrm>
                <a:off x="2115004" y="1502719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" name="Google Shape;371;p15"/>
              <p:cNvSpPr/>
              <p:nvPr/>
            </p:nvSpPr>
            <p:spPr>
              <a:xfrm>
                <a:off x="2093958" y="1495066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2" name="Google Shape;372;p15"/>
            <p:cNvGrpSpPr/>
            <p:nvPr/>
          </p:nvGrpSpPr>
          <p:grpSpPr>
            <a:xfrm rot="4185065">
              <a:off x="8729342" y="4000165"/>
              <a:ext cx="588492" cy="951054"/>
              <a:chOff x="1062996" y="1340396"/>
              <a:chExt cx="588491" cy="951052"/>
            </a:xfrm>
          </p:grpSpPr>
          <p:sp>
            <p:nvSpPr>
              <p:cNvPr id="373" name="Google Shape;373;p15"/>
              <p:cNvSpPr/>
              <p:nvPr/>
            </p:nvSpPr>
            <p:spPr>
              <a:xfrm flipH="1">
                <a:off x="1127696" y="1466525"/>
                <a:ext cx="521965" cy="813973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87" extrusionOk="0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4" name="Google Shape;374;p15"/>
              <p:cNvSpPr/>
              <p:nvPr/>
            </p:nvSpPr>
            <p:spPr>
              <a:xfrm flipH="1">
                <a:off x="1458031" y="2045067"/>
                <a:ext cx="191631" cy="235432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41" extrusionOk="0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" name="Google Shape;375;p15"/>
              <p:cNvSpPr/>
              <p:nvPr/>
            </p:nvSpPr>
            <p:spPr>
              <a:xfrm flipH="1">
                <a:off x="1622286" y="2258597"/>
                <a:ext cx="29201" cy="32851"/>
              </a:xfrm>
              <a:custGeom>
                <a:avLst/>
                <a:gdLst/>
                <a:ahLst/>
                <a:cxnLst/>
                <a:rect l="l" t="t" r="r" b="b"/>
                <a:pathLst>
                  <a:path w="18" h="20" extrusionOk="0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15"/>
              <p:cNvSpPr/>
              <p:nvPr/>
            </p:nvSpPr>
            <p:spPr>
              <a:xfrm flipH="1">
                <a:off x="1062996" y="1340396"/>
                <a:ext cx="98553" cy="107679"/>
              </a:xfrm>
              <a:custGeom>
                <a:avLst/>
                <a:gdLst/>
                <a:ahLst/>
                <a:cxnLst/>
                <a:rect l="l" t="t" r="r" b="b"/>
                <a:pathLst>
                  <a:path w="59" h="64" extrusionOk="0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" name="Google Shape;377;p15"/>
              <p:cNvSpPr/>
              <p:nvPr/>
            </p:nvSpPr>
            <p:spPr>
              <a:xfrm flipH="1">
                <a:off x="1071120" y="1472001"/>
                <a:ext cx="155130" cy="366836"/>
              </a:xfrm>
              <a:custGeom>
                <a:avLst/>
                <a:gdLst/>
                <a:ahLst/>
                <a:cxnLst/>
                <a:rect l="l" t="t" r="r" b="b"/>
                <a:pathLst>
                  <a:path w="93" h="220" extrusionOk="0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" name="Google Shape;378;p15"/>
              <p:cNvSpPr/>
              <p:nvPr/>
            </p:nvSpPr>
            <p:spPr>
              <a:xfrm flipH="1">
                <a:off x="1089372" y="1408123"/>
                <a:ext cx="142354" cy="118629"/>
              </a:xfrm>
              <a:custGeom>
                <a:avLst/>
                <a:gdLst/>
                <a:ahLst/>
                <a:cxnLst/>
                <a:rect l="l" t="t" r="r" b="b"/>
                <a:pathLst>
                  <a:path w="85" h="71" extrusionOk="0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79" name="Google Shape;379;p15"/>
          <p:cNvGrpSpPr/>
          <p:nvPr/>
        </p:nvGrpSpPr>
        <p:grpSpPr>
          <a:xfrm>
            <a:off x="180827" y="137600"/>
            <a:ext cx="8684725" cy="4152370"/>
            <a:chOff x="180827" y="137600"/>
            <a:chExt cx="8684725" cy="4152370"/>
          </a:xfrm>
        </p:grpSpPr>
        <p:sp>
          <p:nvSpPr>
            <p:cNvPr id="380" name="Google Shape;380;p15"/>
            <p:cNvSpPr/>
            <p:nvPr/>
          </p:nvSpPr>
          <p:spPr>
            <a:xfrm>
              <a:off x="8538877" y="3967570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15"/>
            <p:cNvSpPr/>
            <p:nvPr/>
          </p:nvSpPr>
          <p:spPr>
            <a:xfrm>
              <a:off x="180827" y="5394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15"/>
            <p:cNvSpPr/>
            <p:nvPr/>
          </p:nvSpPr>
          <p:spPr>
            <a:xfrm>
              <a:off x="713225" y="13760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1"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5" name="Google Shape;385;p16"/>
          <p:cNvSpPr txBox="1">
            <a:spLocks noGrp="1"/>
          </p:cNvSpPr>
          <p:nvPr>
            <p:ph type="subTitle" idx="1"/>
          </p:nvPr>
        </p:nvSpPr>
        <p:spPr>
          <a:xfrm>
            <a:off x="1846600" y="1065425"/>
            <a:ext cx="5005200" cy="323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/>
            </a:lvl9pPr>
          </a:lstStyle>
          <a:p>
            <a:endParaRPr/>
          </a:p>
        </p:txBody>
      </p:sp>
      <p:grpSp>
        <p:nvGrpSpPr>
          <p:cNvPr id="386" name="Google Shape;386;p16"/>
          <p:cNvGrpSpPr/>
          <p:nvPr/>
        </p:nvGrpSpPr>
        <p:grpSpPr>
          <a:xfrm>
            <a:off x="-1612427" y="-1583794"/>
            <a:ext cx="13680176" cy="9527191"/>
            <a:chOff x="-1612427" y="-1583794"/>
            <a:chExt cx="13680176" cy="9527191"/>
          </a:xfrm>
        </p:grpSpPr>
        <p:sp>
          <p:nvSpPr>
            <p:cNvPr id="387" name="Google Shape;387;p16"/>
            <p:cNvSpPr/>
            <p:nvPr/>
          </p:nvSpPr>
          <p:spPr>
            <a:xfrm rot="7128936">
              <a:off x="6088123" y="2417769"/>
              <a:ext cx="5631417" cy="4125872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16"/>
            <p:cNvSpPr/>
            <p:nvPr/>
          </p:nvSpPr>
          <p:spPr>
            <a:xfrm rot="-2861827">
              <a:off x="-1306536" y="-871781"/>
              <a:ext cx="2847247" cy="2086224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9" name="Google Shape;389;p16"/>
          <p:cNvSpPr/>
          <p:nvPr/>
        </p:nvSpPr>
        <p:spPr>
          <a:xfrm>
            <a:off x="8558433" y="3047281"/>
            <a:ext cx="301600" cy="497575"/>
          </a:xfrm>
          <a:custGeom>
            <a:avLst/>
            <a:gdLst/>
            <a:ahLst/>
            <a:cxnLst/>
            <a:rect l="l" t="t" r="r" b="b"/>
            <a:pathLst>
              <a:path w="271" h="447" extrusionOk="0">
                <a:moveTo>
                  <a:pt x="271" y="234"/>
                </a:moveTo>
                <a:lnTo>
                  <a:pt x="135" y="0"/>
                </a:lnTo>
                <a:lnTo>
                  <a:pt x="0" y="234"/>
                </a:lnTo>
                <a:lnTo>
                  <a:pt x="69" y="234"/>
                </a:lnTo>
                <a:lnTo>
                  <a:pt x="69" y="447"/>
                </a:lnTo>
                <a:lnTo>
                  <a:pt x="201" y="447"/>
                </a:lnTo>
                <a:lnTo>
                  <a:pt x="201" y="234"/>
                </a:lnTo>
                <a:lnTo>
                  <a:pt x="271" y="23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0" name="Google Shape;390;p16"/>
          <p:cNvGrpSpPr/>
          <p:nvPr/>
        </p:nvGrpSpPr>
        <p:grpSpPr>
          <a:xfrm>
            <a:off x="201327" y="80250"/>
            <a:ext cx="405111" cy="812320"/>
            <a:chOff x="201327" y="80250"/>
            <a:chExt cx="405111" cy="812320"/>
          </a:xfrm>
        </p:grpSpPr>
        <p:sp>
          <p:nvSpPr>
            <p:cNvPr id="391" name="Google Shape;391;p16"/>
            <p:cNvSpPr/>
            <p:nvPr/>
          </p:nvSpPr>
          <p:spPr>
            <a:xfrm>
              <a:off x="201327" y="570170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16"/>
            <p:cNvSpPr/>
            <p:nvPr/>
          </p:nvSpPr>
          <p:spPr>
            <a:xfrm>
              <a:off x="421863" y="8025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1_1"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7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5" name="Google Shape;395;p17"/>
          <p:cNvSpPr txBox="1">
            <a:spLocks noGrp="1"/>
          </p:cNvSpPr>
          <p:nvPr>
            <p:ph type="subTitle" idx="1"/>
          </p:nvPr>
        </p:nvSpPr>
        <p:spPr>
          <a:xfrm>
            <a:off x="720000" y="1074300"/>
            <a:ext cx="2214300" cy="332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398" name="Google Shape;398;p18"/>
          <p:cNvGrpSpPr/>
          <p:nvPr/>
        </p:nvGrpSpPr>
        <p:grpSpPr>
          <a:xfrm>
            <a:off x="-856733" y="-2184900"/>
            <a:ext cx="11910511" cy="8379762"/>
            <a:chOff x="-856733" y="-2184900"/>
            <a:chExt cx="11910511" cy="8379762"/>
          </a:xfrm>
        </p:grpSpPr>
        <p:sp>
          <p:nvSpPr>
            <p:cNvPr id="399" name="Google Shape;399;p18"/>
            <p:cNvSpPr/>
            <p:nvPr/>
          </p:nvSpPr>
          <p:spPr>
            <a:xfrm rot="-7341459">
              <a:off x="7305126" y="-1367050"/>
              <a:ext cx="3409980" cy="2678150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18"/>
            <p:cNvSpPr/>
            <p:nvPr/>
          </p:nvSpPr>
          <p:spPr>
            <a:xfrm rot="-10245665" flipH="1">
              <a:off x="-723336" y="4183034"/>
              <a:ext cx="2247692" cy="1843349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1" name="Google Shape;401;p18"/>
          <p:cNvGrpSpPr/>
          <p:nvPr/>
        </p:nvGrpSpPr>
        <p:grpSpPr>
          <a:xfrm>
            <a:off x="262777" y="161945"/>
            <a:ext cx="7433887" cy="4873205"/>
            <a:chOff x="262777" y="161945"/>
            <a:chExt cx="7433887" cy="4873205"/>
          </a:xfrm>
        </p:grpSpPr>
        <p:sp>
          <p:nvSpPr>
            <p:cNvPr id="402" name="Google Shape;402;p18"/>
            <p:cNvSpPr/>
            <p:nvPr/>
          </p:nvSpPr>
          <p:spPr>
            <a:xfrm>
              <a:off x="7369989" y="16194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18"/>
            <p:cNvSpPr/>
            <p:nvPr/>
          </p:nvSpPr>
          <p:spPr>
            <a:xfrm>
              <a:off x="262777" y="41400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18"/>
            <p:cNvSpPr/>
            <p:nvPr/>
          </p:nvSpPr>
          <p:spPr>
            <a:xfrm>
              <a:off x="811063" y="485300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5" name="Google Shape;405;p18"/>
          <p:cNvGrpSpPr/>
          <p:nvPr/>
        </p:nvGrpSpPr>
        <p:grpSpPr>
          <a:xfrm>
            <a:off x="7886574" y="231922"/>
            <a:ext cx="1018096" cy="1211385"/>
            <a:chOff x="7886574" y="231922"/>
            <a:chExt cx="1018096" cy="1211385"/>
          </a:xfrm>
        </p:grpSpPr>
        <p:grpSp>
          <p:nvGrpSpPr>
            <p:cNvPr id="406" name="Google Shape;406;p18"/>
            <p:cNvGrpSpPr/>
            <p:nvPr/>
          </p:nvGrpSpPr>
          <p:grpSpPr>
            <a:xfrm>
              <a:off x="8496964" y="1054809"/>
              <a:ext cx="407706" cy="388498"/>
              <a:chOff x="2884583" y="645291"/>
              <a:chExt cx="285089" cy="271696"/>
            </a:xfrm>
          </p:grpSpPr>
          <p:sp>
            <p:nvSpPr>
              <p:cNvPr id="407" name="Google Shape;407;p18"/>
              <p:cNvSpPr/>
              <p:nvPr/>
            </p:nvSpPr>
            <p:spPr>
              <a:xfrm>
                <a:off x="2905629" y="652944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" name="Google Shape;408;p18"/>
              <p:cNvSpPr/>
              <p:nvPr/>
            </p:nvSpPr>
            <p:spPr>
              <a:xfrm>
                <a:off x="2884583" y="645291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9" name="Google Shape;409;p18"/>
            <p:cNvGrpSpPr/>
            <p:nvPr/>
          </p:nvGrpSpPr>
          <p:grpSpPr>
            <a:xfrm>
              <a:off x="7886574" y="231922"/>
              <a:ext cx="951900" cy="615157"/>
              <a:chOff x="4838012" y="1361547"/>
              <a:chExt cx="951900" cy="615157"/>
            </a:xfrm>
          </p:grpSpPr>
          <p:sp>
            <p:nvSpPr>
              <p:cNvPr id="410" name="Google Shape;410;p18"/>
              <p:cNvSpPr/>
              <p:nvPr/>
            </p:nvSpPr>
            <p:spPr>
              <a:xfrm>
                <a:off x="4838012" y="1419903"/>
                <a:ext cx="951900" cy="5568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" name="Google Shape;411;p18"/>
              <p:cNvSpPr/>
              <p:nvPr/>
            </p:nvSpPr>
            <p:spPr>
              <a:xfrm>
                <a:off x="4838012" y="1361547"/>
                <a:ext cx="951892" cy="58358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67" extrusionOk="0">
                    <a:moveTo>
                      <a:pt x="1057" y="0"/>
                    </a:moveTo>
                    <a:cubicBezTo>
                      <a:pt x="31" y="0"/>
                      <a:pt x="31" y="0"/>
                      <a:pt x="31" y="0"/>
                    </a:cubicBezTo>
                    <a:cubicBezTo>
                      <a:pt x="14" y="0"/>
                      <a:pt x="0" y="15"/>
                      <a:pt x="0" y="32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1089" y="67"/>
                      <a:pt x="1089" y="67"/>
                      <a:pt x="1089" y="67"/>
                    </a:cubicBezTo>
                    <a:cubicBezTo>
                      <a:pt x="1089" y="32"/>
                      <a:pt x="1089" y="32"/>
                      <a:pt x="1089" y="32"/>
                    </a:cubicBezTo>
                    <a:cubicBezTo>
                      <a:pt x="1089" y="15"/>
                      <a:pt x="1074" y="0"/>
                      <a:pt x="10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" name="Google Shape;412;p18"/>
              <p:cNvSpPr/>
              <p:nvPr/>
            </p:nvSpPr>
            <p:spPr>
              <a:xfrm>
                <a:off x="4863842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" name="Google Shape;413;p18"/>
              <p:cNvSpPr/>
              <p:nvPr/>
            </p:nvSpPr>
            <p:spPr>
              <a:xfrm>
                <a:off x="4904979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" name="Google Shape;414;p18"/>
              <p:cNvSpPr/>
              <p:nvPr/>
            </p:nvSpPr>
            <p:spPr>
              <a:xfrm>
                <a:off x="4945159" y="1376853"/>
                <a:ext cx="267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" name="Google Shape;415;p18"/>
              <p:cNvSpPr/>
              <p:nvPr/>
            </p:nvSpPr>
            <p:spPr>
              <a:xfrm>
                <a:off x="4902109" y="1478261"/>
                <a:ext cx="348300" cy="348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" name="Google Shape;416;p18"/>
              <p:cNvSpPr/>
              <p:nvPr/>
            </p:nvSpPr>
            <p:spPr>
              <a:xfrm>
                <a:off x="4926026" y="1502178"/>
                <a:ext cx="299440" cy="300397"/>
              </a:xfrm>
              <a:custGeom>
                <a:avLst/>
                <a:gdLst/>
                <a:ahLst/>
                <a:cxnLst/>
                <a:rect l="l" t="t" r="r" b="b"/>
                <a:pathLst>
                  <a:path w="342" h="343" extrusionOk="0">
                    <a:moveTo>
                      <a:pt x="209" y="5"/>
                    </a:moveTo>
                    <a:cubicBezTo>
                      <a:pt x="197" y="2"/>
                      <a:pt x="184" y="0"/>
                      <a:pt x="171" y="0"/>
                    </a:cubicBezTo>
                    <a:cubicBezTo>
                      <a:pt x="92" y="0"/>
                      <a:pt x="26" y="54"/>
                      <a:pt x="6" y="126"/>
                    </a:cubicBezTo>
                    <a:cubicBezTo>
                      <a:pt x="6" y="128"/>
                      <a:pt x="5" y="130"/>
                      <a:pt x="5" y="131"/>
                    </a:cubicBezTo>
                    <a:cubicBezTo>
                      <a:pt x="4" y="133"/>
                      <a:pt x="4" y="135"/>
                      <a:pt x="3" y="137"/>
                    </a:cubicBezTo>
                    <a:cubicBezTo>
                      <a:pt x="3" y="137"/>
                      <a:pt x="3" y="137"/>
                      <a:pt x="3" y="137"/>
                    </a:cubicBezTo>
                    <a:cubicBezTo>
                      <a:pt x="3" y="139"/>
                      <a:pt x="3" y="141"/>
                      <a:pt x="2" y="142"/>
                    </a:cubicBezTo>
                    <a:cubicBezTo>
                      <a:pt x="2" y="143"/>
                      <a:pt x="2" y="143"/>
                      <a:pt x="2" y="143"/>
                    </a:cubicBezTo>
                    <a:cubicBezTo>
                      <a:pt x="2" y="145"/>
                      <a:pt x="2" y="147"/>
                      <a:pt x="2" y="148"/>
                    </a:cubicBezTo>
                    <a:cubicBezTo>
                      <a:pt x="1" y="150"/>
                      <a:pt x="1" y="152"/>
                      <a:pt x="1" y="153"/>
                    </a:cubicBezTo>
                    <a:cubicBezTo>
                      <a:pt x="1" y="154"/>
                      <a:pt x="1" y="154"/>
                      <a:pt x="1" y="155"/>
                    </a:cubicBezTo>
                    <a:cubicBezTo>
                      <a:pt x="1" y="157"/>
                      <a:pt x="0" y="158"/>
                      <a:pt x="0" y="160"/>
                    </a:cubicBezTo>
                    <a:cubicBezTo>
                      <a:pt x="0" y="162"/>
                      <a:pt x="0" y="163"/>
                      <a:pt x="0" y="165"/>
                    </a:cubicBezTo>
                    <a:cubicBezTo>
                      <a:pt x="0" y="167"/>
                      <a:pt x="0" y="169"/>
                      <a:pt x="0" y="172"/>
                    </a:cubicBezTo>
                    <a:cubicBezTo>
                      <a:pt x="0" y="266"/>
                      <a:pt x="77" y="343"/>
                      <a:pt x="171" y="343"/>
                    </a:cubicBezTo>
                    <a:cubicBezTo>
                      <a:pt x="266" y="343"/>
                      <a:pt x="342" y="266"/>
                      <a:pt x="342" y="172"/>
                    </a:cubicBezTo>
                    <a:cubicBezTo>
                      <a:pt x="342" y="90"/>
                      <a:pt x="285" y="22"/>
                      <a:pt x="209" y="5"/>
                    </a:cubicBezTo>
                    <a:close/>
                    <a:moveTo>
                      <a:pt x="171" y="300"/>
                    </a:moveTo>
                    <a:cubicBezTo>
                      <a:pt x="100" y="300"/>
                      <a:pt x="43" y="242"/>
                      <a:pt x="43" y="172"/>
                    </a:cubicBezTo>
                    <a:cubicBezTo>
                      <a:pt x="43" y="170"/>
                      <a:pt x="43" y="168"/>
                      <a:pt x="43" y="167"/>
                    </a:cubicBezTo>
                    <a:cubicBezTo>
                      <a:pt x="43" y="165"/>
                      <a:pt x="43" y="164"/>
                      <a:pt x="43" y="162"/>
                    </a:cubicBezTo>
                    <a:cubicBezTo>
                      <a:pt x="44" y="159"/>
                      <a:pt x="44" y="155"/>
                      <a:pt x="45" y="152"/>
                    </a:cubicBezTo>
                    <a:cubicBezTo>
                      <a:pt x="45" y="151"/>
                      <a:pt x="45" y="149"/>
                      <a:pt x="45" y="148"/>
                    </a:cubicBezTo>
                    <a:cubicBezTo>
                      <a:pt x="46" y="147"/>
                      <a:pt x="46" y="146"/>
                      <a:pt x="46" y="144"/>
                    </a:cubicBezTo>
                    <a:cubicBezTo>
                      <a:pt x="46" y="143"/>
                      <a:pt x="47" y="142"/>
                      <a:pt x="47" y="140"/>
                    </a:cubicBezTo>
                    <a:cubicBezTo>
                      <a:pt x="48" y="138"/>
                      <a:pt x="48" y="135"/>
                      <a:pt x="49" y="133"/>
                    </a:cubicBezTo>
                    <a:cubicBezTo>
                      <a:pt x="65" y="81"/>
                      <a:pt x="114" y="44"/>
                      <a:pt x="171" y="44"/>
                    </a:cubicBezTo>
                    <a:cubicBezTo>
                      <a:pt x="180" y="44"/>
                      <a:pt x="188" y="44"/>
                      <a:pt x="196" y="46"/>
                    </a:cubicBezTo>
                    <a:cubicBezTo>
                      <a:pt x="197" y="46"/>
                      <a:pt x="199" y="47"/>
                      <a:pt x="200" y="47"/>
                    </a:cubicBezTo>
                    <a:cubicBezTo>
                      <a:pt x="201" y="47"/>
                      <a:pt x="201" y="47"/>
                      <a:pt x="202" y="47"/>
                    </a:cubicBezTo>
                    <a:cubicBezTo>
                      <a:pt x="203" y="48"/>
                      <a:pt x="205" y="48"/>
                      <a:pt x="206" y="48"/>
                    </a:cubicBezTo>
                    <a:cubicBezTo>
                      <a:pt x="206" y="49"/>
                      <a:pt x="206" y="49"/>
                      <a:pt x="206" y="49"/>
                    </a:cubicBezTo>
                    <a:cubicBezTo>
                      <a:pt x="208" y="49"/>
                      <a:pt x="210" y="50"/>
                      <a:pt x="212" y="50"/>
                    </a:cubicBezTo>
                    <a:cubicBezTo>
                      <a:pt x="212" y="50"/>
                      <a:pt x="212" y="50"/>
                      <a:pt x="212" y="50"/>
                    </a:cubicBezTo>
                    <a:cubicBezTo>
                      <a:pt x="214" y="51"/>
                      <a:pt x="215" y="51"/>
                      <a:pt x="217" y="52"/>
                    </a:cubicBezTo>
                    <a:cubicBezTo>
                      <a:pt x="218" y="53"/>
                      <a:pt x="220" y="53"/>
                      <a:pt x="222" y="54"/>
                    </a:cubicBezTo>
                    <a:cubicBezTo>
                      <a:pt x="224" y="55"/>
                      <a:pt x="225" y="56"/>
                      <a:pt x="227" y="56"/>
                    </a:cubicBezTo>
                    <a:cubicBezTo>
                      <a:pt x="227" y="56"/>
                      <a:pt x="227" y="56"/>
                      <a:pt x="227" y="56"/>
                    </a:cubicBezTo>
                    <a:cubicBezTo>
                      <a:pt x="229" y="57"/>
                      <a:pt x="230" y="58"/>
                      <a:pt x="232" y="59"/>
                    </a:cubicBezTo>
                    <a:cubicBezTo>
                      <a:pt x="232" y="59"/>
                      <a:pt x="232" y="59"/>
                      <a:pt x="232" y="59"/>
                    </a:cubicBezTo>
                    <a:cubicBezTo>
                      <a:pt x="234" y="60"/>
                      <a:pt x="235" y="61"/>
                      <a:pt x="237" y="62"/>
                    </a:cubicBezTo>
                    <a:cubicBezTo>
                      <a:pt x="238" y="63"/>
                      <a:pt x="240" y="64"/>
                      <a:pt x="241" y="65"/>
                    </a:cubicBezTo>
                    <a:cubicBezTo>
                      <a:pt x="243" y="65"/>
                      <a:pt x="244" y="66"/>
                      <a:pt x="245" y="67"/>
                    </a:cubicBezTo>
                    <a:cubicBezTo>
                      <a:pt x="246" y="68"/>
                      <a:pt x="246" y="68"/>
                      <a:pt x="246" y="68"/>
                    </a:cubicBezTo>
                    <a:cubicBezTo>
                      <a:pt x="249" y="70"/>
                      <a:pt x="252" y="72"/>
                      <a:pt x="254" y="74"/>
                    </a:cubicBezTo>
                    <a:cubicBezTo>
                      <a:pt x="256" y="75"/>
                      <a:pt x="257" y="77"/>
                      <a:pt x="258" y="78"/>
                    </a:cubicBezTo>
                    <a:cubicBezTo>
                      <a:pt x="260" y="79"/>
                      <a:pt x="261" y="80"/>
                      <a:pt x="262" y="82"/>
                    </a:cubicBezTo>
                    <a:cubicBezTo>
                      <a:pt x="264" y="83"/>
                      <a:pt x="265" y="84"/>
                      <a:pt x="266" y="86"/>
                    </a:cubicBezTo>
                    <a:cubicBezTo>
                      <a:pt x="267" y="87"/>
                      <a:pt x="269" y="89"/>
                      <a:pt x="270" y="90"/>
                    </a:cubicBezTo>
                    <a:cubicBezTo>
                      <a:pt x="271" y="91"/>
                      <a:pt x="272" y="92"/>
                      <a:pt x="273" y="93"/>
                    </a:cubicBezTo>
                    <a:cubicBezTo>
                      <a:pt x="274" y="95"/>
                      <a:pt x="275" y="97"/>
                      <a:pt x="276" y="99"/>
                    </a:cubicBezTo>
                    <a:cubicBezTo>
                      <a:pt x="277" y="100"/>
                      <a:pt x="278" y="101"/>
                      <a:pt x="279" y="103"/>
                    </a:cubicBezTo>
                    <a:cubicBezTo>
                      <a:pt x="279" y="103"/>
                      <a:pt x="279" y="103"/>
                      <a:pt x="279" y="103"/>
                    </a:cubicBezTo>
                    <a:cubicBezTo>
                      <a:pt x="280" y="104"/>
                      <a:pt x="281" y="106"/>
                      <a:pt x="282" y="107"/>
                    </a:cubicBezTo>
                    <a:cubicBezTo>
                      <a:pt x="282" y="108"/>
                      <a:pt x="282" y="108"/>
                      <a:pt x="282" y="108"/>
                    </a:cubicBezTo>
                    <a:cubicBezTo>
                      <a:pt x="283" y="109"/>
                      <a:pt x="284" y="111"/>
                      <a:pt x="285" y="112"/>
                    </a:cubicBezTo>
                    <a:cubicBezTo>
                      <a:pt x="286" y="114"/>
                      <a:pt x="286" y="116"/>
                      <a:pt x="287" y="117"/>
                    </a:cubicBezTo>
                    <a:cubicBezTo>
                      <a:pt x="288" y="119"/>
                      <a:pt x="289" y="120"/>
                      <a:pt x="289" y="122"/>
                    </a:cubicBezTo>
                    <a:cubicBezTo>
                      <a:pt x="289" y="122"/>
                      <a:pt x="289" y="122"/>
                      <a:pt x="289" y="122"/>
                    </a:cubicBezTo>
                    <a:cubicBezTo>
                      <a:pt x="290" y="124"/>
                      <a:pt x="291" y="126"/>
                      <a:pt x="291" y="127"/>
                    </a:cubicBezTo>
                    <a:cubicBezTo>
                      <a:pt x="292" y="129"/>
                      <a:pt x="293" y="131"/>
                      <a:pt x="293" y="133"/>
                    </a:cubicBezTo>
                    <a:cubicBezTo>
                      <a:pt x="294" y="135"/>
                      <a:pt x="294" y="136"/>
                      <a:pt x="295" y="138"/>
                    </a:cubicBezTo>
                    <a:cubicBezTo>
                      <a:pt x="295" y="139"/>
                      <a:pt x="296" y="141"/>
                      <a:pt x="296" y="142"/>
                    </a:cubicBezTo>
                    <a:cubicBezTo>
                      <a:pt x="296" y="143"/>
                      <a:pt x="296" y="144"/>
                      <a:pt x="296" y="144"/>
                    </a:cubicBezTo>
                    <a:cubicBezTo>
                      <a:pt x="297" y="146"/>
                      <a:pt x="297" y="147"/>
                      <a:pt x="297" y="149"/>
                    </a:cubicBezTo>
                    <a:cubicBezTo>
                      <a:pt x="297" y="149"/>
                      <a:pt x="297" y="149"/>
                      <a:pt x="297" y="149"/>
                    </a:cubicBezTo>
                    <a:cubicBezTo>
                      <a:pt x="298" y="151"/>
                      <a:pt x="298" y="152"/>
                      <a:pt x="298" y="154"/>
                    </a:cubicBezTo>
                    <a:cubicBezTo>
                      <a:pt x="298" y="154"/>
                      <a:pt x="298" y="155"/>
                      <a:pt x="298" y="155"/>
                    </a:cubicBezTo>
                    <a:cubicBezTo>
                      <a:pt x="298" y="157"/>
                      <a:pt x="299" y="158"/>
                      <a:pt x="299" y="160"/>
                    </a:cubicBezTo>
                    <a:cubicBezTo>
                      <a:pt x="299" y="160"/>
                      <a:pt x="299" y="160"/>
                      <a:pt x="299" y="160"/>
                    </a:cubicBezTo>
                    <a:cubicBezTo>
                      <a:pt x="299" y="164"/>
                      <a:pt x="299" y="168"/>
                      <a:pt x="299" y="172"/>
                    </a:cubicBezTo>
                    <a:cubicBezTo>
                      <a:pt x="299" y="242"/>
                      <a:pt x="242" y="300"/>
                      <a:pt x="171" y="3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" name="Google Shape;417;p18"/>
              <p:cNvSpPr/>
              <p:nvPr/>
            </p:nvSpPr>
            <p:spPr>
              <a:xfrm>
                <a:off x="4926026" y="1506961"/>
                <a:ext cx="299440" cy="295613"/>
              </a:xfrm>
              <a:custGeom>
                <a:avLst/>
                <a:gdLst/>
                <a:ahLst/>
                <a:cxnLst/>
                <a:rect l="l" t="t" r="r" b="b"/>
                <a:pathLst>
                  <a:path w="342" h="338" extrusionOk="0">
                    <a:moveTo>
                      <a:pt x="209" y="0"/>
                    </a:moveTo>
                    <a:cubicBezTo>
                      <a:pt x="196" y="41"/>
                      <a:pt x="196" y="41"/>
                      <a:pt x="196" y="41"/>
                    </a:cubicBezTo>
                    <a:cubicBezTo>
                      <a:pt x="197" y="41"/>
                      <a:pt x="199" y="42"/>
                      <a:pt x="200" y="42"/>
                    </a:cubicBezTo>
                    <a:cubicBezTo>
                      <a:pt x="201" y="42"/>
                      <a:pt x="201" y="42"/>
                      <a:pt x="202" y="42"/>
                    </a:cubicBezTo>
                    <a:cubicBezTo>
                      <a:pt x="203" y="43"/>
                      <a:pt x="205" y="43"/>
                      <a:pt x="206" y="43"/>
                    </a:cubicBezTo>
                    <a:cubicBezTo>
                      <a:pt x="206" y="44"/>
                      <a:pt x="206" y="44"/>
                      <a:pt x="206" y="44"/>
                    </a:cubicBezTo>
                    <a:cubicBezTo>
                      <a:pt x="208" y="44"/>
                      <a:pt x="210" y="45"/>
                      <a:pt x="212" y="45"/>
                    </a:cubicBezTo>
                    <a:cubicBezTo>
                      <a:pt x="212" y="45"/>
                      <a:pt x="212" y="45"/>
                      <a:pt x="212" y="45"/>
                    </a:cubicBezTo>
                    <a:cubicBezTo>
                      <a:pt x="214" y="46"/>
                      <a:pt x="215" y="46"/>
                      <a:pt x="217" y="47"/>
                    </a:cubicBezTo>
                    <a:cubicBezTo>
                      <a:pt x="219" y="48"/>
                      <a:pt x="220" y="48"/>
                      <a:pt x="222" y="49"/>
                    </a:cubicBezTo>
                    <a:cubicBezTo>
                      <a:pt x="224" y="50"/>
                      <a:pt x="225" y="51"/>
                      <a:pt x="227" y="51"/>
                    </a:cubicBezTo>
                    <a:cubicBezTo>
                      <a:pt x="227" y="51"/>
                      <a:pt x="227" y="51"/>
                      <a:pt x="227" y="51"/>
                    </a:cubicBezTo>
                    <a:cubicBezTo>
                      <a:pt x="229" y="52"/>
                      <a:pt x="230" y="53"/>
                      <a:pt x="232" y="54"/>
                    </a:cubicBezTo>
                    <a:cubicBezTo>
                      <a:pt x="232" y="54"/>
                      <a:pt x="232" y="54"/>
                      <a:pt x="232" y="54"/>
                    </a:cubicBezTo>
                    <a:cubicBezTo>
                      <a:pt x="234" y="55"/>
                      <a:pt x="235" y="56"/>
                      <a:pt x="237" y="57"/>
                    </a:cubicBezTo>
                    <a:cubicBezTo>
                      <a:pt x="238" y="58"/>
                      <a:pt x="240" y="58"/>
                      <a:pt x="241" y="60"/>
                    </a:cubicBezTo>
                    <a:cubicBezTo>
                      <a:pt x="243" y="60"/>
                      <a:pt x="244" y="61"/>
                      <a:pt x="245" y="62"/>
                    </a:cubicBezTo>
                    <a:cubicBezTo>
                      <a:pt x="246" y="63"/>
                      <a:pt x="246" y="63"/>
                      <a:pt x="246" y="63"/>
                    </a:cubicBezTo>
                    <a:cubicBezTo>
                      <a:pt x="249" y="65"/>
                      <a:pt x="252" y="67"/>
                      <a:pt x="254" y="69"/>
                    </a:cubicBezTo>
                    <a:cubicBezTo>
                      <a:pt x="256" y="70"/>
                      <a:pt x="257" y="72"/>
                      <a:pt x="258" y="73"/>
                    </a:cubicBezTo>
                    <a:cubicBezTo>
                      <a:pt x="260" y="74"/>
                      <a:pt x="261" y="75"/>
                      <a:pt x="262" y="77"/>
                    </a:cubicBezTo>
                    <a:cubicBezTo>
                      <a:pt x="264" y="78"/>
                      <a:pt x="265" y="79"/>
                      <a:pt x="266" y="81"/>
                    </a:cubicBezTo>
                    <a:cubicBezTo>
                      <a:pt x="267" y="82"/>
                      <a:pt x="269" y="84"/>
                      <a:pt x="270" y="85"/>
                    </a:cubicBezTo>
                    <a:cubicBezTo>
                      <a:pt x="271" y="86"/>
                      <a:pt x="272" y="87"/>
                      <a:pt x="273" y="88"/>
                    </a:cubicBezTo>
                    <a:cubicBezTo>
                      <a:pt x="274" y="90"/>
                      <a:pt x="275" y="92"/>
                      <a:pt x="276" y="93"/>
                    </a:cubicBezTo>
                    <a:cubicBezTo>
                      <a:pt x="277" y="95"/>
                      <a:pt x="278" y="96"/>
                      <a:pt x="279" y="98"/>
                    </a:cubicBezTo>
                    <a:cubicBezTo>
                      <a:pt x="279" y="98"/>
                      <a:pt x="279" y="98"/>
                      <a:pt x="279" y="98"/>
                    </a:cubicBezTo>
                    <a:cubicBezTo>
                      <a:pt x="280" y="99"/>
                      <a:pt x="281" y="101"/>
                      <a:pt x="282" y="102"/>
                    </a:cubicBezTo>
                    <a:cubicBezTo>
                      <a:pt x="282" y="103"/>
                      <a:pt x="282" y="103"/>
                      <a:pt x="282" y="103"/>
                    </a:cubicBezTo>
                    <a:cubicBezTo>
                      <a:pt x="283" y="104"/>
                      <a:pt x="284" y="106"/>
                      <a:pt x="285" y="107"/>
                    </a:cubicBezTo>
                    <a:cubicBezTo>
                      <a:pt x="286" y="109"/>
                      <a:pt x="286" y="110"/>
                      <a:pt x="287" y="112"/>
                    </a:cubicBezTo>
                    <a:cubicBezTo>
                      <a:pt x="288" y="114"/>
                      <a:pt x="289" y="115"/>
                      <a:pt x="289" y="117"/>
                    </a:cubicBezTo>
                    <a:cubicBezTo>
                      <a:pt x="289" y="117"/>
                      <a:pt x="289" y="117"/>
                      <a:pt x="289" y="117"/>
                    </a:cubicBezTo>
                    <a:cubicBezTo>
                      <a:pt x="290" y="119"/>
                      <a:pt x="291" y="121"/>
                      <a:pt x="291" y="122"/>
                    </a:cubicBezTo>
                    <a:cubicBezTo>
                      <a:pt x="292" y="124"/>
                      <a:pt x="293" y="126"/>
                      <a:pt x="293" y="128"/>
                    </a:cubicBezTo>
                    <a:cubicBezTo>
                      <a:pt x="294" y="130"/>
                      <a:pt x="294" y="131"/>
                      <a:pt x="295" y="133"/>
                    </a:cubicBezTo>
                    <a:cubicBezTo>
                      <a:pt x="295" y="134"/>
                      <a:pt x="296" y="136"/>
                      <a:pt x="296" y="137"/>
                    </a:cubicBezTo>
                    <a:cubicBezTo>
                      <a:pt x="296" y="138"/>
                      <a:pt x="296" y="139"/>
                      <a:pt x="296" y="139"/>
                    </a:cubicBezTo>
                    <a:cubicBezTo>
                      <a:pt x="297" y="141"/>
                      <a:pt x="297" y="142"/>
                      <a:pt x="297" y="144"/>
                    </a:cubicBezTo>
                    <a:cubicBezTo>
                      <a:pt x="297" y="144"/>
                      <a:pt x="297" y="144"/>
                      <a:pt x="297" y="144"/>
                    </a:cubicBezTo>
                    <a:cubicBezTo>
                      <a:pt x="298" y="146"/>
                      <a:pt x="298" y="147"/>
                      <a:pt x="298" y="149"/>
                    </a:cubicBezTo>
                    <a:cubicBezTo>
                      <a:pt x="298" y="149"/>
                      <a:pt x="298" y="150"/>
                      <a:pt x="298" y="150"/>
                    </a:cubicBezTo>
                    <a:cubicBezTo>
                      <a:pt x="298" y="152"/>
                      <a:pt x="299" y="153"/>
                      <a:pt x="299" y="155"/>
                    </a:cubicBezTo>
                    <a:cubicBezTo>
                      <a:pt x="299" y="155"/>
                      <a:pt x="299" y="155"/>
                      <a:pt x="299" y="155"/>
                    </a:cubicBezTo>
                    <a:cubicBezTo>
                      <a:pt x="299" y="159"/>
                      <a:pt x="299" y="163"/>
                      <a:pt x="299" y="167"/>
                    </a:cubicBezTo>
                    <a:cubicBezTo>
                      <a:pt x="299" y="170"/>
                      <a:pt x="299" y="172"/>
                      <a:pt x="299" y="175"/>
                    </a:cubicBezTo>
                    <a:cubicBezTo>
                      <a:pt x="295" y="242"/>
                      <a:pt x="239" y="295"/>
                      <a:pt x="171" y="295"/>
                    </a:cubicBezTo>
                    <a:cubicBezTo>
                      <a:pt x="100" y="295"/>
                      <a:pt x="43" y="237"/>
                      <a:pt x="43" y="167"/>
                    </a:cubicBezTo>
                    <a:cubicBezTo>
                      <a:pt x="43" y="165"/>
                      <a:pt x="43" y="163"/>
                      <a:pt x="43" y="162"/>
                    </a:cubicBezTo>
                    <a:cubicBezTo>
                      <a:pt x="43" y="160"/>
                      <a:pt x="43" y="159"/>
                      <a:pt x="43" y="157"/>
                    </a:cubicBezTo>
                    <a:cubicBezTo>
                      <a:pt x="44" y="154"/>
                      <a:pt x="44" y="150"/>
                      <a:pt x="45" y="147"/>
                    </a:cubicBezTo>
                    <a:cubicBezTo>
                      <a:pt x="45" y="146"/>
                      <a:pt x="45" y="144"/>
                      <a:pt x="45" y="143"/>
                    </a:cubicBezTo>
                    <a:cubicBezTo>
                      <a:pt x="45" y="142"/>
                      <a:pt x="46" y="140"/>
                      <a:pt x="46" y="139"/>
                    </a:cubicBezTo>
                    <a:cubicBezTo>
                      <a:pt x="46" y="138"/>
                      <a:pt x="47" y="137"/>
                      <a:pt x="47" y="135"/>
                    </a:cubicBezTo>
                    <a:cubicBezTo>
                      <a:pt x="48" y="133"/>
                      <a:pt x="48" y="131"/>
                      <a:pt x="49" y="128"/>
                    </a:cubicBezTo>
                    <a:cubicBezTo>
                      <a:pt x="6" y="121"/>
                      <a:pt x="6" y="121"/>
                      <a:pt x="6" y="121"/>
                    </a:cubicBezTo>
                    <a:cubicBezTo>
                      <a:pt x="6" y="123"/>
                      <a:pt x="5" y="125"/>
                      <a:pt x="5" y="126"/>
                    </a:cubicBezTo>
                    <a:cubicBezTo>
                      <a:pt x="4" y="128"/>
                      <a:pt x="4" y="130"/>
                      <a:pt x="3" y="132"/>
                    </a:cubicBezTo>
                    <a:cubicBezTo>
                      <a:pt x="3" y="132"/>
                      <a:pt x="3" y="132"/>
                      <a:pt x="3" y="132"/>
                    </a:cubicBezTo>
                    <a:cubicBezTo>
                      <a:pt x="3" y="134"/>
                      <a:pt x="3" y="136"/>
                      <a:pt x="2" y="137"/>
                    </a:cubicBezTo>
                    <a:cubicBezTo>
                      <a:pt x="2" y="138"/>
                      <a:pt x="2" y="138"/>
                      <a:pt x="2" y="138"/>
                    </a:cubicBezTo>
                    <a:cubicBezTo>
                      <a:pt x="2" y="140"/>
                      <a:pt x="2" y="142"/>
                      <a:pt x="2" y="143"/>
                    </a:cubicBezTo>
                    <a:cubicBezTo>
                      <a:pt x="1" y="145"/>
                      <a:pt x="1" y="147"/>
                      <a:pt x="1" y="148"/>
                    </a:cubicBezTo>
                    <a:cubicBezTo>
                      <a:pt x="1" y="149"/>
                      <a:pt x="1" y="149"/>
                      <a:pt x="1" y="150"/>
                    </a:cubicBezTo>
                    <a:cubicBezTo>
                      <a:pt x="1" y="151"/>
                      <a:pt x="0" y="153"/>
                      <a:pt x="0" y="155"/>
                    </a:cubicBezTo>
                    <a:cubicBezTo>
                      <a:pt x="0" y="157"/>
                      <a:pt x="0" y="158"/>
                      <a:pt x="0" y="160"/>
                    </a:cubicBezTo>
                    <a:cubicBezTo>
                      <a:pt x="0" y="162"/>
                      <a:pt x="0" y="164"/>
                      <a:pt x="0" y="167"/>
                    </a:cubicBezTo>
                    <a:cubicBezTo>
                      <a:pt x="0" y="261"/>
                      <a:pt x="77" y="338"/>
                      <a:pt x="171" y="338"/>
                    </a:cubicBezTo>
                    <a:cubicBezTo>
                      <a:pt x="263" y="338"/>
                      <a:pt x="338" y="266"/>
                      <a:pt x="342" y="175"/>
                    </a:cubicBezTo>
                    <a:cubicBezTo>
                      <a:pt x="342" y="172"/>
                      <a:pt x="342" y="170"/>
                      <a:pt x="342" y="167"/>
                    </a:cubicBezTo>
                    <a:cubicBezTo>
                      <a:pt x="342" y="85"/>
                      <a:pt x="285" y="17"/>
                      <a:pt x="20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" name="Google Shape;418;p18"/>
              <p:cNvSpPr/>
              <p:nvPr/>
            </p:nvSpPr>
            <p:spPr>
              <a:xfrm>
                <a:off x="5076224" y="1660030"/>
                <a:ext cx="149241" cy="142545"/>
              </a:xfrm>
              <a:custGeom>
                <a:avLst/>
                <a:gdLst/>
                <a:ahLst/>
                <a:cxnLst/>
                <a:rect l="l" t="t" r="r" b="b"/>
                <a:pathLst>
                  <a:path w="171" h="163" extrusionOk="0">
                    <a:moveTo>
                      <a:pt x="171" y="0"/>
                    </a:moveTo>
                    <a:cubicBezTo>
                      <a:pt x="167" y="91"/>
                      <a:pt x="92" y="163"/>
                      <a:pt x="0" y="163"/>
                    </a:cubicBezTo>
                    <a:cubicBezTo>
                      <a:pt x="0" y="120"/>
                      <a:pt x="0" y="120"/>
                      <a:pt x="0" y="120"/>
                    </a:cubicBezTo>
                    <a:cubicBezTo>
                      <a:pt x="68" y="120"/>
                      <a:pt x="124" y="67"/>
                      <a:pt x="128" y="0"/>
                    </a:cubicBezTo>
                    <a:lnTo>
                      <a:pt x="17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" name="Google Shape;419;p18"/>
              <p:cNvSpPr/>
              <p:nvPr/>
            </p:nvSpPr>
            <p:spPr>
              <a:xfrm>
                <a:off x="5313479" y="1549055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" name="Google Shape;420;p18"/>
              <p:cNvSpPr/>
              <p:nvPr/>
            </p:nvSpPr>
            <p:spPr>
              <a:xfrm>
                <a:off x="5313479" y="1610282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" name="Google Shape;421;p18"/>
              <p:cNvSpPr/>
              <p:nvPr/>
            </p:nvSpPr>
            <p:spPr>
              <a:xfrm>
                <a:off x="5313479" y="1671510"/>
                <a:ext cx="3234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" name="Google Shape;422;p18"/>
              <p:cNvSpPr/>
              <p:nvPr/>
            </p:nvSpPr>
            <p:spPr>
              <a:xfrm>
                <a:off x="5313479" y="1732737"/>
                <a:ext cx="205800" cy="240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" name="Google Shape;423;p18"/>
              <p:cNvSpPr/>
              <p:nvPr/>
            </p:nvSpPr>
            <p:spPr>
              <a:xfrm>
                <a:off x="4970989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" name="Google Shape;424;p18"/>
              <p:cNvSpPr/>
              <p:nvPr/>
            </p:nvSpPr>
            <p:spPr>
              <a:xfrm>
                <a:off x="4889672" y="1867628"/>
                <a:ext cx="57600" cy="57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" name="Google Shape;425;p18"/>
              <p:cNvSpPr/>
              <p:nvPr/>
            </p:nvSpPr>
            <p:spPr>
              <a:xfrm>
                <a:off x="5257036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" name="Google Shape;426;p18"/>
              <p:cNvSpPr/>
              <p:nvPr/>
            </p:nvSpPr>
            <p:spPr>
              <a:xfrm>
                <a:off x="5175718" y="1867628"/>
                <a:ext cx="57600" cy="5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" name="Google Shape;427;p18"/>
              <p:cNvSpPr/>
              <p:nvPr/>
            </p:nvSpPr>
            <p:spPr>
              <a:xfrm>
                <a:off x="5543081" y="1884848"/>
                <a:ext cx="1446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" name="Google Shape;428;p18"/>
              <p:cNvSpPr/>
              <p:nvPr/>
            </p:nvSpPr>
            <p:spPr>
              <a:xfrm>
                <a:off x="5461764" y="1867628"/>
                <a:ext cx="56400" cy="57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431" name="Google Shape;431;p19"/>
          <p:cNvGrpSpPr/>
          <p:nvPr/>
        </p:nvGrpSpPr>
        <p:grpSpPr>
          <a:xfrm>
            <a:off x="-2180385" y="-2351677"/>
            <a:ext cx="12725618" cy="9332031"/>
            <a:chOff x="-2180385" y="-2351677"/>
            <a:chExt cx="12725618" cy="9332031"/>
          </a:xfrm>
        </p:grpSpPr>
        <p:sp>
          <p:nvSpPr>
            <p:cNvPr id="432" name="Google Shape;432;p19"/>
            <p:cNvSpPr/>
            <p:nvPr/>
          </p:nvSpPr>
          <p:spPr>
            <a:xfrm rot="3702647">
              <a:off x="-1898200" y="-1554774"/>
              <a:ext cx="3409976" cy="2678147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19"/>
            <p:cNvSpPr/>
            <p:nvPr/>
          </p:nvSpPr>
          <p:spPr>
            <a:xfrm rot="6417430" flipH="1">
              <a:off x="7465596" y="3990147"/>
              <a:ext cx="2966740" cy="2433045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4" name="Google Shape;434;p19"/>
          <p:cNvGrpSpPr/>
          <p:nvPr/>
        </p:nvGrpSpPr>
        <p:grpSpPr>
          <a:xfrm>
            <a:off x="202002" y="232075"/>
            <a:ext cx="8988910" cy="4783030"/>
            <a:chOff x="202002" y="232075"/>
            <a:chExt cx="8988910" cy="4783030"/>
          </a:xfrm>
        </p:grpSpPr>
        <p:grpSp>
          <p:nvGrpSpPr>
            <p:cNvPr id="435" name="Google Shape;435;p19"/>
            <p:cNvGrpSpPr/>
            <p:nvPr/>
          </p:nvGrpSpPr>
          <p:grpSpPr>
            <a:xfrm flipH="1">
              <a:off x="8602421" y="3830071"/>
              <a:ext cx="588491" cy="951052"/>
              <a:chOff x="1062996" y="1340396"/>
              <a:chExt cx="588491" cy="951052"/>
            </a:xfrm>
          </p:grpSpPr>
          <p:sp>
            <p:nvSpPr>
              <p:cNvPr id="436" name="Google Shape;436;p19"/>
              <p:cNvSpPr/>
              <p:nvPr/>
            </p:nvSpPr>
            <p:spPr>
              <a:xfrm flipH="1">
                <a:off x="1127696" y="1466525"/>
                <a:ext cx="521965" cy="813973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87" extrusionOk="0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" name="Google Shape;437;p19"/>
              <p:cNvSpPr/>
              <p:nvPr/>
            </p:nvSpPr>
            <p:spPr>
              <a:xfrm flipH="1">
                <a:off x="1458031" y="2045067"/>
                <a:ext cx="191631" cy="235432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41" extrusionOk="0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19"/>
              <p:cNvSpPr/>
              <p:nvPr/>
            </p:nvSpPr>
            <p:spPr>
              <a:xfrm flipH="1">
                <a:off x="1622286" y="2258597"/>
                <a:ext cx="29201" cy="32851"/>
              </a:xfrm>
              <a:custGeom>
                <a:avLst/>
                <a:gdLst/>
                <a:ahLst/>
                <a:cxnLst/>
                <a:rect l="l" t="t" r="r" b="b"/>
                <a:pathLst>
                  <a:path w="18" h="20" extrusionOk="0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39;p19"/>
              <p:cNvSpPr/>
              <p:nvPr/>
            </p:nvSpPr>
            <p:spPr>
              <a:xfrm flipH="1">
                <a:off x="1062996" y="1340396"/>
                <a:ext cx="98553" cy="107679"/>
              </a:xfrm>
              <a:custGeom>
                <a:avLst/>
                <a:gdLst/>
                <a:ahLst/>
                <a:cxnLst/>
                <a:rect l="l" t="t" r="r" b="b"/>
                <a:pathLst>
                  <a:path w="59" h="64" extrusionOk="0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40;p19"/>
              <p:cNvSpPr/>
              <p:nvPr/>
            </p:nvSpPr>
            <p:spPr>
              <a:xfrm flipH="1">
                <a:off x="1071120" y="1472001"/>
                <a:ext cx="155130" cy="366836"/>
              </a:xfrm>
              <a:custGeom>
                <a:avLst/>
                <a:gdLst/>
                <a:ahLst/>
                <a:cxnLst/>
                <a:rect l="l" t="t" r="r" b="b"/>
                <a:pathLst>
                  <a:path w="93" h="220" extrusionOk="0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41;p19"/>
              <p:cNvSpPr/>
              <p:nvPr/>
            </p:nvSpPr>
            <p:spPr>
              <a:xfrm flipH="1">
                <a:off x="1089372" y="1408123"/>
                <a:ext cx="142354" cy="118629"/>
              </a:xfrm>
              <a:custGeom>
                <a:avLst/>
                <a:gdLst/>
                <a:ahLst/>
                <a:cxnLst/>
                <a:rect l="l" t="t" r="r" b="b"/>
                <a:pathLst>
                  <a:path w="85" h="71" extrusionOk="0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2" name="Google Shape;442;p19"/>
            <p:cNvGrpSpPr/>
            <p:nvPr/>
          </p:nvGrpSpPr>
          <p:grpSpPr>
            <a:xfrm>
              <a:off x="202002" y="232075"/>
              <a:ext cx="8555437" cy="4783030"/>
              <a:chOff x="202002" y="232075"/>
              <a:chExt cx="8555437" cy="4783030"/>
            </a:xfrm>
          </p:grpSpPr>
          <p:sp>
            <p:nvSpPr>
              <p:cNvPr id="443" name="Google Shape;443;p19"/>
              <p:cNvSpPr/>
              <p:nvPr/>
            </p:nvSpPr>
            <p:spPr>
              <a:xfrm>
                <a:off x="8430764" y="3951070"/>
                <a:ext cx="326675" cy="32240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23" extrusionOk="0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" name="Google Shape;444;p19"/>
              <p:cNvSpPr/>
              <p:nvPr/>
            </p:nvSpPr>
            <p:spPr>
              <a:xfrm>
                <a:off x="202002" y="805845"/>
                <a:ext cx="326675" cy="32240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23" extrusionOk="0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p19"/>
              <p:cNvSpPr/>
              <p:nvPr/>
            </p:nvSpPr>
            <p:spPr>
              <a:xfrm>
                <a:off x="528663" y="232075"/>
                <a:ext cx="184575" cy="18215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23" extrusionOk="0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46" name="Google Shape;446;p19"/>
              <p:cNvGrpSpPr/>
              <p:nvPr/>
            </p:nvGrpSpPr>
            <p:grpSpPr>
              <a:xfrm>
                <a:off x="7775189" y="4529478"/>
                <a:ext cx="751918" cy="485627"/>
                <a:chOff x="2436192" y="2730596"/>
                <a:chExt cx="924300" cy="596960"/>
              </a:xfrm>
            </p:grpSpPr>
            <p:sp>
              <p:nvSpPr>
                <p:cNvPr id="447" name="Google Shape;447;p19"/>
                <p:cNvSpPr/>
                <p:nvPr/>
              </p:nvSpPr>
              <p:spPr>
                <a:xfrm>
                  <a:off x="2436192" y="2786955"/>
                  <a:ext cx="924300" cy="5406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8" name="Google Shape;448;p19"/>
                <p:cNvSpPr/>
                <p:nvPr/>
              </p:nvSpPr>
              <p:spPr>
                <a:xfrm>
                  <a:off x="2436192" y="2730596"/>
                  <a:ext cx="924297" cy="56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2" h="153" extrusionOk="0">
                      <a:moveTo>
                        <a:pt x="2512" y="73"/>
                      </a:moveTo>
                      <a:cubicBezTo>
                        <a:pt x="2512" y="153"/>
                        <a:pt x="2512" y="153"/>
                        <a:pt x="2512" y="153"/>
                      </a:cubicBezTo>
                      <a:cubicBezTo>
                        <a:pt x="0" y="153"/>
                        <a:pt x="0" y="153"/>
                        <a:pt x="0" y="153"/>
                      </a:cubicBezTo>
                      <a:cubicBezTo>
                        <a:pt x="0" y="73"/>
                        <a:pt x="0" y="73"/>
                        <a:pt x="0" y="73"/>
                      </a:cubicBezTo>
                      <a:cubicBezTo>
                        <a:pt x="0" y="33"/>
                        <a:pt x="32" y="0"/>
                        <a:pt x="72" y="0"/>
                      </a:cubicBezTo>
                      <a:cubicBezTo>
                        <a:pt x="2440" y="0"/>
                        <a:pt x="2440" y="0"/>
                        <a:pt x="2440" y="0"/>
                      </a:cubicBezTo>
                      <a:cubicBezTo>
                        <a:pt x="2480" y="0"/>
                        <a:pt x="2512" y="33"/>
                        <a:pt x="2512" y="7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9" name="Google Shape;449;p19"/>
                <p:cNvSpPr/>
                <p:nvPr/>
              </p:nvSpPr>
              <p:spPr>
                <a:xfrm>
                  <a:off x="2461152" y="2745893"/>
                  <a:ext cx="25800" cy="2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0" name="Google Shape;450;p19"/>
                <p:cNvSpPr/>
                <p:nvPr/>
              </p:nvSpPr>
              <p:spPr>
                <a:xfrm>
                  <a:off x="2500603" y="2745893"/>
                  <a:ext cx="26100" cy="2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1" name="Google Shape;451;p19"/>
                <p:cNvSpPr/>
                <p:nvPr/>
              </p:nvSpPr>
              <p:spPr>
                <a:xfrm>
                  <a:off x="2540860" y="2745893"/>
                  <a:ext cx="25800" cy="2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2" name="Google Shape;452;p19"/>
                <p:cNvSpPr/>
                <p:nvPr/>
              </p:nvSpPr>
              <p:spPr>
                <a:xfrm>
                  <a:off x="2481682" y="2858210"/>
                  <a:ext cx="833700" cy="33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3" name="Google Shape;453;p19"/>
                <p:cNvSpPr/>
                <p:nvPr/>
              </p:nvSpPr>
              <p:spPr>
                <a:xfrm>
                  <a:off x="2481682" y="2943152"/>
                  <a:ext cx="833700" cy="33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4" name="Google Shape;454;p19"/>
                <p:cNvSpPr/>
                <p:nvPr/>
              </p:nvSpPr>
              <p:spPr>
                <a:xfrm>
                  <a:off x="2481682" y="3028497"/>
                  <a:ext cx="833700" cy="27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5" name="Google Shape;455;p19"/>
                <p:cNvSpPr/>
                <p:nvPr/>
              </p:nvSpPr>
              <p:spPr>
                <a:xfrm>
                  <a:off x="2481682" y="3113439"/>
                  <a:ext cx="833700" cy="27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6" name="Google Shape;456;p19"/>
                <p:cNvSpPr/>
                <p:nvPr/>
              </p:nvSpPr>
              <p:spPr>
                <a:xfrm>
                  <a:off x="2481682" y="2898467"/>
                  <a:ext cx="833718" cy="3925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6" h="1067" extrusionOk="0">
                      <a:moveTo>
                        <a:pt x="0" y="232"/>
                      </a:moveTo>
                      <a:cubicBezTo>
                        <a:pt x="137" y="97"/>
                        <a:pt x="137" y="97"/>
                        <a:pt x="137" y="97"/>
                      </a:cubicBezTo>
                      <a:cubicBezTo>
                        <a:pt x="226" y="9"/>
                        <a:pt x="367" y="0"/>
                        <a:pt x="466" y="76"/>
                      </a:cubicBezTo>
                      <a:cubicBezTo>
                        <a:pt x="852" y="371"/>
                        <a:pt x="852" y="371"/>
                        <a:pt x="852" y="371"/>
                      </a:cubicBezTo>
                      <a:cubicBezTo>
                        <a:pt x="949" y="446"/>
                        <a:pt x="1085" y="440"/>
                        <a:pt x="1174" y="357"/>
                      </a:cubicBezTo>
                      <a:cubicBezTo>
                        <a:pt x="1235" y="302"/>
                        <a:pt x="1235" y="302"/>
                        <a:pt x="1235" y="302"/>
                      </a:cubicBezTo>
                      <a:cubicBezTo>
                        <a:pt x="1308" y="235"/>
                        <a:pt x="1413" y="217"/>
                        <a:pt x="1504" y="256"/>
                      </a:cubicBezTo>
                      <a:cubicBezTo>
                        <a:pt x="2266" y="584"/>
                        <a:pt x="2266" y="584"/>
                        <a:pt x="2266" y="584"/>
                      </a:cubicBezTo>
                      <a:cubicBezTo>
                        <a:pt x="2266" y="1067"/>
                        <a:pt x="2266" y="1067"/>
                        <a:pt x="2266" y="1067"/>
                      </a:cubicBezTo>
                      <a:cubicBezTo>
                        <a:pt x="0" y="1067"/>
                        <a:pt x="0" y="1067"/>
                        <a:pt x="0" y="1067"/>
                      </a:cubicBezTo>
                      <a:lnTo>
                        <a:pt x="0" y="23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7" name="Google Shape;457;p19"/>
                <p:cNvSpPr/>
                <p:nvPr/>
              </p:nvSpPr>
              <p:spPr>
                <a:xfrm>
                  <a:off x="2481682" y="2914972"/>
                  <a:ext cx="833718" cy="376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6" h="1022" extrusionOk="0">
                      <a:moveTo>
                        <a:pt x="0" y="1022"/>
                      </a:moveTo>
                      <a:cubicBezTo>
                        <a:pt x="371" y="590"/>
                        <a:pt x="371" y="590"/>
                        <a:pt x="371" y="590"/>
                      </a:cubicBezTo>
                      <a:cubicBezTo>
                        <a:pt x="468" y="477"/>
                        <a:pt x="643" y="473"/>
                        <a:pt x="745" y="582"/>
                      </a:cubicBezTo>
                      <a:cubicBezTo>
                        <a:pt x="840" y="683"/>
                        <a:pt x="998" y="688"/>
                        <a:pt x="1100" y="594"/>
                      </a:cubicBezTo>
                      <a:cubicBezTo>
                        <a:pt x="1634" y="99"/>
                        <a:pt x="1634" y="99"/>
                        <a:pt x="1634" y="99"/>
                      </a:cubicBezTo>
                      <a:cubicBezTo>
                        <a:pt x="1741" y="0"/>
                        <a:pt x="1909" y="12"/>
                        <a:pt x="2001" y="125"/>
                      </a:cubicBezTo>
                      <a:cubicBezTo>
                        <a:pt x="2266" y="453"/>
                        <a:pt x="2266" y="453"/>
                        <a:pt x="2266" y="453"/>
                      </a:cubicBezTo>
                      <a:cubicBezTo>
                        <a:pt x="2266" y="1022"/>
                        <a:pt x="2266" y="1022"/>
                        <a:pt x="2266" y="1022"/>
                      </a:cubicBezTo>
                      <a:lnTo>
                        <a:pt x="0" y="1022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0_1_1"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460" name="Google Shape;460;p20"/>
          <p:cNvGrpSpPr/>
          <p:nvPr/>
        </p:nvGrpSpPr>
        <p:grpSpPr>
          <a:xfrm>
            <a:off x="-2517947" y="-1893567"/>
            <a:ext cx="12903983" cy="8553763"/>
            <a:chOff x="-2517947" y="-1893567"/>
            <a:chExt cx="12903983" cy="8553763"/>
          </a:xfrm>
        </p:grpSpPr>
        <p:sp>
          <p:nvSpPr>
            <p:cNvPr id="461" name="Google Shape;461;p20"/>
            <p:cNvSpPr/>
            <p:nvPr/>
          </p:nvSpPr>
          <p:spPr>
            <a:xfrm rot="-8720805">
              <a:off x="-2100858" y="-1228400"/>
              <a:ext cx="3098928" cy="2433846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20"/>
            <p:cNvSpPr/>
            <p:nvPr/>
          </p:nvSpPr>
          <p:spPr>
            <a:xfrm rot="6952720" flipH="1">
              <a:off x="7556640" y="3956446"/>
              <a:ext cx="2602540" cy="2134362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3" name="Google Shape;463;p20"/>
          <p:cNvGrpSpPr/>
          <p:nvPr/>
        </p:nvGrpSpPr>
        <p:grpSpPr>
          <a:xfrm>
            <a:off x="118988" y="131820"/>
            <a:ext cx="8902251" cy="3784750"/>
            <a:chOff x="118988" y="131820"/>
            <a:chExt cx="8902251" cy="3784750"/>
          </a:xfrm>
        </p:grpSpPr>
        <p:sp>
          <p:nvSpPr>
            <p:cNvPr id="464" name="Google Shape;464;p20"/>
            <p:cNvSpPr/>
            <p:nvPr/>
          </p:nvSpPr>
          <p:spPr>
            <a:xfrm>
              <a:off x="8694564" y="3594170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20"/>
            <p:cNvSpPr/>
            <p:nvPr/>
          </p:nvSpPr>
          <p:spPr>
            <a:xfrm>
              <a:off x="549877" y="131820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" name="Google Shape;466;p20"/>
            <p:cNvSpPr/>
            <p:nvPr/>
          </p:nvSpPr>
          <p:spPr>
            <a:xfrm>
              <a:off x="118988" y="66680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7" name="Google Shape;467;p20"/>
          <p:cNvGrpSpPr/>
          <p:nvPr/>
        </p:nvGrpSpPr>
        <p:grpSpPr>
          <a:xfrm>
            <a:off x="7778168" y="3892387"/>
            <a:ext cx="1513295" cy="1423687"/>
            <a:chOff x="7778168" y="3892387"/>
            <a:chExt cx="1513295" cy="1423687"/>
          </a:xfrm>
        </p:grpSpPr>
        <p:sp>
          <p:nvSpPr>
            <p:cNvPr id="468" name="Google Shape;468;p20"/>
            <p:cNvSpPr/>
            <p:nvPr/>
          </p:nvSpPr>
          <p:spPr>
            <a:xfrm>
              <a:off x="7778168" y="4557704"/>
              <a:ext cx="259260" cy="42763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69" name="Google Shape;469;p20"/>
            <p:cNvGrpSpPr/>
            <p:nvPr/>
          </p:nvGrpSpPr>
          <p:grpSpPr>
            <a:xfrm rot="-1568729">
              <a:off x="8162195" y="4038923"/>
              <a:ext cx="927622" cy="1130616"/>
              <a:chOff x="3622704" y="2258128"/>
              <a:chExt cx="751947" cy="916497"/>
            </a:xfrm>
          </p:grpSpPr>
          <p:sp>
            <p:nvSpPr>
              <p:cNvPr id="470" name="Google Shape;470;p20"/>
              <p:cNvSpPr/>
              <p:nvPr/>
            </p:nvSpPr>
            <p:spPr>
              <a:xfrm>
                <a:off x="3622704" y="2258128"/>
                <a:ext cx="751947" cy="916497"/>
              </a:xfrm>
              <a:custGeom>
                <a:avLst/>
                <a:gdLst/>
                <a:ahLst/>
                <a:cxnLst/>
                <a:rect l="l" t="t" r="r" b="b"/>
                <a:pathLst>
                  <a:path w="786" h="958" extrusionOk="0">
                    <a:moveTo>
                      <a:pt x="637" y="958"/>
                    </a:moveTo>
                    <a:lnTo>
                      <a:pt x="0" y="847"/>
                    </a:lnTo>
                    <a:lnTo>
                      <a:pt x="149" y="0"/>
                    </a:lnTo>
                    <a:lnTo>
                      <a:pt x="786" y="112"/>
                    </a:lnTo>
                    <a:lnTo>
                      <a:pt x="637" y="95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1" name="Google Shape;471;p20"/>
              <p:cNvSpPr/>
              <p:nvPr/>
            </p:nvSpPr>
            <p:spPr>
              <a:xfrm>
                <a:off x="3689671" y="2305962"/>
                <a:ext cx="617100" cy="8220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2" name="Google Shape;472;p20"/>
              <p:cNvSpPr/>
              <p:nvPr/>
            </p:nvSpPr>
            <p:spPr>
              <a:xfrm>
                <a:off x="3739418" y="2649409"/>
                <a:ext cx="5349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3" name="Google Shape;473;p20"/>
              <p:cNvSpPr/>
              <p:nvPr/>
            </p:nvSpPr>
            <p:spPr>
              <a:xfrm>
                <a:off x="3739418" y="2693416"/>
                <a:ext cx="5349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4" name="Google Shape;474;p20"/>
              <p:cNvSpPr/>
              <p:nvPr/>
            </p:nvSpPr>
            <p:spPr>
              <a:xfrm>
                <a:off x="3739418" y="2736466"/>
                <a:ext cx="5349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5" name="Google Shape;475;p20"/>
              <p:cNvSpPr/>
              <p:nvPr/>
            </p:nvSpPr>
            <p:spPr>
              <a:xfrm>
                <a:off x="3739418" y="2780473"/>
                <a:ext cx="3090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" name="Google Shape;476;p20"/>
              <p:cNvSpPr/>
              <p:nvPr/>
            </p:nvSpPr>
            <p:spPr>
              <a:xfrm>
                <a:off x="3739418" y="2824481"/>
                <a:ext cx="3090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" name="Google Shape;477;p20"/>
              <p:cNvSpPr/>
              <p:nvPr/>
            </p:nvSpPr>
            <p:spPr>
              <a:xfrm>
                <a:off x="3737505" y="2387280"/>
                <a:ext cx="204600" cy="204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" name="Google Shape;478;p20"/>
              <p:cNvSpPr/>
              <p:nvPr/>
            </p:nvSpPr>
            <p:spPr>
              <a:xfrm>
                <a:off x="3726981" y="2377713"/>
                <a:ext cx="224819" cy="223862"/>
              </a:xfrm>
              <a:custGeom>
                <a:avLst/>
                <a:gdLst/>
                <a:ahLst/>
                <a:cxnLst/>
                <a:rect l="l" t="t" r="r" b="b"/>
                <a:pathLst>
                  <a:path w="257" h="257" extrusionOk="0">
                    <a:moveTo>
                      <a:pt x="129" y="257"/>
                    </a:moveTo>
                    <a:cubicBezTo>
                      <a:pt x="58" y="257"/>
                      <a:pt x="0" y="199"/>
                      <a:pt x="0" y="128"/>
                    </a:cubicBezTo>
                    <a:cubicBezTo>
                      <a:pt x="0" y="58"/>
                      <a:pt x="58" y="0"/>
                      <a:pt x="129" y="0"/>
                    </a:cubicBezTo>
                    <a:cubicBezTo>
                      <a:pt x="200" y="0"/>
                      <a:pt x="257" y="58"/>
                      <a:pt x="257" y="128"/>
                    </a:cubicBezTo>
                    <a:cubicBezTo>
                      <a:pt x="257" y="135"/>
                      <a:pt x="252" y="140"/>
                      <a:pt x="246" y="140"/>
                    </a:cubicBezTo>
                    <a:cubicBezTo>
                      <a:pt x="240" y="140"/>
                      <a:pt x="234" y="135"/>
                      <a:pt x="234" y="128"/>
                    </a:cubicBezTo>
                    <a:cubicBezTo>
                      <a:pt x="234" y="70"/>
                      <a:pt x="187" y="23"/>
                      <a:pt x="129" y="23"/>
                    </a:cubicBezTo>
                    <a:cubicBezTo>
                      <a:pt x="71" y="23"/>
                      <a:pt x="23" y="70"/>
                      <a:pt x="23" y="128"/>
                    </a:cubicBezTo>
                    <a:cubicBezTo>
                      <a:pt x="23" y="187"/>
                      <a:pt x="71" y="234"/>
                      <a:pt x="129" y="234"/>
                    </a:cubicBezTo>
                    <a:cubicBezTo>
                      <a:pt x="135" y="234"/>
                      <a:pt x="140" y="239"/>
                      <a:pt x="140" y="245"/>
                    </a:cubicBezTo>
                    <a:cubicBezTo>
                      <a:pt x="140" y="252"/>
                      <a:pt x="135" y="257"/>
                      <a:pt x="129" y="25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" name="Google Shape;479;p20"/>
              <p:cNvSpPr/>
              <p:nvPr/>
            </p:nvSpPr>
            <p:spPr>
              <a:xfrm>
                <a:off x="3774815" y="2425547"/>
                <a:ext cx="130200" cy="1281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" name="Google Shape;480;p20"/>
              <p:cNvSpPr/>
              <p:nvPr/>
            </p:nvSpPr>
            <p:spPr>
              <a:xfrm>
                <a:off x="3977630" y="2377713"/>
                <a:ext cx="2964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" name="Google Shape;481;p20"/>
              <p:cNvSpPr/>
              <p:nvPr/>
            </p:nvSpPr>
            <p:spPr>
              <a:xfrm>
                <a:off x="3977630" y="2421720"/>
                <a:ext cx="2964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" name="Google Shape;482;p20"/>
              <p:cNvSpPr/>
              <p:nvPr/>
            </p:nvSpPr>
            <p:spPr>
              <a:xfrm>
                <a:off x="3977630" y="2465727"/>
                <a:ext cx="2964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" name="Google Shape;483;p20"/>
              <p:cNvSpPr/>
              <p:nvPr/>
            </p:nvSpPr>
            <p:spPr>
              <a:xfrm>
                <a:off x="3977630" y="2509734"/>
                <a:ext cx="2133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" name="Google Shape;484;p20"/>
              <p:cNvSpPr/>
              <p:nvPr/>
            </p:nvSpPr>
            <p:spPr>
              <a:xfrm>
                <a:off x="3977630" y="2554698"/>
                <a:ext cx="2133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" name="Google Shape;485;p20"/>
              <p:cNvSpPr/>
              <p:nvPr/>
            </p:nvSpPr>
            <p:spPr>
              <a:xfrm>
                <a:off x="3850392" y="2884751"/>
                <a:ext cx="1158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6" name="Google Shape;486;p20"/>
              <p:cNvSpPr/>
              <p:nvPr/>
            </p:nvSpPr>
            <p:spPr>
              <a:xfrm>
                <a:off x="3850392" y="2908668"/>
                <a:ext cx="1158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7" name="Google Shape;487;p20"/>
              <p:cNvSpPr/>
              <p:nvPr/>
            </p:nvSpPr>
            <p:spPr>
              <a:xfrm>
                <a:off x="3850392" y="2932585"/>
                <a:ext cx="831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8" name="Google Shape;488;p20"/>
              <p:cNvSpPr/>
              <p:nvPr/>
            </p:nvSpPr>
            <p:spPr>
              <a:xfrm>
                <a:off x="3739418" y="2884751"/>
                <a:ext cx="79500" cy="7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9" name="Google Shape;489;p20"/>
              <p:cNvSpPr/>
              <p:nvPr/>
            </p:nvSpPr>
            <p:spPr>
              <a:xfrm>
                <a:off x="4159398" y="2884751"/>
                <a:ext cx="1149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" name="Google Shape;490;p20"/>
              <p:cNvSpPr/>
              <p:nvPr/>
            </p:nvSpPr>
            <p:spPr>
              <a:xfrm>
                <a:off x="4159398" y="2908668"/>
                <a:ext cx="1149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1" name="Google Shape;491;p20"/>
              <p:cNvSpPr/>
              <p:nvPr/>
            </p:nvSpPr>
            <p:spPr>
              <a:xfrm>
                <a:off x="4159398" y="2932585"/>
                <a:ext cx="831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" name="Google Shape;492;p20"/>
              <p:cNvSpPr/>
              <p:nvPr/>
            </p:nvSpPr>
            <p:spPr>
              <a:xfrm>
                <a:off x="4048424" y="2884751"/>
                <a:ext cx="79500" cy="795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20"/>
              <p:cNvSpPr/>
              <p:nvPr/>
            </p:nvSpPr>
            <p:spPr>
              <a:xfrm>
                <a:off x="3850392" y="2996682"/>
                <a:ext cx="1158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94;p20"/>
              <p:cNvSpPr/>
              <p:nvPr/>
            </p:nvSpPr>
            <p:spPr>
              <a:xfrm>
                <a:off x="3850392" y="3020599"/>
                <a:ext cx="1158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" name="Google Shape;495;p20"/>
              <p:cNvSpPr/>
              <p:nvPr/>
            </p:nvSpPr>
            <p:spPr>
              <a:xfrm>
                <a:off x="3850392" y="3045473"/>
                <a:ext cx="83100" cy="6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" name="Google Shape;496;p20"/>
              <p:cNvSpPr/>
              <p:nvPr/>
            </p:nvSpPr>
            <p:spPr>
              <a:xfrm>
                <a:off x="3739418" y="2996682"/>
                <a:ext cx="79500" cy="79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" name="Google Shape;497;p20"/>
              <p:cNvSpPr/>
              <p:nvPr/>
            </p:nvSpPr>
            <p:spPr>
              <a:xfrm>
                <a:off x="4159398" y="2996682"/>
                <a:ext cx="1149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" name="Google Shape;498;p20"/>
              <p:cNvSpPr/>
              <p:nvPr/>
            </p:nvSpPr>
            <p:spPr>
              <a:xfrm>
                <a:off x="4159398" y="3020599"/>
                <a:ext cx="1149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" name="Google Shape;499;p20"/>
              <p:cNvSpPr/>
              <p:nvPr/>
            </p:nvSpPr>
            <p:spPr>
              <a:xfrm>
                <a:off x="4159398" y="3045473"/>
                <a:ext cx="83100" cy="6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" name="Google Shape;500;p20"/>
              <p:cNvSpPr/>
              <p:nvPr/>
            </p:nvSpPr>
            <p:spPr>
              <a:xfrm>
                <a:off x="4048424" y="2996682"/>
                <a:ext cx="79500" cy="79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22"/>
          <p:cNvGrpSpPr/>
          <p:nvPr/>
        </p:nvGrpSpPr>
        <p:grpSpPr>
          <a:xfrm>
            <a:off x="-2106233" y="-952769"/>
            <a:ext cx="12545486" cy="8509944"/>
            <a:chOff x="-2106233" y="-952769"/>
            <a:chExt cx="12545486" cy="8509944"/>
          </a:xfrm>
        </p:grpSpPr>
        <p:sp>
          <p:nvSpPr>
            <p:cNvPr id="511" name="Google Shape;511;p22"/>
            <p:cNvSpPr/>
            <p:nvPr/>
          </p:nvSpPr>
          <p:spPr>
            <a:xfrm rot="7341459" flipH="1">
              <a:off x="-1767562" y="4061175"/>
              <a:ext cx="3409980" cy="2678150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22"/>
            <p:cNvSpPr/>
            <p:nvPr/>
          </p:nvSpPr>
          <p:spPr>
            <a:xfrm rot="10245665">
              <a:off x="8058163" y="-784291"/>
              <a:ext cx="2247692" cy="1843349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3" name="Google Shape;513;p22"/>
          <p:cNvGrpSpPr/>
          <p:nvPr/>
        </p:nvGrpSpPr>
        <p:grpSpPr>
          <a:xfrm>
            <a:off x="1087005" y="172450"/>
            <a:ext cx="7905012" cy="4753945"/>
            <a:chOff x="1087005" y="172450"/>
            <a:chExt cx="7905012" cy="4753945"/>
          </a:xfrm>
        </p:grpSpPr>
        <p:sp>
          <p:nvSpPr>
            <p:cNvPr id="514" name="Google Shape;514;p22"/>
            <p:cNvSpPr/>
            <p:nvPr/>
          </p:nvSpPr>
          <p:spPr>
            <a:xfrm flipH="1">
              <a:off x="1087005" y="46039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22"/>
            <p:cNvSpPr/>
            <p:nvPr/>
          </p:nvSpPr>
          <p:spPr>
            <a:xfrm flipH="1">
              <a:off x="8665343" y="7704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22"/>
            <p:cNvSpPr/>
            <p:nvPr/>
          </p:nvSpPr>
          <p:spPr>
            <a:xfrm flipH="1">
              <a:off x="8430782" y="17245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7" name="Google Shape;517;p22"/>
          <p:cNvGrpSpPr/>
          <p:nvPr/>
        </p:nvGrpSpPr>
        <p:grpSpPr>
          <a:xfrm>
            <a:off x="-335165" y="3759862"/>
            <a:ext cx="1253120" cy="1142272"/>
            <a:chOff x="-335165" y="3759862"/>
            <a:chExt cx="1253120" cy="1142272"/>
          </a:xfrm>
        </p:grpSpPr>
        <p:grpSp>
          <p:nvGrpSpPr>
            <p:cNvPr id="518" name="Google Shape;518;p22"/>
            <p:cNvGrpSpPr/>
            <p:nvPr/>
          </p:nvGrpSpPr>
          <p:grpSpPr>
            <a:xfrm flipH="1">
              <a:off x="510249" y="4497559"/>
              <a:ext cx="407706" cy="388498"/>
              <a:chOff x="2884583" y="645291"/>
              <a:chExt cx="285089" cy="271696"/>
            </a:xfrm>
          </p:grpSpPr>
          <p:sp>
            <p:nvSpPr>
              <p:cNvPr id="519" name="Google Shape;519;p22"/>
              <p:cNvSpPr/>
              <p:nvPr/>
            </p:nvSpPr>
            <p:spPr>
              <a:xfrm>
                <a:off x="2905629" y="652944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" name="Google Shape;520;p22"/>
              <p:cNvSpPr/>
              <p:nvPr/>
            </p:nvSpPr>
            <p:spPr>
              <a:xfrm>
                <a:off x="2884583" y="645291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1" name="Google Shape;521;p22"/>
            <p:cNvGrpSpPr/>
            <p:nvPr/>
          </p:nvGrpSpPr>
          <p:grpSpPr>
            <a:xfrm>
              <a:off x="-335165" y="3759862"/>
              <a:ext cx="676370" cy="1142272"/>
              <a:chOff x="2757910" y="1240337"/>
              <a:chExt cx="676370" cy="1142272"/>
            </a:xfrm>
          </p:grpSpPr>
          <p:sp>
            <p:nvSpPr>
              <p:cNvPr id="522" name="Google Shape;522;p22"/>
              <p:cNvSpPr/>
              <p:nvPr/>
            </p:nvSpPr>
            <p:spPr>
              <a:xfrm>
                <a:off x="2757910" y="1240337"/>
                <a:ext cx="676370" cy="870576"/>
              </a:xfrm>
              <a:custGeom>
                <a:avLst/>
                <a:gdLst/>
                <a:ahLst/>
                <a:cxnLst/>
                <a:rect l="l" t="t" r="r" b="b"/>
                <a:pathLst>
                  <a:path w="774" h="996" extrusionOk="0">
                    <a:moveTo>
                      <a:pt x="774" y="387"/>
                    </a:moveTo>
                    <a:cubicBezTo>
                      <a:pt x="774" y="173"/>
                      <a:pt x="601" y="0"/>
                      <a:pt x="387" y="0"/>
                    </a:cubicBezTo>
                    <a:cubicBezTo>
                      <a:pt x="173" y="0"/>
                      <a:pt x="0" y="173"/>
                      <a:pt x="0" y="387"/>
                    </a:cubicBezTo>
                    <a:cubicBezTo>
                      <a:pt x="0" y="462"/>
                      <a:pt x="22" y="533"/>
                      <a:pt x="59" y="592"/>
                    </a:cubicBezTo>
                    <a:cubicBezTo>
                      <a:pt x="59" y="592"/>
                      <a:pt x="59" y="592"/>
                      <a:pt x="59" y="592"/>
                    </a:cubicBezTo>
                    <a:cubicBezTo>
                      <a:pt x="59" y="592"/>
                      <a:pt x="61" y="595"/>
                      <a:pt x="64" y="600"/>
                    </a:cubicBezTo>
                    <a:cubicBezTo>
                      <a:pt x="65" y="602"/>
                      <a:pt x="66" y="603"/>
                      <a:pt x="67" y="605"/>
                    </a:cubicBezTo>
                    <a:cubicBezTo>
                      <a:pt x="99" y="654"/>
                      <a:pt x="211" y="835"/>
                      <a:pt x="211" y="996"/>
                    </a:cubicBezTo>
                    <a:cubicBezTo>
                      <a:pt x="334" y="996"/>
                      <a:pt x="334" y="996"/>
                      <a:pt x="334" y="996"/>
                    </a:cubicBezTo>
                    <a:cubicBezTo>
                      <a:pt x="464" y="996"/>
                      <a:pt x="464" y="996"/>
                      <a:pt x="464" y="996"/>
                    </a:cubicBezTo>
                    <a:cubicBezTo>
                      <a:pt x="563" y="996"/>
                      <a:pt x="563" y="996"/>
                      <a:pt x="563" y="996"/>
                    </a:cubicBezTo>
                    <a:cubicBezTo>
                      <a:pt x="563" y="808"/>
                      <a:pt x="716" y="592"/>
                      <a:pt x="716" y="592"/>
                    </a:cubicBezTo>
                    <a:cubicBezTo>
                      <a:pt x="716" y="592"/>
                      <a:pt x="716" y="592"/>
                      <a:pt x="716" y="592"/>
                    </a:cubicBezTo>
                    <a:cubicBezTo>
                      <a:pt x="753" y="533"/>
                      <a:pt x="774" y="462"/>
                      <a:pt x="774" y="3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" name="Google Shape;523;p22"/>
              <p:cNvSpPr/>
              <p:nvPr/>
            </p:nvSpPr>
            <p:spPr>
              <a:xfrm>
                <a:off x="2940636" y="2078385"/>
                <a:ext cx="320487" cy="227689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38" extrusionOk="0">
                    <a:moveTo>
                      <a:pt x="196" y="0"/>
                    </a:moveTo>
                    <a:lnTo>
                      <a:pt x="139" y="0"/>
                    </a:lnTo>
                    <a:lnTo>
                      <a:pt x="0" y="0"/>
                    </a:lnTo>
                    <a:lnTo>
                      <a:pt x="0" y="165"/>
                    </a:lnTo>
                    <a:lnTo>
                      <a:pt x="90" y="238"/>
                    </a:lnTo>
                    <a:lnTo>
                      <a:pt x="139" y="238"/>
                    </a:lnTo>
                    <a:lnTo>
                      <a:pt x="196" y="238"/>
                    </a:lnTo>
                    <a:lnTo>
                      <a:pt x="245" y="238"/>
                    </a:lnTo>
                    <a:lnTo>
                      <a:pt x="335" y="165"/>
                    </a:lnTo>
                    <a:lnTo>
                      <a:pt x="335" y="0"/>
                    </a:lnTo>
                    <a:lnTo>
                      <a:pt x="19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" name="Google Shape;524;p22"/>
              <p:cNvSpPr/>
              <p:nvPr/>
            </p:nvSpPr>
            <p:spPr>
              <a:xfrm>
                <a:off x="2924372" y="1697628"/>
                <a:ext cx="322400" cy="369276"/>
              </a:xfrm>
              <a:custGeom>
                <a:avLst/>
                <a:gdLst/>
                <a:ahLst/>
                <a:cxnLst/>
                <a:rect l="l" t="t" r="r" b="b"/>
                <a:pathLst>
                  <a:path w="369" h="422" extrusionOk="0">
                    <a:moveTo>
                      <a:pt x="103" y="422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10" y="49"/>
                      <a:pt x="10" y="49"/>
                      <a:pt x="10" y="49"/>
                    </a:cubicBezTo>
                    <a:cubicBezTo>
                      <a:pt x="11" y="50"/>
                      <a:pt x="66" y="92"/>
                      <a:pt x="109" y="87"/>
                    </a:cubicBezTo>
                    <a:cubicBezTo>
                      <a:pt x="86" y="49"/>
                      <a:pt x="96" y="27"/>
                      <a:pt x="103" y="18"/>
                    </a:cubicBezTo>
                    <a:cubicBezTo>
                      <a:pt x="114" y="4"/>
                      <a:pt x="135" y="0"/>
                      <a:pt x="150" y="8"/>
                    </a:cubicBezTo>
                    <a:cubicBezTo>
                      <a:pt x="164" y="16"/>
                      <a:pt x="168" y="33"/>
                      <a:pt x="160" y="54"/>
                    </a:cubicBezTo>
                    <a:cubicBezTo>
                      <a:pt x="152" y="73"/>
                      <a:pt x="140" y="86"/>
                      <a:pt x="123" y="92"/>
                    </a:cubicBezTo>
                    <a:cubicBezTo>
                      <a:pt x="128" y="98"/>
                      <a:pt x="133" y="105"/>
                      <a:pt x="139" y="111"/>
                    </a:cubicBezTo>
                    <a:cubicBezTo>
                      <a:pt x="168" y="143"/>
                      <a:pt x="196" y="138"/>
                      <a:pt x="214" y="128"/>
                    </a:cubicBezTo>
                    <a:cubicBezTo>
                      <a:pt x="230" y="119"/>
                      <a:pt x="243" y="104"/>
                      <a:pt x="253" y="88"/>
                    </a:cubicBezTo>
                    <a:cubicBezTo>
                      <a:pt x="246" y="85"/>
                      <a:pt x="241" y="82"/>
                      <a:pt x="238" y="80"/>
                    </a:cubicBezTo>
                    <a:cubicBezTo>
                      <a:pt x="216" y="67"/>
                      <a:pt x="204" y="45"/>
                      <a:pt x="209" y="27"/>
                    </a:cubicBezTo>
                    <a:cubicBezTo>
                      <a:pt x="213" y="15"/>
                      <a:pt x="225" y="8"/>
                      <a:pt x="242" y="7"/>
                    </a:cubicBezTo>
                    <a:cubicBezTo>
                      <a:pt x="259" y="7"/>
                      <a:pt x="270" y="15"/>
                      <a:pt x="274" y="29"/>
                    </a:cubicBezTo>
                    <a:cubicBezTo>
                      <a:pt x="278" y="43"/>
                      <a:pt x="274" y="63"/>
                      <a:pt x="265" y="83"/>
                    </a:cubicBezTo>
                    <a:cubicBezTo>
                      <a:pt x="307" y="92"/>
                      <a:pt x="347" y="61"/>
                      <a:pt x="360" y="49"/>
                    </a:cubicBezTo>
                    <a:cubicBezTo>
                      <a:pt x="369" y="41"/>
                      <a:pt x="369" y="41"/>
                      <a:pt x="369" y="41"/>
                    </a:cubicBezTo>
                    <a:cubicBezTo>
                      <a:pt x="293" y="422"/>
                      <a:pt x="293" y="422"/>
                      <a:pt x="293" y="422"/>
                    </a:cubicBezTo>
                    <a:cubicBezTo>
                      <a:pt x="285" y="420"/>
                      <a:pt x="285" y="420"/>
                      <a:pt x="285" y="420"/>
                    </a:cubicBezTo>
                    <a:cubicBezTo>
                      <a:pt x="356" y="63"/>
                      <a:pt x="356" y="63"/>
                      <a:pt x="356" y="63"/>
                    </a:cubicBezTo>
                    <a:cubicBezTo>
                      <a:pt x="316" y="94"/>
                      <a:pt x="283" y="95"/>
                      <a:pt x="261" y="90"/>
                    </a:cubicBezTo>
                    <a:cubicBezTo>
                      <a:pt x="251" y="108"/>
                      <a:pt x="236" y="125"/>
                      <a:pt x="218" y="135"/>
                    </a:cubicBezTo>
                    <a:cubicBezTo>
                      <a:pt x="189" y="151"/>
                      <a:pt x="159" y="145"/>
                      <a:pt x="133" y="117"/>
                    </a:cubicBezTo>
                    <a:cubicBezTo>
                      <a:pt x="125" y="109"/>
                      <a:pt x="119" y="101"/>
                      <a:pt x="114" y="94"/>
                    </a:cubicBezTo>
                    <a:cubicBezTo>
                      <a:pt x="77" y="101"/>
                      <a:pt x="34" y="76"/>
                      <a:pt x="15" y="63"/>
                    </a:cubicBezTo>
                    <a:cubicBezTo>
                      <a:pt x="111" y="420"/>
                      <a:pt x="111" y="420"/>
                      <a:pt x="111" y="420"/>
                    </a:cubicBezTo>
                    <a:cubicBezTo>
                      <a:pt x="103" y="422"/>
                      <a:pt x="103" y="422"/>
                      <a:pt x="103" y="422"/>
                    </a:cubicBezTo>
                    <a:moveTo>
                      <a:pt x="133" y="12"/>
                    </a:moveTo>
                    <a:cubicBezTo>
                      <a:pt x="125" y="12"/>
                      <a:pt x="115" y="16"/>
                      <a:pt x="110" y="23"/>
                    </a:cubicBezTo>
                    <a:cubicBezTo>
                      <a:pt x="99" y="37"/>
                      <a:pt x="102" y="59"/>
                      <a:pt x="118" y="85"/>
                    </a:cubicBezTo>
                    <a:cubicBezTo>
                      <a:pt x="133" y="80"/>
                      <a:pt x="145" y="69"/>
                      <a:pt x="152" y="51"/>
                    </a:cubicBezTo>
                    <a:cubicBezTo>
                      <a:pt x="159" y="34"/>
                      <a:pt x="156" y="21"/>
                      <a:pt x="146" y="15"/>
                    </a:cubicBezTo>
                    <a:cubicBezTo>
                      <a:pt x="142" y="13"/>
                      <a:pt x="138" y="12"/>
                      <a:pt x="133" y="12"/>
                    </a:cubicBezTo>
                    <a:moveTo>
                      <a:pt x="244" y="16"/>
                    </a:moveTo>
                    <a:cubicBezTo>
                      <a:pt x="243" y="16"/>
                      <a:pt x="243" y="16"/>
                      <a:pt x="243" y="16"/>
                    </a:cubicBezTo>
                    <a:cubicBezTo>
                      <a:pt x="229" y="16"/>
                      <a:pt x="220" y="21"/>
                      <a:pt x="217" y="30"/>
                    </a:cubicBezTo>
                    <a:cubicBezTo>
                      <a:pt x="214" y="43"/>
                      <a:pt x="224" y="62"/>
                      <a:pt x="242" y="73"/>
                    </a:cubicBezTo>
                    <a:cubicBezTo>
                      <a:pt x="247" y="76"/>
                      <a:pt x="252" y="79"/>
                      <a:pt x="257" y="80"/>
                    </a:cubicBezTo>
                    <a:cubicBezTo>
                      <a:pt x="265" y="62"/>
                      <a:pt x="269" y="44"/>
                      <a:pt x="266" y="31"/>
                    </a:cubicBezTo>
                    <a:cubicBezTo>
                      <a:pt x="263" y="21"/>
                      <a:pt x="255" y="16"/>
                      <a:pt x="244" y="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" name="Google Shape;525;p22"/>
              <p:cNvSpPr/>
              <p:nvPr/>
            </p:nvSpPr>
            <p:spPr>
              <a:xfrm>
                <a:off x="2942549" y="1733025"/>
                <a:ext cx="304223" cy="323357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69" extrusionOk="0">
                    <a:moveTo>
                      <a:pt x="0" y="77"/>
                    </a:moveTo>
                    <a:cubicBezTo>
                      <a:pt x="78" y="369"/>
                      <a:pt x="78" y="369"/>
                      <a:pt x="78" y="369"/>
                    </a:cubicBezTo>
                    <a:cubicBezTo>
                      <a:pt x="87" y="369"/>
                      <a:pt x="87" y="369"/>
                      <a:pt x="87" y="36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6" y="77"/>
                      <a:pt x="3" y="77"/>
                      <a:pt x="0" y="77"/>
                    </a:cubicBezTo>
                    <a:moveTo>
                      <a:pt x="348" y="0"/>
                    </a:moveTo>
                    <a:cubicBezTo>
                      <a:pt x="339" y="8"/>
                      <a:pt x="339" y="8"/>
                      <a:pt x="339" y="8"/>
                    </a:cubicBezTo>
                    <a:cubicBezTo>
                      <a:pt x="328" y="18"/>
                      <a:pt x="295" y="43"/>
                      <a:pt x="260" y="43"/>
                    </a:cubicBezTo>
                    <a:cubicBezTo>
                      <a:pt x="254" y="43"/>
                      <a:pt x="249" y="43"/>
                      <a:pt x="244" y="42"/>
                    </a:cubicBezTo>
                    <a:cubicBezTo>
                      <a:pt x="248" y="34"/>
                      <a:pt x="250" y="26"/>
                      <a:pt x="252" y="18"/>
                    </a:cubicBezTo>
                    <a:cubicBezTo>
                      <a:pt x="249" y="20"/>
                      <a:pt x="245" y="22"/>
                      <a:pt x="242" y="24"/>
                    </a:cubicBezTo>
                    <a:cubicBezTo>
                      <a:pt x="240" y="29"/>
                      <a:pt x="238" y="34"/>
                      <a:pt x="236" y="39"/>
                    </a:cubicBezTo>
                    <a:cubicBezTo>
                      <a:pt x="232" y="38"/>
                      <a:pt x="228" y="36"/>
                      <a:pt x="224" y="34"/>
                    </a:cubicBezTo>
                    <a:cubicBezTo>
                      <a:pt x="221" y="35"/>
                      <a:pt x="218" y="37"/>
                      <a:pt x="215" y="38"/>
                    </a:cubicBezTo>
                    <a:cubicBezTo>
                      <a:pt x="215" y="38"/>
                      <a:pt x="216" y="39"/>
                      <a:pt x="217" y="39"/>
                    </a:cubicBezTo>
                    <a:cubicBezTo>
                      <a:pt x="220" y="41"/>
                      <a:pt x="225" y="44"/>
                      <a:pt x="232" y="47"/>
                    </a:cubicBezTo>
                    <a:cubicBezTo>
                      <a:pt x="222" y="63"/>
                      <a:pt x="209" y="78"/>
                      <a:pt x="193" y="87"/>
                    </a:cubicBezTo>
                    <a:cubicBezTo>
                      <a:pt x="185" y="91"/>
                      <a:pt x="176" y="94"/>
                      <a:pt x="165" y="94"/>
                    </a:cubicBezTo>
                    <a:cubicBezTo>
                      <a:pt x="151" y="94"/>
                      <a:pt x="135" y="88"/>
                      <a:pt x="118" y="70"/>
                    </a:cubicBezTo>
                    <a:cubicBezTo>
                      <a:pt x="117" y="70"/>
                      <a:pt x="117" y="69"/>
                      <a:pt x="116" y="68"/>
                    </a:cubicBezTo>
                    <a:cubicBezTo>
                      <a:pt x="113" y="69"/>
                      <a:pt x="110" y="69"/>
                      <a:pt x="107" y="70"/>
                    </a:cubicBezTo>
                    <a:cubicBezTo>
                      <a:pt x="108" y="72"/>
                      <a:pt x="110" y="74"/>
                      <a:pt x="112" y="76"/>
                    </a:cubicBezTo>
                    <a:cubicBezTo>
                      <a:pt x="128" y="94"/>
                      <a:pt x="147" y="103"/>
                      <a:pt x="165" y="103"/>
                    </a:cubicBezTo>
                    <a:cubicBezTo>
                      <a:pt x="176" y="103"/>
                      <a:pt x="186" y="100"/>
                      <a:pt x="197" y="94"/>
                    </a:cubicBezTo>
                    <a:cubicBezTo>
                      <a:pt x="215" y="84"/>
                      <a:pt x="230" y="67"/>
                      <a:pt x="240" y="49"/>
                    </a:cubicBezTo>
                    <a:cubicBezTo>
                      <a:pt x="246" y="51"/>
                      <a:pt x="253" y="52"/>
                      <a:pt x="261" y="52"/>
                    </a:cubicBezTo>
                    <a:cubicBezTo>
                      <a:pt x="281" y="52"/>
                      <a:pt x="306" y="45"/>
                      <a:pt x="335" y="22"/>
                    </a:cubicBezTo>
                    <a:cubicBezTo>
                      <a:pt x="266" y="369"/>
                      <a:pt x="266" y="369"/>
                      <a:pt x="266" y="369"/>
                    </a:cubicBezTo>
                    <a:cubicBezTo>
                      <a:pt x="275" y="369"/>
                      <a:pt x="275" y="369"/>
                      <a:pt x="275" y="369"/>
                    </a:cubicBezTo>
                    <a:cubicBezTo>
                      <a:pt x="348" y="0"/>
                      <a:pt x="348" y="0"/>
                      <a:pt x="3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" name="Google Shape;526;p22"/>
              <p:cNvSpPr/>
              <p:nvPr/>
            </p:nvSpPr>
            <p:spPr>
              <a:xfrm>
                <a:off x="2904282" y="2056382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" name="Google Shape;527;p22"/>
              <p:cNvSpPr/>
              <p:nvPr/>
            </p:nvSpPr>
            <p:spPr>
              <a:xfrm>
                <a:off x="2904282" y="2118566"/>
                <a:ext cx="393194" cy="41137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7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1"/>
                      <a:pt x="0" y="23"/>
                    </a:cubicBezTo>
                    <a:cubicBezTo>
                      <a:pt x="0" y="36"/>
                      <a:pt x="12" y="47"/>
                      <a:pt x="25" y="47"/>
                    </a:cubicBezTo>
                    <a:cubicBezTo>
                      <a:pt x="425" y="47"/>
                      <a:pt x="425" y="47"/>
                      <a:pt x="425" y="47"/>
                    </a:cubicBezTo>
                    <a:cubicBezTo>
                      <a:pt x="438" y="47"/>
                      <a:pt x="450" y="36"/>
                      <a:pt x="450" y="23"/>
                    </a:cubicBezTo>
                    <a:cubicBezTo>
                      <a:pt x="450" y="11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" name="Google Shape;528;p22"/>
              <p:cNvSpPr/>
              <p:nvPr/>
            </p:nvSpPr>
            <p:spPr>
              <a:xfrm>
                <a:off x="2904282" y="2181706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" name="Google Shape;529;p22"/>
              <p:cNvSpPr/>
              <p:nvPr/>
            </p:nvSpPr>
            <p:spPr>
              <a:xfrm>
                <a:off x="3026737" y="2306074"/>
                <a:ext cx="148285" cy="76534"/>
              </a:xfrm>
              <a:custGeom>
                <a:avLst/>
                <a:gdLst/>
                <a:ahLst/>
                <a:cxnLst/>
                <a:rect l="l" t="t" r="r" b="b"/>
                <a:pathLst>
                  <a:path w="170" h="87" extrusionOk="0">
                    <a:moveTo>
                      <a:pt x="0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49"/>
                      <a:pt x="38" y="87"/>
                      <a:pt x="85" y="87"/>
                    </a:cubicBezTo>
                    <a:cubicBezTo>
                      <a:pt x="132" y="87"/>
                      <a:pt x="170" y="49"/>
                      <a:pt x="170" y="2"/>
                    </a:cubicBezTo>
                    <a:cubicBezTo>
                      <a:pt x="170" y="0"/>
                      <a:pt x="170" y="0"/>
                      <a:pt x="17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1" name="Google Shape;531;p23"/>
          <p:cNvGrpSpPr/>
          <p:nvPr/>
        </p:nvGrpSpPr>
        <p:grpSpPr>
          <a:xfrm>
            <a:off x="-2000071" y="-3048428"/>
            <a:ext cx="12973783" cy="11115125"/>
            <a:chOff x="-2000071" y="-3048428"/>
            <a:chExt cx="12973783" cy="11115125"/>
          </a:xfrm>
        </p:grpSpPr>
        <p:sp>
          <p:nvSpPr>
            <p:cNvPr id="532" name="Google Shape;532;p23"/>
            <p:cNvSpPr/>
            <p:nvPr/>
          </p:nvSpPr>
          <p:spPr>
            <a:xfrm rot="-8306489">
              <a:off x="-1505843" y="3814578"/>
              <a:ext cx="3381355" cy="2773073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23"/>
            <p:cNvSpPr/>
            <p:nvPr/>
          </p:nvSpPr>
          <p:spPr>
            <a:xfrm rot="-2526298">
              <a:off x="3963480" y="-2324949"/>
              <a:ext cx="3213799" cy="2742785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23"/>
            <p:cNvSpPr/>
            <p:nvPr/>
          </p:nvSpPr>
          <p:spPr>
            <a:xfrm rot="7128936">
              <a:off x="4994086" y="2541069"/>
              <a:ext cx="5631417" cy="4125872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5" name="Google Shape;535;p23"/>
          <p:cNvGrpSpPr/>
          <p:nvPr/>
        </p:nvGrpSpPr>
        <p:grpSpPr>
          <a:xfrm>
            <a:off x="4039126" y="812484"/>
            <a:ext cx="4161347" cy="3655602"/>
            <a:chOff x="3840701" y="713259"/>
            <a:chExt cx="4161347" cy="3655602"/>
          </a:xfrm>
        </p:grpSpPr>
        <p:grpSp>
          <p:nvGrpSpPr>
            <p:cNvPr id="536" name="Google Shape;536;p23"/>
            <p:cNvGrpSpPr/>
            <p:nvPr/>
          </p:nvGrpSpPr>
          <p:grpSpPr>
            <a:xfrm>
              <a:off x="4501506" y="1401751"/>
              <a:ext cx="2461134" cy="1589525"/>
              <a:chOff x="2436192" y="2730596"/>
              <a:chExt cx="924300" cy="596960"/>
            </a:xfrm>
          </p:grpSpPr>
          <p:sp>
            <p:nvSpPr>
              <p:cNvPr id="537" name="Google Shape;537;p23"/>
              <p:cNvSpPr/>
              <p:nvPr/>
            </p:nvSpPr>
            <p:spPr>
              <a:xfrm>
                <a:off x="2436192" y="2786955"/>
                <a:ext cx="924300" cy="540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" name="Google Shape;538;p23"/>
              <p:cNvSpPr/>
              <p:nvPr/>
            </p:nvSpPr>
            <p:spPr>
              <a:xfrm>
                <a:off x="2436192" y="2730596"/>
                <a:ext cx="924297" cy="56360"/>
              </a:xfrm>
              <a:custGeom>
                <a:avLst/>
                <a:gdLst/>
                <a:ahLst/>
                <a:cxnLst/>
                <a:rect l="l" t="t" r="r" b="b"/>
                <a:pathLst>
                  <a:path w="2512" h="153" extrusionOk="0">
                    <a:moveTo>
                      <a:pt x="2512" y="73"/>
                    </a:moveTo>
                    <a:cubicBezTo>
                      <a:pt x="2512" y="153"/>
                      <a:pt x="2512" y="153"/>
                      <a:pt x="2512" y="153"/>
                    </a:cubicBezTo>
                    <a:cubicBezTo>
                      <a:pt x="0" y="153"/>
                      <a:pt x="0" y="153"/>
                      <a:pt x="0" y="153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33"/>
                      <a:pt x="32" y="0"/>
                      <a:pt x="72" y="0"/>
                    </a:cubicBezTo>
                    <a:cubicBezTo>
                      <a:pt x="2440" y="0"/>
                      <a:pt x="2440" y="0"/>
                      <a:pt x="2440" y="0"/>
                    </a:cubicBezTo>
                    <a:cubicBezTo>
                      <a:pt x="2480" y="0"/>
                      <a:pt x="2512" y="33"/>
                      <a:pt x="2512" y="7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" name="Google Shape;539;p23"/>
              <p:cNvSpPr/>
              <p:nvPr/>
            </p:nvSpPr>
            <p:spPr>
              <a:xfrm>
                <a:off x="2461152" y="2745893"/>
                <a:ext cx="25800" cy="2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" name="Google Shape;540;p23"/>
              <p:cNvSpPr/>
              <p:nvPr/>
            </p:nvSpPr>
            <p:spPr>
              <a:xfrm>
                <a:off x="2500603" y="2745893"/>
                <a:ext cx="26100" cy="2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" name="Google Shape;541;p23"/>
              <p:cNvSpPr/>
              <p:nvPr/>
            </p:nvSpPr>
            <p:spPr>
              <a:xfrm>
                <a:off x="2540860" y="2745893"/>
                <a:ext cx="25800" cy="2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" name="Google Shape;542;p23"/>
              <p:cNvSpPr/>
              <p:nvPr/>
            </p:nvSpPr>
            <p:spPr>
              <a:xfrm>
                <a:off x="2481682" y="2858210"/>
                <a:ext cx="833700" cy="3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" name="Google Shape;543;p23"/>
              <p:cNvSpPr/>
              <p:nvPr/>
            </p:nvSpPr>
            <p:spPr>
              <a:xfrm>
                <a:off x="2481682" y="2943152"/>
                <a:ext cx="833700" cy="3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" name="Google Shape;544;p23"/>
              <p:cNvSpPr/>
              <p:nvPr/>
            </p:nvSpPr>
            <p:spPr>
              <a:xfrm>
                <a:off x="2481682" y="3028497"/>
                <a:ext cx="833700" cy="2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" name="Google Shape;545;p23"/>
              <p:cNvSpPr/>
              <p:nvPr/>
            </p:nvSpPr>
            <p:spPr>
              <a:xfrm>
                <a:off x="2481682" y="3113439"/>
                <a:ext cx="833700" cy="2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" name="Google Shape;546;p23"/>
              <p:cNvSpPr/>
              <p:nvPr/>
            </p:nvSpPr>
            <p:spPr>
              <a:xfrm>
                <a:off x="2481682" y="2898467"/>
                <a:ext cx="833718" cy="392507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67" extrusionOk="0">
                    <a:moveTo>
                      <a:pt x="0" y="232"/>
                    </a:moveTo>
                    <a:cubicBezTo>
                      <a:pt x="137" y="97"/>
                      <a:pt x="137" y="97"/>
                      <a:pt x="137" y="97"/>
                    </a:cubicBezTo>
                    <a:cubicBezTo>
                      <a:pt x="226" y="9"/>
                      <a:pt x="367" y="0"/>
                      <a:pt x="466" y="76"/>
                    </a:cubicBezTo>
                    <a:cubicBezTo>
                      <a:pt x="852" y="371"/>
                      <a:pt x="852" y="371"/>
                      <a:pt x="852" y="371"/>
                    </a:cubicBezTo>
                    <a:cubicBezTo>
                      <a:pt x="949" y="446"/>
                      <a:pt x="1085" y="440"/>
                      <a:pt x="1174" y="357"/>
                    </a:cubicBezTo>
                    <a:cubicBezTo>
                      <a:pt x="1235" y="302"/>
                      <a:pt x="1235" y="302"/>
                      <a:pt x="1235" y="302"/>
                    </a:cubicBezTo>
                    <a:cubicBezTo>
                      <a:pt x="1308" y="235"/>
                      <a:pt x="1413" y="217"/>
                      <a:pt x="1504" y="256"/>
                    </a:cubicBezTo>
                    <a:cubicBezTo>
                      <a:pt x="2266" y="584"/>
                      <a:pt x="2266" y="584"/>
                      <a:pt x="2266" y="584"/>
                    </a:cubicBezTo>
                    <a:cubicBezTo>
                      <a:pt x="2266" y="1067"/>
                      <a:pt x="2266" y="1067"/>
                      <a:pt x="2266" y="1067"/>
                    </a:cubicBezTo>
                    <a:cubicBezTo>
                      <a:pt x="0" y="1067"/>
                      <a:pt x="0" y="1067"/>
                      <a:pt x="0" y="1067"/>
                    </a:cubicBezTo>
                    <a:lnTo>
                      <a:pt x="0" y="23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" name="Google Shape;547;p23"/>
              <p:cNvSpPr/>
              <p:nvPr/>
            </p:nvSpPr>
            <p:spPr>
              <a:xfrm>
                <a:off x="2481682" y="2914972"/>
                <a:ext cx="833718" cy="376001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22" extrusionOk="0">
                    <a:moveTo>
                      <a:pt x="0" y="1022"/>
                    </a:moveTo>
                    <a:cubicBezTo>
                      <a:pt x="371" y="590"/>
                      <a:pt x="371" y="590"/>
                      <a:pt x="371" y="590"/>
                    </a:cubicBezTo>
                    <a:cubicBezTo>
                      <a:pt x="468" y="477"/>
                      <a:pt x="643" y="473"/>
                      <a:pt x="745" y="582"/>
                    </a:cubicBezTo>
                    <a:cubicBezTo>
                      <a:pt x="840" y="683"/>
                      <a:pt x="998" y="688"/>
                      <a:pt x="1100" y="594"/>
                    </a:cubicBezTo>
                    <a:cubicBezTo>
                      <a:pt x="1634" y="99"/>
                      <a:pt x="1634" y="99"/>
                      <a:pt x="1634" y="99"/>
                    </a:cubicBezTo>
                    <a:cubicBezTo>
                      <a:pt x="1741" y="0"/>
                      <a:pt x="1909" y="12"/>
                      <a:pt x="2001" y="125"/>
                    </a:cubicBezTo>
                    <a:cubicBezTo>
                      <a:pt x="2266" y="453"/>
                      <a:pt x="2266" y="453"/>
                      <a:pt x="2266" y="453"/>
                    </a:cubicBezTo>
                    <a:cubicBezTo>
                      <a:pt x="2266" y="1022"/>
                      <a:pt x="2266" y="1022"/>
                      <a:pt x="2266" y="1022"/>
                    </a:cubicBezTo>
                    <a:lnTo>
                      <a:pt x="0" y="102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8" name="Google Shape;548;p23"/>
            <p:cNvGrpSpPr/>
            <p:nvPr/>
          </p:nvGrpSpPr>
          <p:grpSpPr>
            <a:xfrm>
              <a:off x="6621346" y="1957399"/>
              <a:ext cx="1380702" cy="2411461"/>
              <a:chOff x="6502296" y="1615124"/>
              <a:chExt cx="1380702" cy="2411461"/>
            </a:xfrm>
          </p:grpSpPr>
          <p:sp>
            <p:nvSpPr>
              <p:cNvPr id="549" name="Google Shape;549;p23"/>
              <p:cNvSpPr/>
              <p:nvPr/>
            </p:nvSpPr>
            <p:spPr>
              <a:xfrm>
                <a:off x="6990675" y="1711100"/>
                <a:ext cx="396300" cy="486450"/>
              </a:xfrm>
              <a:custGeom>
                <a:avLst/>
                <a:gdLst/>
                <a:ahLst/>
                <a:cxnLst/>
                <a:rect l="l" t="t" r="r" b="b"/>
                <a:pathLst>
                  <a:path w="15852" h="19458" extrusionOk="0">
                    <a:moveTo>
                      <a:pt x="0" y="5579"/>
                    </a:moveTo>
                    <a:lnTo>
                      <a:pt x="1701" y="19458"/>
                    </a:lnTo>
                    <a:lnTo>
                      <a:pt x="15852" y="16941"/>
                    </a:lnTo>
                    <a:lnTo>
                      <a:pt x="12314" y="2177"/>
                    </a:lnTo>
                    <a:lnTo>
                      <a:pt x="571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</p:sp>
          <p:sp>
            <p:nvSpPr>
              <p:cNvPr id="550" name="Google Shape;550;p23"/>
              <p:cNvSpPr/>
              <p:nvPr/>
            </p:nvSpPr>
            <p:spPr>
              <a:xfrm>
                <a:off x="6934616" y="1685929"/>
                <a:ext cx="451384" cy="297518"/>
              </a:xfrm>
              <a:custGeom>
                <a:avLst/>
                <a:gdLst/>
                <a:ahLst/>
                <a:cxnLst/>
                <a:rect l="l" t="t" r="r" b="b"/>
                <a:pathLst>
                  <a:path w="506" h="334" extrusionOk="0">
                    <a:moveTo>
                      <a:pt x="258" y="0"/>
                    </a:moveTo>
                    <a:cubicBezTo>
                      <a:pt x="376" y="15"/>
                      <a:pt x="376" y="15"/>
                      <a:pt x="376" y="15"/>
                    </a:cubicBezTo>
                    <a:cubicBezTo>
                      <a:pt x="376" y="15"/>
                      <a:pt x="506" y="234"/>
                      <a:pt x="312" y="313"/>
                    </a:cubicBezTo>
                    <a:cubicBezTo>
                      <a:pt x="308" y="321"/>
                      <a:pt x="249" y="334"/>
                      <a:pt x="216" y="329"/>
                    </a:cubicBezTo>
                    <a:cubicBezTo>
                      <a:pt x="0" y="309"/>
                      <a:pt x="65" y="107"/>
                      <a:pt x="92" y="17"/>
                    </a:cubicBezTo>
                    <a:cubicBezTo>
                      <a:pt x="258" y="0"/>
                      <a:pt x="258" y="0"/>
                      <a:pt x="25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" name="Google Shape;551;p23"/>
              <p:cNvSpPr/>
              <p:nvPr/>
            </p:nvSpPr>
            <p:spPr>
              <a:xfrm>
                <a:off x="6888321" y="2511763"/>
                <a:ext cx="815622" cy="1284027"/>
              </a:xfrm>
              <a:custGeom>
                <a:avLst/>
                <a:gdLst/>
                <a:ahLst/>
                <a:cxnLst/>
                <a:rect l="l" t="t" r="r" b="b"/>
                <a:pathLst>
                  <a:path w="914" h="1439" extrusionOk="0">
                    <a:moveTo>
                      <a:pt x="7" y="256"/>
                    </a:moveTo>
                    <a:cubicBezTo>
                      <a:pt x="8" y="267"/>
                      <a:pt x="10" y="286"/>
                      <a:pt x="14" y="313"/>
                    </a:cubicBezTo>
                    <a:cubicBezTo>
                      <a:pt x="49" y="572"/>
                      <a:pt x="205" y="1439"/>
                      <a:pt x="205" y="1439"/>
                    </a:cubicBezTo>
                    <a:cubicBezTo>
                      <a:pt x="357" y="1439"/>
                      <a:pt x="357" y="1439"/>
                      <a:pt x="357" y="1439"/>
                    </a:cubicBezTo>
                    <a:cubicBezTo>
                      <a:pt x="307" y="363"/>
                      <a:pt x="307" y="363"/>
                      <a:pt x="307" y="363"/>
                    </a:cubicBezTo>
                    <a:cubicBezTo>
                      <a:pt x="304" y="298"/>
                      <a:pt x="304" y="298"/>
                      <a:pt x="304" y="298"/>
                    </a:cubicBezTo>
                    <a:cubicBezTo>
                      <a:pt x="328" y="363"/>
                      <a:pt x="328" y="363"/>
                      <a:pt x="328" y="363"/>
                    </a:cubicBezTo>
                    <a:cubicBezTo>
                      <a:pt x="755" y="1439"/>
                      <a:pt x="755" y="1439"/>
                      <a:pt x="755" y="1439"/>
                    </a:cubicBezTo>
                    <a:cubicBezTo>
                      <a:pt x="914" y="1439"/>
                      <a:pt x="914" y="1439"/>
                      <a:pt x="914" y="1439"/>
                    </a:cubicBezTo>
                    <a:cubicBezTo>
                      <a:pt x="914" y="1439"/>
                      <a:pt x="631" y="394"/>
                      <a:pt x="580" y="208"/>
                    </a:cubicBezTo>
                    <a:cubicBezTo>
                      <a:pt x="577" y="199"/>
                      <a:pt x="575" y="193"/>
                      <a:pt x="574" y="188"/>
                    </a:cubicBezTo>
                    <a:cubicBezTo>
                      <a:pt x="545" y="90"/>
                      <a:pt x="484" y="5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" name="Google Shape;552;p23"/>
              <p:cNvSpPr/>
              <p:nvPr/>
            </p:nvSpPr>
            <p:spPr>
              <a:xfrm>
                <a:off x="6942105" y="1981405"/>
                <a:ext cx="425511" cy="571206"/>
              </a:xfrm>
              <a:custGeom>
                <a:avLst/>
                <a:gdLst/>
                <a:ahLst/>
                <a:cxnLst/>
                <a:rect l="l" t="t" r="r" b="b"/>
                <a:pathLst>
                  <a:path w="477" h="641" extrusionOk="0">
                    <a:moveTo>
                      <a:pt x="0" y="63"/>
                    </a:move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5"/>
                      <a:pt x="27" y="316"/>
                    </a:cubicBezTo>
                    <a:cubicBezTo>
                      <a:pt x="27" y="317"/>
                      <a:pt x="27" y="318"/>
                      <a:pt x="28" y="320"/>
                    </a:cubicBezTo>
                    <a:cubicBezTo>
                      <a:pt x="28" y="327"/>
                      <a:pt x="30" y="341"/>
                      <a:pt x="31" y="353"/>
                    </a:cubicBezTo>
                    <a:cubicBezTo>
                      <a:pt x="32" y="362"/>
                      <a:pt x="32" y="362"/>
                      <a:pt x="32" y="362"/>
                    </a:cubicBezTo>
                    <a:cubicBezTo>
                      <a:pt x="32" y="362"/>
                      <a:pt x="32" y="363"/>
                      <a:pt x="32" y="364"/>
                    </a:cubicBezTo>
                    <a:cubicBezTo>
                      <a:pt x="33" y="369"/>
                      <a:pt x="33" y="369"/>
                      <a:pt x="33" y="369"/>
                    </a:cubicBezTo>
                    <a:cubicBezTo>
                      <a:pt x="33" y="371"/>
                      <a:pt x="33" y="373"/>
                      <a:pt x="34" y="375"/>
                    </a:cubicBezTo>
                    <a:cubicBezTo>
                      <a:pt x="34" y="379"/>
                      <a:pt x="34" y="379"/>
                      <a:pt x="34" y="379"/>
                    </a:cubicBezTo>
                    <a:cubicBezTo>
                      <a:pt x="34" y="380"/>
                      <a:pt x="34" y="380"/>
                      <a:pt x="34" y="380"/>
                    </a:cubicBezTo>
                    <a:cubicBezTo>
                      <a:pt x="35" y="386"/>
                      <a:pt x="41" y="442"/>
                      <a:pt x="41" y="442"/>
                    </a:cubicBezTo>
                    <a:cubicBezTo>
                      <a:pt x="28" y="595"/>
                      <a:pt x="28" y="595"/>
                      <a:pt x="28" y="595"/>
                    </a:cubicBezTo>
                    <a:cubicBezTo>
                      <a:pt x="234" y="641"/>
                      <a:pt x="234" y="641"/>
                      <a:pt x="234" y="641"/>
                    </a:cubicBezTo>
                    <a:cubicBezTo>
                      <a:pt x="420" y="595"/>
                      <a:pt x="420" y="595"/>
                      <a:pt x="420" y="595"/>
                    </a:cubicBezTo>
                    <a:cubicBezTo>
                      <a:pt x="420" y="455"/>
                      <a:pt x="420" y="455"/>
                      <a:pt x="420" y="455"/>
                    </a:cubicBezTo>
                    <a:cubicBezTo>
                      <a:pt x="420" y="451"/>
                      <a:pt x="420" y="451"/>
                      <a:pt x="420" y="451"/>
                    </a:cubicBezTo>
                    <a:cubicBezTo>
                      <a:pt x="421" y="448"/>
                      <a:pt x="421" y="448"/>
                      <a:pt x="421" y="448"/>
                    </a:cubicBezTo>
                    <a:cubicBezTo>
                      <a:pt x="424" y="430"/>
                      <a:pt x="432" y="380"/>
                      <a:pt x="442" y="322"/>
                    </a:cubicBezTo>
                    <a:cubicBezTo>
                      <a:pt x="442" y="322"/>
                      <a:pt x="442" y="322"/>
                      <a:pt x="442" y="322"/>
                    </a:cubicBezTo>
                    <a:cubicBezTo>
                      <a:pt x="458" y="223"/>
                      <a:pt x="477" y="102"/>
                      <a:pt x="477" y="88"/>
                    </a:cubicBezTo>
                    <a:cubicBezTo>
                      <a:pt x="477" y="88"/>
                      <a:pt x="460" y="80"/>
                      <a:pt x="435" y="68"/>
                    </a:cubicBezTo>
                    <a:cubicBezTo>
                      <a:pt x="435" y="68"/>
                      <a:pt x="435" y="68"/>
                      <a:pt x="435" y="68"/>
                    </a:cubicBezTo>
                    <a:cubicBezTo>
                      <a:pt x="434" y="68"/>
                      <a:pt x="434" y="68"/>
                      <a:pt x="434" y="68"/>
                    </a:cubicBezTo>
                    <a:cubicBezTo>
                      <a:pt x="378" y="42"/>
                      <a:pt x="278" y="0"/>
                      <a:pt x="228" y="1"/>
                    </a:cubicBezTo>
                    <a:cubicBezTo>
                      <a:pt x="155" y="4"/>
                      <a:pt x="0" y="63"/>
                      <a:pt x="0" y="63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" name="Google Shape;553;p23"/>
              <p:cNvSpPr/>
              <p:nvPr/>
            </p:nvSpPr>
            <p:spPr>
              <a:xfrm>
                <a:off x="7548715" y="3707962"/>
                <a:ext cx="309092" cy="272328"/>
              </a:xfrm>
              <a:custGeom>
                <a:avLst/>
                <a:gdLst/>
                <a:ahLst/>
                <a:cxnLst/>
                <a:rect l="l" t="t" r="r" b="b"/>
                <a:pathLst>
                  <a:path w="347" h="305" extrusionOk="0">
                    <a:moveTo>
                      <a:pt x="156" y="31"/>
                    </a:moveTo>
                    <a:cubicBezTo>
                      <a:pt x="174" y="98"/>
                      <a:pt x="174" y="98"/>
                      <a:pt x="174" y="98"/>
                    </a:cubicBezTo>
                    <a:cubicBezTo>
                      <a:pt x="174" y="98"/>
                      <a:pt x="261" y="198"/>
                      <a:pt x="314" y="230"/>
                    </a:cubicBezTo>
                    <a:cubicBezTo>
                      <a:pt x="347" y="258"/>
                      <a:pt x="335" y="281"/>
                      <a:pt x="328" y="293"/>
                    </a:cubicBezTo>
                    <a:cubicBezTo>
                      <a:pt x="320" y="304"/>
                      <a:pt x="212" y="305"/>
                      <a:pt x="185" y="301"/>
                    </a:cubicBezTo>
                    <a:cubicBezTo>
                      <a:pt x="126" y="293"/>
                      <a:pt x="93" y="218"/>
                      <a:pt x="57" y="211"/>
                    </a:cubicBezTo>
                    <a:cubicBezTo>
                      <a:pt x="21" y="203"/>
                      <a:pt x="0" y="184"/>
                      <a:pt x="15" y="81"/>
                    </a:cubicBezTo>
                    <a:cubicBezTo>
                      <a:pt x="27" y="0"/>
                      <a:pt x="156" y="31"/>
                      <a:pt x="156" y="31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" name="Google Shape;554;p23"/>
              <p:cNvSpPr/>
              <p:nvPr/>
            </p:nvSpPr>
            <p:spPr>
              <a:xfrm>
                <a:off x="7550077" y="3796469"/>
                <a:ext cx="332921" cy="230117"/>
              </a:xfrm>
              <a:custGeom>
                <a:avLst/>
                <a:gdLst/>
                <a:ahLst/>
                <a:cxnLst/>
                <a:rect l="l" t="t" r="r" b="b"/>
                <a:pathLst>
                  <a:path w="373" h="258" extrusionOk="0">
                    <a:moveTo>
                      <a:pt x="261" y="82"/>
                    </a:moveTo>
                    <a:cubicBezTo>
                      <a:pt x="261" y="82"/>
                      <a:pt x="296" y="107"/>
                      <a:pt x="326" y="137"/>
                    </a:cubicBezTo>
                    <a:cubicBezTo>
                      <a:pt x="355" y="168"/>
                      <a:pt x="373" y="194"/>
                      <a:pt x="370" y="208"/>
                    </a:cubicBezTo>
                    <a:cubicBezTo>
                      <a:pt x="366" y="221"/>
                      <a:pt x="295" y="258"/>
                      <a:pt x="180" y="213"/>
                    </a:cubicBezTo>
                    <a:cubicBezTo>
                      <a:pt x="122" y="183"/>
                      <a:pt x="6" y="90"/>
                      <a:pt x="3" y="86"/>
                    </a:cubicBezTo>
                    <a:cubicBezTo>
                      <a:pt x="0" y="81"/>
                      <a:pt x="1" y="13"/>
                      <a:pt x="11" y="0"/>
                    </a:cubicBezTo>
                    <a:cubicBezTo>
                      <a:pt x="11" y="0"/>
                      <a:pt x="16" y="31"/>
                      <a:pt x="37" y="44"/>
                    </a:cubicBezTo>
                    <a:cubicBezTo>
                      <a:pt x="59" y="57"/>
                      <a:pt x="149" y="117"/>
                      <a:pt x="149" y="117"/>
                    </a:cubicBezTo>
                    <a:cubicBezTo>
                      <a:pt x="149" y="117"/>
                      <a:pt x="198" y="70"/>
                      <a:pt x="261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" name="Google Shape;555;p23"/>
              <p:cNvSpPr/>
              <p:nvPr/>
            </p:nvSpPr>
            <p:spPr>
              <a:xfrm>
                <a:off x="6908745" y="3707962"/>
                <a:ext cx="312496" cy="272328"/>
              </a:xfrm>
              <a:custGeom>
                <a:avLst/>
                <a:gdLst/>
                <a:ahLst/>
                <a:cxnLst/>
                <a:rect l="l" t="t" r="r" b="b"/>
                <a:pathLst>
                  <a:path w="350" h="305" extrusionOk="0">
                    <a:moveTo>
                      <a:pt x="193" y="31"/>
                    </a:moveTo>
                    <a:cubicBezTo>
                      <a:pt x="176" y="98"/>
                      <a:pt x="176" y="98"/>
                      <a:pt x="176" y="98"/>
                    </a:cubicBezTo>
                    <a:cubicBezTo>
                      <a:pt x="176" y="98"/>
                      <a:pt x="76" y="205"/>
                      <a:pt x="29" y="233"/>
                    </a:cubicBezTo>
                    <a:cubicBezTo>
                      <a:pt x="0" y="275"/>
                      <a:pt x="21" y="274"/>
                      <a:pt x="28" y="286"/>
                    </a:cubicBezTo>
                    <a:cubicBezTo>
                      <a:pt x="36" y="297"/>
                      <a:pt x="128" y="305"/>
                      <a:pt x="155" y="301"/>
                    </a:cubicBezTo>
                    <a:cubicBezTo>
                      <a:pt x="214" y="292"/>
                      <a:pt x="257" y="218"/>
                      <a:pt x="293" y="211"/>
                    </a:cubicBezTo>
                    <a:cubicBezTo>
                      <a:pt x="329" y="203"/>
                      <a:pt x="350" y="184"/>
                      <a:pt x="335" y="81"/>
                    </a:cubicBezTo>
                    <a:cubicBezTo>
                      <a:pt x="323" y="0"/>
                      <a:pt x="193" y="31"/>
                      <a:pt x="193" y="31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" name="Google Shape;556;p23"/>
              <p:cNvSpPr/>
              <p:nvPr/>
            </p:nvSpPr>
            <p:spPr>
              <a:xfrm>
                <a:off x="6886959" y="3796469"/>
                <a:ext cx="332239" cy="230117"/>
              </a:xfrm>
              <a:custGeom>
                <a:avLst/>
                <a:gdLst/>
                <a:ahLst/>
                <a:cxnLst/>
                <a:rect l="l" t="t" r="r" b="b"/>
                <a:pathLst>
                  <a:path w="373" h="258" extrusionOk="0">
                    <a:moveTo>
                      <a:pt x="112" y="82"/>
                    </a:moveTo>
                    <a:cubicBezTo>
                      <a:pt x="112" y="82"/>
                      <a:pt x="77" y="107"/>
                      <a:pt x="47" y="137"/>
                    </a:cubicBezTo>
                    <a:cubicBezTo>
                      <a:pt x="18" y="168"/>
                      <a:pt x="0" y="194"/>
                      <a:pt x="3" y="208"/>
                    </a:cubicBezTo>
                    <a:cubicBezTo>
                      <a:pt x="6" y="221"/>
                      <a:pt x="78" y="258"/>
                      <a:pt x="193" y="213"/>
                    </a:cubicBezTo>
                    <a:cubicBezTo>
                      <a:pt x="250" y="183"/>
                      <a:pt x="367" y="90"/>
                      <a:pt x="370" y="86"/>
                    </a:cubicBezTo>
                    <a:cubicBezTo>
                      <a:pt x="373" y="81"/>
                      <a:pt x="372" y="13"/>
                      <a:pt x="362" y="0"/>
                    </a:cubicBezTo>
                    <a:cubicBezTo>
                      <a:pt x="362" y="0"/>
                      <a:pt x="357" y="31"/>
                      <a:pt x="335" y="44"/>
                    </a:cubicBezTo>
                    <a:cubicBezTo>
                      <a:pt x="314" y="57"/>
                      <a:pt x="224" y="117"/>
                      <a:pt x="224" y="117"/>
                    </a:cubicBezTo>
                    <a:cubicBezTo>
                      <a:pt x="224" y="117"/>
                      <a:pt x="175" y="70"/>
                      <a:pt x="112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" name="Google Shape;557;p23"/>
              <p:cNvSpPr/>
              <p:nvPr/>
            </p:nvSpPr>
            <p:spPr>
              <a:xfrm>
                <a:off x="7212391" y="2059699"/>
                <a:ext cx="548060" cy="518785"/>
              </a:xfrm>
              <a:custGeom>
                <a:avLst/>
                <a:gdLst/>
                <a:ahLst/>
                <a:cxnLst/>
                <a:rect l="l" t="t" r="r" b="b"/>
                <a:pathLst>
                  <a:path w="615" h="582" extrusionOk="0">
                    <a:moveTo>
                      <a:pt x="0" y="88"/>
                    </a:moveTo>
                    <a:cubicBezTo>
                      <a:pt x="174" y="0"/>
                      <a:pt x="174" y="0"/>
                      <a:pt x="174" y="0"/>
                    </a:cubicBezTo>
                    <a:cubicBezTo>
                      <a:pt x="174" y="0"/>
                      <a:pt x="500" y="310"/>
                      <a:pt x="545" y="352"/>
                    </a:cubicBezTo>
                    <a:cubicBezTo>
                      <a:pt x="603" y="404"/>
                      <a:pt x="615" y="538"/>
                      <a:pt x="510" y="551"/>
                    </a:cubicBezTo>
                    <a:cubicBezTo>
                      <a:pt x="221" y="582"/>
                      <a:pt x="221" y="582"/>
                      <a:pt x="221" y="582"/>
                    </a:cubicBezTo>
                    <a:cubicBezTo>
                      <a:pt x="237" y="399"/>
                      <a:pt x="237" y="399"/>
                      <a:pt x="237" y="399"/>
                    </a:cubicBezTo>
                    <a:cubicBezTo>
                      <a:pt x="48" y="255"/>
                      <a:pt x="48" y="255"/>
                      <a:pt x="48" y="255"/>
                    </a:cubicBezTo>
                    <a:cubicBezTo>
                      <a:pt x="0" y="88"/>
                      <a:pt x="0" y="88"/>
                      <a:pt x="0" y="88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" name="Google Shape;558;p23"/>
              <p:cNvSpPr/>
              <p:nvPr/>
            </p:nvSpPr>
            <p:spPr>
              <a:xfrm>
                <a:off x="7370341" y="2319091"/>
                <a:ext cx="184502" cy="54466"/>
              </a:xfrm>
              <a:custGeom>
                <a:avLst/>
                <a:gdLst/>
                <a:ahLst/>
                <a:cxnLst/>
                <a:rect l="l" t="t" r="r" b="b"/>
                <a:pathLst>
                  <a:path w="271" h="80" extrusionOk="0">
                    <a:moveTo>
                      <a:pt x="0" y="0"/>
                    </a:moveTo>
                    <a:lnTo>
                      <a:pt x="5" y="68"/>
                    </a:lnTo>
                    <a:lnTo>
                      <a:pt x="271" y="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" name="Google Shape;559;p23"/>
              <p:cNvSpPr/>
              <p:nvPr/>
            </p:nvSpPr>
            <p:spPr>
              <a:xfrm>
                <a:off x="6615312" y="2037232"/>
                <a:ext cx="395556" cy="444575"/>
              </a:xfrm>
              <a:custGeom>
                <a:avLst/>
                <a:gdLst/>
                <a:ahLst/>
                <a:cxnLst/>
                <a:rect l="l" t="t" r="r" b="b"/>
                <a:pathLst>
                  <a:path w="443" h="498" extrusionOk="0">
                    <a:moveTo>
                      <a:pt x="0" y="106"/>
                    </a:moveTo>
                    <a:cubicBezTo>
                      <a:pt x="0" y="106"/>
                      <a:pt x="208" y="496"/>
                      <a:pt x="287" y="497"/>
                    </a:cubicBezTo>
                    <a:cubicBezTo>
                      <a:pt x="365" y="498"/>
                      <a:pt x="443" y="264"/>
                      <a:pt x="443" y="264"/>
                    </a:cubicBezTo>
                    <a:cubicBezTo>
                      <a:pt x="366" y="0"/>
                      <a:pt x="366" y="0"/>
                      <a:pt x="366" y="0"/>
                    </a:cubicBezTo>
                    <a:cubicBezTo>
                      <a:pt x="366" y="0"/>
                      <a:pt x="282" y="287"/>
                      <a:pt x="273" y="291"/>
                    </a:cubicBezTo>
                    <a:cubicBezTo>
                      <a:pt x="47" y="16"/>
                      <a:pt x="47" y="16"/>
                      <a:pt x="47" y="16"/>
                    </a:cubicBezTo>
                    <a:cubicBezTo>
                      <a:pt x="0" y="106"/>
                      <a:pt x="0" y="106"/>
                      <a:pt x="0" y="106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" name="Google Shape;560;p23"/>
              <p:cNvSpPr/>
              <p:nvPr/>
            </p:nvSpPr>
            <p:spPr>
              <a:xfrm>
                <a:off x="6534295" y="2008637"/>
                <a:ext cx="111654" cy="141611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59" extrusionOk="0">
                    <a:moveTo>
                      <a:pt x="110" y="141"/>
                    </a:moveTo>
                    <a:cubicBezTo>
                      <a:pt x="110" y="141"/>
                      <a:pt x="58" y="159"/>
                      <a:pt x="35" y="152"/>
                    </a:cubicBezTo>
                    <a:cubicBezTo>
                      <a:pt x="13" y="144"/>
                      <a:pt x="0" y="127"/>
                      <a:pt x="0" y="127"/>
                    </a:cubicBezTo>
                    <a:cubicBezTo>
                      <a:pt x="45" y="9"/>
                      <a:pt x="45" y="9"/>
                      <a:pt x="45" y="9"/>
                    </a:cubicBezTo>
                    <a:cubicBezTo>
                      <a:pt x="45" y="9"/>
                      <a:pt x="76" y="0"/>
                      <a:pt x="78" y="2"/>
                    </a:cubicBezTo>
                    <a:cubicBezTo>
                      <a:pt x="79" y="4"/>
                      <a:pt x="125" y="84"/>
                      <a:pt x="125" y="84"/>
                    </a:cubicBezTo>
                    <a:cubicBezTo>
                      <a:pt x="110" y="141"/>
                      <a:pt x="110" y="141"/>
                      <a:pt x="110" y="141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" name="Google Shape;561;p23"/>
              <p:cNvSpPr/>
              <p:nvPr/>
            </p:nvSpPr>
            <p:spPr>
              <a:xfrm>
                <a:off x="6565612" y="2143440"/>
                <a:ext cx="33360" cy="2723"/>
              </a:xfrm>
              <a:custGeom>
                <a:avLst/>
                <a:gdLst/>
                <a:ahLst/>
                <a:cxnLst/>
                <a:rect l="l" t="t" r="r" b="b"/>
                <a:pathLst>
                  <a:path w="37" h="3" extrusionOk="0">
                    <a:moveTo>
                      <a:pt x="37" y="0"/>
                    </a:moveTo>
                    <a:cubicBezTo>
                      <a:pt x="29" y="2"/>
                      <a:pt x="21" y="3"/>
                      <a:pt x="13" y="3"/>
                    </a:cubicBezTo>
                    <a:cubicBezTo>
                      <a:pt x="8" y="3"/>
                      <a:pt x="4" y="2"/>
                      <a:pt x="0" y="1"/>
                    </a:cubicBezTo>
                    <a:cubicBezTo>
                      <a:pt x="4" y="2"/>
                      <a:pt x="8" y="3"/>
                      <a:pt x="13" y="3"/>
                    </a:cubicBezTo>
                    <a:cubicBezTo>
                      <a:pt x="21" y="3"/>
                      <a:pt x="29" y="2"/>
                      <a:pt x="37" y="0"/>
                    </a:cubicBezTo>
                    <a:moveTo>
                      <a:pt x="37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</a:path>
                </a:pathLst>
              </a:custGeom>
              <a:solidFill>
                <a:srgbClr val="FFD1BE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" name="Google Shape;562;p23"/>
              <p:cNvSpPr/>
              <p:nvPr/>
            </p:nvSpPr>
            <p:spPr>
              <a:xfrm>
                <a:off x="6539060" y="2073996"/>
                <a:ext cx="99400" cy="7216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81" extrusionOk="0">
                    <a:moveTo>
                      <a:pt x="71" y="1"/>
                    </a:moveTo>
                    <a:cubicBezTo>
                      <a:pt x="72" y="2"/>
                      <a:pt x="72" y="2"/>
                      <a:pt x="72" y="2"/>
                    </a:cubicBezTo>
                    <a:cubicBezTo>
                      <a:pt x="74" y="4"/>
                      <a:pt x="75" y="6"/>
                      <a:pt x="77" y="7"/>
                    </a:cubicBezTo>
                    <a:cubicBezTo>
                      <a:pt x="75" y="5"/>
                      <a:pt x="73" y="3"/>
                      <a:pt x="71" y="1"/>
                    </a:cubicBezTo>
                    <a:moveTo>
                      <a:pt x="68" y="0"/>
                    </a:moveTo>
                    <a:cubicBezTo>
                      <a:pt x="68" y="0"/>
                      <a:pt x="68" y="0"/>
                      <a:pt x="68" y="1"/>
                    </a:cubicBezTo>
                    <a:cubicBezTo>
                      <a:pt x="66" y="19"/>
                      <a:pt x="66" y="19"/>
                      <a:pt x="66" y="19"/>
                    </a:cubicBezTo>
                    <a:cubicBezTo>
                      <a:pt x="66" y="20"/>
                      <a:pt x="66" y="21"/>
                      <a:pt x="65" y="23"/>
                    </a:cubicBezTo>
                    <a:cubicBezTo>
                      <a:pt x="65" y="23"/>
                      <a:pt x="65" y="23"/>
                      <a:pt x="65" y="23"/>
                    </a:cubicBezTo>
                    <a:cubicBezTo>
                      <a:pt x="62" y="52"/>
                      <a:pt x="62" y="52"/>
                      <a:pt x="62" y="52"/>
                    </a:cubicBezTo>
                    <a:cubicBezTo>
                      <a:pt x="61" y="60"/>
                      <a:pt x="54" y="66"/>
                      <a:pt x="47" y="66"/>
                    </a:cubicBezTo>
                    <a:cubicBezTo>
                      <a:pt x="46" y="66"/>
                      <a:pt x="46" y="66"/>
                      <a:pt x="45" y="66"/>
                    </a:cubicBezTo>
                    <a:cubicBezTo>
                      <a:pt x="38" y="65"/>
                      <a:pt x="38" y="65"/>
                      <a:pt x="38" y="65"/>
                    </a:cubicBezTo>
                    <a:cubicBezTo>
                      <a:pt x="24" y="63"/>
                      <a:pt x="24" y="63"/>
                      <a:pt x="24" y="63"/>
                    </a:cubicBezTo>
                    <a:cubicBezTo>
                      <a:pt x="21" y="63"/>
                      <a:pt x="18" y="62"/>
                      <a:pt x="16" y="60"/>
                    </a:cubicBezTo>
                    <a:cubicBezTo>
                      <a:pt x="15" y="60"/>
                      <a:pt x="15" y="60"/>
                      <a:pt x="14" y="60"/>
                    </a:cubicBezTo>
                    <a:cubicBezTo>
                      <a:pt x="9" y="60"/>
                      <a:pt x="5" y="60"/>
                      <a:pt x="0" y="59"/>
                    </a:cubicBezTo>
                    <a:cubicBezTo>
                      <a:pt x="6" y="65"/>
                      <a:pt x="16" y="74"/>
                      <a:pt x="30" y="79"/>
                    </a:cubicBezTo>
                    <a:cubicBezTo>
                      <a:pt x="30" y="79"/>
                      <a:pt x="30" y="79"/>
                      <a:pt x="30" y="79"/>
                    </a:cubicBezTo>
                    <a:cubicBezTo>
                      <a:pt x="34" y="80"/>
                      <a:pt x="38" y="81"/>
                      <a:pt x="43" y="81"/>
                    </a:cubicBezTo>
                    <a:cubicBezTo>
                      <a:pt x="51" y="81"/>
                      <a:pt x="59" y="80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76" y="76"/>
                      <a:pt x="84" y="74"/>
                      <a:pt x="91" y="72"/>
                    </a:cubicBezTo>
                    <a:cubicBezTo>
                      <a:pt x="112" y="49"/>
                      <a:pt x="109" y="22"/>
                      <a:pt x="109" y="22"/>
                    </a:cubicBezTo>
                    <a:cubicBezTo>
                      <a:pt x="109" y="22"/>
                      <a:pt x="109" y="22"/>
                      <a:pt x="109" y="22"/>
                    </a:cubicBezTo>
                    <a:cubicBezTo>
                      <a:pt x="99" y="20"/>
                      <a:pt x="92" y="17"/>
                      <a:pt x="86" y="13"/>
                    </a:cubicBezTo>
                    <a:cubicBezTo>
                      <a:pt x="86" y="13"/>
                      <a:pt x="86" y="13"/>
                      <a:pt x="86" y="13"/>
                    </a:cubicBezTo>
                    <a:cubicBezTo>
                      <a:pt x="80" y="11"/>
                      <a:pt x="75" y="8"/>
                      <a:pt x="71" y="4"/>
                    </a:cubicBezTo>
                    <a:cubicBezTo>
                      <a:pt x="70" y="2"/>
                      <a:pt x="69" y="1"/>
                      <a:pt x="68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" name="Google Shape;563;p23"/>
              <p:cNvSpPr/>
              <p:nvPr/>
            </p:nvSpPr>
            <p:spPr>
              <a:xfrm>
                <a:off x="6586037" y="1939875"/>
                <a:ext cx="5447" cy="49019"/>
              </a:xfrm>
              <a:custGeom>
                <a:avLst/>
                <a:gdLst/>
                <a:ahLst/>
                <a:cxnLst/>
                <a:rect l="l" t="t" r="r" b="b"/>
                <a:pathLst>
                  <a:path w="8" h="72" extrusionOk="0">
                    <a:moveTo>
                      <a:pt x="8" y="0"/>
                    </a:moveTo>
                    <a:lnTo>
                      <a:pt x="0" y="72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64" name="Google Shape;564;p23"/>
              <p:cNvCxnSpPr/>
              <p:nvPr/>
            </p:nvCxnSpPr>
            <p:spPr>
              <a:xfrm flipH="1">
                <a:off x="6586084" y="1939875"/>
                <a:ext cx="5400" cy="489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sp>
            <p:nvSpPr>
              <p:cNvPr id="565" name="Google Shape;565;p23"/>
              <p:cNvSpPr/>
              <p:nvPr/>
            </p:nvSpPr>
            <p:spPr>
              <a:xfrm>
                <a:off x="6576506" y="1939194"/>
                <a:ext cx="24510" cy="51742"/>
              </a:xfrm>
              <a:custGeom>
                <a:avLst/>
                <a:gdLst/>
                <a:ahLst/>
                <a:cxnLst/>
                <a:rect l="l" t="t" r="r" b="b"/>
                <a:pathLst>
                  <a:path w="36" h="76" extrusionOk="0">
                    <a:moveTo>
                      <a:pt x="27" y="76"/>
                    </a:moveTo>
                    <a:lnTo>
                      <a:pt x="0" y="72"/>
                    </a:lnTo>
                    <a:lnTo>
                      <a:pt x="9" y="0"/>
                    </a:lnTo>
                    <a:lnTo>
                      <a:pt x="36" y="3"/>
                    </a:lnTo>
                    <a:lnTo>
                      <a:pt x="27" y="7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" name="Google Shape;566;p23"/>
              <p:cNvSpPr/>
              <p:nvPr/>
            </p:nvSpPr>
            <p:spPr>
              <a:xfrm>
                <a:off x="6547911" y="1973235"/>
                <a:ext cx="61274" cy="160673"/>
              </a:xfrm>
              <a:custGeom>
                <a:avLst/>
                <a:gdLst/>
                <a:ahLst/>
                <a:cxnLst/>
                <a:rect l="l" t="t" r="r" b="b"/>
                <a:pathLst>
                  <a:path w="69" h="180" extrusionOk="0">
                    <a:moveTo>
                      <a:pt x="56" y="3"/>
                    </a:moveTo>
                    <a:cubicBezTo>
                      <a:pt x="49" y="2"/>
                      <a:pt x="49" y="2"/>
                      <a:pt x="49" y="2"/>
                    </a:cubicBezTo>
                    <a:cubicBezTo>
                      <a:pt x="48" y="2"/>
                      <a:pt x="48" y="2"/>
                      <a:pt x="48" y="2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" y="159"/>
                      <a:pt x="1" y="159"/>
                      <a:pt x="1" y="159"/>
                    </a:cubicBezTo>
                    <a:cubicBezTo>
                      <a:pt x="0" y="168"/>
                      <a:pt x="5" y="175"/>
                      <a:pt x="14" y="176"/>
                    </a:cubicBezTo>
                    <a:cubicBezTo>
                      <a:pt x="28" y="178"/>
                      <a:pt x="28" y="178"/>
                      <a:pt x="28" y="178"/>
                    </a:cubicBezTo>
                    <a:cubicBezTo>
                      <a:pt x="35" y="179"/>
                      <a:pt x="35" y="179"/>
                      <a:pt x="35" y="179"/>
                    </a:cubicBezTo>
                    <a:cubicBezTo>
                      <a:pt x="43" y="180"/>
                      <a:pt x="51" y="173"/>
                      <a:pt x="52" y="165"/>
                    </a:cubicBezTo>
                    <a:cubicBezTo>
                      <a:pt x="69" y="20"/>
                      <a:pt x="69" y="20"/>
                      <a:pt x="69" y="20"/>
                    </a:cubicBezTo>
                    <a:cubicBezTo>
                      <a:pt x="56" y="3"/>
                      <a:pt x="56" y="3"/>
                      <a:pt x="56" y="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" name="Google Shape;567;p23"/>
              <p:cNvSpPr/>
              <p:nvPr/>
            </p:nvSpPr>
            <p:spPr>
              <a:xfrm>
                <a:off x="6521359" y="1732225"/>
                <a:ext cx="161354" cy="202203"/>
              </a:xfrm>
              <a:custGeom>
                <a:avLst/>
                <a:gdLst/>
                <a:ahLst/>
                <a:cxnLst/>
                <a:rect l="l" t="t" r="r" b="b"/>
                <a:pathLst>
                  <a:path w="181" h="227" extrusionOk="0">
                    <a:moveTo>
                      <a:pt x="175" y="122"/>
                    </a:moveTo>
                    <a:cubicBezTo>
                      <a:pt x="170" y="182"/>
                      <a:pt x="127" y="227"/>
                      <a:pt x="80" y="222"/>
                    </a:cubicBezTo>
                    <a:cubicBezTo>
                      <a:pt x="33" y="218"/>
                      <a:pt x="0" y="166"/>
                      <a:pt x="6" y="106"/>
                    </a:cubicBezTo>
                    <a:cubicBezTo>
                      <a:pt x="11" y="46"/>
                      <a:pt x="54" y="0"/>
                      <a:pt x="101" y="5"/>
                    </a:cubicBezTo>
                    <a:cubicBezTo>
                      <a:pt x="148" y="9"/>
                      <a:pt x="181" y="62"/>
                      <a:pt x="175" y="1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" name="Google Shape;568;p23"/>
              <p:cNvSpPr/>
              <p:nvPr/>
            </p:nvSpPr>
            <p:spPr>
              <a:xfrm>
                <a:off x="6502296" y="1708396"/>
                <a:ext cx="197438" cy="255987"/>
              </a:xfrm>
              <a:custGeom>
                <a:avLst/>
                <a:gdLst/>
                <a:ahLst/>
                <a:cxnLst/>
                <a:rect l="l" t="t" r="r" b="b"/>
                <a:pathLst>
                  <a:path w="221" h="287" extrusionOk="0">
                    <a:moveTo>
                      <a:pt x="192" y="69"/>
                    </a:moveTo>
                    <a:cubicBezTo>
                      <a:pt x="163" y="13"/>
                      <a:pt x="104" y="0"/>
                      <a:pt x="58" y="41"/>
                    </a:cubicBezTo>
                    <a:cubicBezTo>
                      <a:pt x="13" y="82"/>
                      <a:pt x="0" y="161"/>
                      <a:pt x="29" y="218"/>
                    </a:cubicBezTo>
                    <a:cubicBezTo>
                      <a:pt x="58" y="274"/>
                      <a:pt x="118" y="287"/>
                      <a:pt x="163" y="246"/>
                    </a:cubicBezTo>
                    <a:cubicBezTo>
                      <a:pt x="208" y="205"/>
                      <a:pt x="221" y="126"/>
                      <a:pt x="192" y="69"/>
                    </a:cubicBezTo>
                    <a:close/>
                    <a:moveTo>
                      <a:pt x="153" y="227"/>
                    </a:moveTo>
                    <a:cubicBezTo>
                      <a:pt x="116" y="260"/>
                      <a:pt x="68" y="250"/>
                      <a:pt x="44" y="204"/>
                    </a:cubicBezTo>
                    <a:cubicBezTo>
                      <a:pt x="21" y="158"/>
                      <a:pt x="31" y="93"/>
                      <a:pt x="68" y="60"/>
                    </a:cubicBezTo>
                    <a:cubicBezTo>
                      <a:pt x="105" y="27"/>
                      <a:pt x="154" y="37"/>
                      <a:pt x="177" y="83"/>
                    </a:cubicBezTo>
                    <a:cubicBezTo>
                      <a:pt x="201" y="129"/>
                      <a:pt x="190" y="194"/>
                      <a:pt x="153" y="2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" name="Google Shape;569;p23"/>
              <p:cNvSpPr/>
              <p:nvPr/>
            </p:nvSpPr>
            <p:spPr>
              <a:xfrm>
                <a:off x="6505019" y="2005233"/>
                <a:ext cx="101442" cy="123228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38" extrusionOk="0">
                    <a:moveTo>
                      <a:pt x="113" y="43"/>
                    </a:moveTo>
                    <a:cubicBezTo>
                      <a:pt x="112" y="50"/>
                      <a:pt x="103" y="52"/>
                      <a:pt x="100" y="53"/>
                    </a:cubicBezTo>
                    <a:cubicBezTo>
                      <a:pt x="100" y="53"/>
                      <a:pt x="100" y="53"/>
                      <a:pt x="100" y="53"/>
                    </a:cubicBezTo>
                    <a:cubicBezTo>
                      <a:pt x="99" y="53"/>
                      <a:pt x="100" y="53"/>
                      <a:pt x="99" y="53"/>
                    </a:cubicBezTo>
                    <a:cubicBezTo>
                      <a:pt x="99" y="54"/>
                      <a:pt x="100" y="55"/>
                      <a:pt x="103" y="58"/>
                    </a:cubicBezTo>
                    <a:cubicBezTo>
                      <a:pt x="106" y="61"/>
                      <a:pt x="109" y="65"/>
                      <a:pt x="108" y="73"/>
                    </a:cubicBezTo>
                    <a:cubicBezTo>
                      <a:pt x="108" y="76"/>
                      <a:pt x="106" y="78"/>
                      <a:pt x="104" y="79"/>
                    </a:cubicBezTo>
                    <a:cubicBezTo>
                      <a:pt x="100" y="82"/>
                      <a:pt x="95" y="83"/>
                      <a:pt x="95" y="83"/>
                    </a:cubicBezTo>
                    <a:cubicBezTo>
                      <a:pt x="95" y="83"/>
                      <a:pt x="95" y="83"/>
                      <a:pt x="95" y="83"/>
                    </a:cubicBezTo>
                    <a:cubicBezTo>
                      <a:pt x="96" y="84"/>
                      <a:pt x="106" y="89"/>
                      <a:pt x="103" y="100"/>
                    </a:cubicBezTo>
                    <a:cubicBezTo>
                      <a:pt x="101" y="111"/>
                      <a:pt x="85" y="110"/>
                      <a:pt x="85" y="111"/>
                    </a:cubicBezTo>
                    <a:cubicBezTo>
                      <a:pt x="85" y="111"/>
                      <a:pt x="89" y="113"/>
                      <a:pt x="92" y="116"/>
                    </a:cubicBezTo>
                    <a:cubicBezTo>
                      <a:pt x="93" y="118"/>
                      <a:pt x="94" y="121"/>
                      <a:pt x="92" y="124"/>
                    </a:cubicBezTo>
                    <a:cubicBezTo>
                      <a:pt x="89" y="130"/>
                      <a:pt x="79" y="133"/>
                      <a:pt x="72" y="135"/>
                    </a:cubicBezTo>
                    <a:cubicBezTo>
                      <a:pt x="71" y="135"/>
                      <a:pt x="70" y="135"/>
                      <a:pt x="69" y="136"/>
                    </a:cubicBezTo>
                    <a:cubicBezTo>
                      <a:pt x="68" y="136"/>
                      <a:pt x="68" y="136"/>
                      <a:pt x="68" y="136"/>
                    </a:cubicBezTo>
                    <a:cubicBezTo>
                      <a:pt x="67" y="136"/>
                      <a:pt x="67" y="136"/>
                      <a:pt x="67" y="136"/>
                    </a:cubicBezTo>
                    <a:cubicBezTo>
                      <a:pt x="50" y="138"/>
                      <a:pt x="26" y="137"/>
                      <a:pt x="15" y="127"/>
                    </a:cubicBezTo>
                    <a:cubicBezTo>
                      <a:pt x="11" y="123"/>
                      <a:pt x="11" y="111"/>
                      <a:pt x="14" y="104"/>
                    </a:cubicBezTo>
                    <a:cubicBezTo>
                      <a:pt x="0" y="94"/>
                      <a:pt x="3" y="71"/>
                      <a:pt x="12" y="67"/>
                    </a:cubicBezTo>
                    <a:cubicBezTo>
                      <a:pt x="0" y="47"/>
                      <a:pt x="7" y="37"/>
                      <a:pt x="17" y="33"/>
                    </a:cubicBezTo>
                    <a:cubicBezTo>
                      <a:pt x="14" y="14"/>
                      <a:pt x="26" y="2"/>
                      <a:pt x="33" y="0"/>
                    </a:cubicBezTo>
                    <a:cubicBezTo>
                      <a:pt x="41" y="0"/>
                      <a:pt x="54" y="3"/>
                      <a:pt x="73" y="10"/>
                    </a:cubicBezTo>
                    <a:cubicBezTo>
                      <a:pt x="73" y="10"/>
                      <a:pt x="73" y="10"/>
                      <a:pt x="73" y="10"/>
                    </a:cubicBezTo>
                    <a:cubicBezTo>
                      <a:pt x="73" y="10"/>
                      <a:pt x="73" y="11"/>
                      <a:pt x="74" y="11"/>
                    </a:cubicBezTo>
                    <a:cubicBezTo>
                      <a:pt x="76" y="12"/>
                      <a:pt x="86" y="15"/>
                      <a:pt x="88" y="17"/>
                    </a:cubicBezTo>
                    <a:cubicBezTo>
                      <a:pt x="105" y="24"/>
                      <a:pt x="114" y="36"/>
                      <a:pt x="113" y="43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" name="Google Shape;570;p23"/>
              <p:cNvSpPr/>
              <p:nvPr/>
            </p:nvSpPr>
            <p:spPr>
              <a:xfrm>
                <a:off x="6539741" y="1976639"/>
                <a:ext cx="118462" cy="117101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33" y="86"/>
                    </a:moveTo>
                    <a:cubicBezTo>
                      <a:pt x="133" y="86"/>
                      <a:pt x="116" y="34"/>
                      <a:pt x="82" y="7"/>
                    </a:cubicBezTo>
                    <a:cubicBezTo>
                      <a:pt x="65" y="0"/>
                      <a:pt x="0" y="52"/>
                      <a:pt x="0" y="52"/>
                    </a:cubicBezTo>
                    <a:cubicBezTo>
                      <a:pt x="5" y="77"/>
                      <a:pt x="38" y="80"/>
                      <a:pt x="61" y="61"/>
                    </a:cubicBezTo>
                    <a:cubicBezTo>
                      <a:pt x="61" y="61"/>
                      <a:pt x="44" y="116"/>
                      <a:pt x="108" y="131"/>
                    </a:cubicBezTo>
                    <a:cubicBezTo>
                      <a:pt x="133" y="86"/>
                      <a:pt x="133" y="86"/>
                      <a:pt x="133" y="86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" name="Google Shape;571;p23"/>
              <p:cNvSpPr/>
              <p:nvPr/>
            </p:nvSpPr>
            <p:spPr>
              <a:xfrm>
                <a:off x="6539741" y="2022935"/>
                <a:ext cx="60593" cy="51061"/>
              </a:xfrm>
              <a:custGeom>
                <a:avLst/>
                <a:gdLst/>
                <a:ahLst/>
                <a:cxnLst/>
                <a:rect l="l" t="t" r="r" b="b"/>
                <a:pathLst>
                  <a:path w="68" h="57" extrusionOk="0">
                    <a:moveTo>
                      <a:pt x="0" y="0"/>
                    </a:moveTo>
                    <a:cubicBezTo>
                      <a:pt x="0" y="6"/>
                      <a:pt x="3" y="12"/>
                      <a:pt x="8" y="16"/>
                    </a:cubicBezTo>
                    <a:cubicBezTo>
                      <a:pt x="13" y="20"/>
                      <a:pt x="19" y="22"/>
                      <a:pt x="26" y="23"/>
                    </a:cubicBezTo>
                    <a:cubicBezTo>
                      <a:pt x="26" y="23"/>
                      <a:pt x="27" y="23"/>
                      <a:pt x="28" y="23"/>
                    </a:cubicBezTo>
                    <a:cubicBezTo>
                      <a:pt x="33" y="23"/>
                      <a:pt x="39" y="22"/>
                      <a:pt x="44" y="20"/>
                    </a:cubicBezTo>
                    <a:cubicBezTo>
                      <a:pt x="49" y="19"/>
                      <a:pt x="53" y="17"/>
                      <a:pt x="57" y="15"/>
                    </a:cubicBezTo>
                    <a:cubicBezTo>
                      <a:pt x="56" y="19"/>
                      <a:pt x="56" y="24"/>
                      <a:pt x="57" y="28"/>
                    </a:cubicBezTo>
                    <a:cubicBezTo>
                      <a:pt x="57" y="29"/>
                      <a:pt x="57" y="31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4"/>
                      <a:pt x="57" y="36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9" y="41"/>
                      <a:pt x="59" y="43"/>
                      <a:pt x="60" y="46"/>
                    </a:cubicBezTo>
                    <a:cubicBezTo>
                      <a:pt x="62" y="50"/>
                      <a:pt x="64" y="54"/>
                      <a:pt x="67" y="57"/>
                    </a:cubicBezTo>
                    <a:cubicBezTo>
                      <a:pt x="68" y="57"/>
                      <a:pt x="68" y="56"/>
                      <a:pt x="68" y="55"/>
                    </a:cubicBezTo>
                    <a:cubicBezTo>
                      <a:pt x="53" y="34"/>
                      <a:pt x="61" y="9"/>
                      <a:pt x="61" y="9"/>
                    </a:cubicBezTo>
                    <a:cubicBezTo>
                      <a:pt x="51" y="17"/>
                      <a:pt x="40" y="22"/>
                      <a:pt x="29" y="22"/>
                    </a:cubicBezTo>
                    <a:cubicBezTo>
                      <a:pt x="15" y="22"/>
                      <a:pt x="3" y="14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" name="Google Shape;572;p23"/>
              <p:cNvSpPr/>
              <p:nvPr/>
            </p:nvSpPr>
            <p:spPr>
              <a:xfrm>
                <a:off x="6533614" y="2097825"/>
                <a:ext cx="53785" cy="10893"/>
              </a:xfrm>
              <a:custGeom>
                <a:avLst/>
                <a:gdLst/>
                <a:ahLst/>
                <a:cxnLst/>
                <a:rect l="l" t="t" r="r" b="b"/>
                <a:pathLst>
                  <a:path w="60" h="12" extrusionOk="0">
                    <a:moveTo>
                      <a:pt x="0" y="0"/>
                    </a:moveTo>
                    <a:cubicBezTo>
                      <a:pt x="60" y="12"/>
                      <a:pt x="60" y="12"/>
                      <a:pt x="60" y="12"/>
                    </a:cubicBezTo>
                    <a:cubicBezTo>
                      <a:pt x="57" y="9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" name="Google Shape;573;p23"/>
              <p:cNvSpPr/>
              <p:nvPr/>
            </p:nvSpPr>
            <p:spPr>
              <a:xfrm>
                <a:off x="6534295" y="2068549"/>
                <a:ext cx="63316" cy="10893"/>
              </a:xfrm>
              <a:custGeom>
                <a:avLst/>
                <a:gdLst/>
                <a:ahLst/>
                <a:cxnLst/>
                <a:rect l="l" t="t" r="r" b="b"/>
                <a:pathLst>
                  <a:path w="71" h="12" extrusionOk="0">
                    <a:moveTo>
                      <a:pt x="0" y="0"/>
                    </a:moveTo>
                    <a:cubicBezTo>
                      <a:pt x="62" y="12"/>
                      <a:pt x="62" y="12"/>
                      <a:pt x="62" y="12"/>
                    </a:cubicBezTo>
                    <a:cubicBezTo>
                      <a:pt x="62" y="12"/>
                      <a:pt x="67" y="11"/>
                      <a:pt x="71" y="8"/>
                    </a:cubicBezTo>
                    <a:cubicBezTo>
                      <a:pt x="71" y="8"/>
                      <a:pt x="71" y="8"/>
                      <a:pt x="71" y="8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" name="Google Shape;574;p23"/>
              <p:cNvSpPr/>
              <p:nvPr/>
            </p:nvSpPr>
            <p:spPr>
              <a:xfrm>
                <a:off x="6539741" y="2042678"/>
                <a:ext cx="51742" cy="14297"/>
              </a:xfrm>
              <a:custGeom>
                <a:avLst/>
                <a:gdLst/>
                <a:ahLst/>
                <a:cxnLst/>
                <a:rect l="l" t="t" r="r" b="b"/>
                <a:pathLst>
                  <a:path w="58" h="16" extrusionOk="0">
                    <a:moveTo>
                      <a:pt x="0" y="0"/>
                    </a:move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5"/>
                      <a:pt x="57" y="11"/>
                      <a:pt x="57" y="10"/>
                    </a:cubicBezTo>
                    <a:cubicBezTo>
                      <a:pt x="57" y="10"/>
                      <a:pt x="57" y="10"/>
                      <a:pt x="57" y="1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" name="Google Shape;575;p23"/>
              <p:cNvSpPr/>
              <p:nvPr/>
            </p:nvSpPr>
            <p:spPr>
              <a:xfrm>
                <a:off x="6590803" y="2051529"/>
                <a:ext cx="681" cy="5447"/>
              </a:xfrm>
              <a:custGeom>
                <a:avLst/>
                <a:gdLst/>
                <a:ahLst/>
                <a:cxnLst/>
                <a:rect l="l" t="t" r="r" b="b"/>
                <a:pathLst>
                  <a:path w="1" h="6" extrusionOk="0">
                    <a:moveTo>
                      <a:pt x="1" y="6"/>
                    </a:move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5C3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" name="Google Shape;576;p23"/>
              <p:cNvSpPr/>
              <p:nvPr/>
            </p:nvSpPr>
            <p:spPr>
              <a:xfrm>
                <a:off x="6601015" y="2027700"/>
                <a:ext cx="411214" cy="510615"/>
              </a:xfrm>
              <a:custGeom>
                <a:avLst/>
                <a:gdLst/>
                <a:ahLst/>
                <a:cxnLst/>
                <a:rect l="l" t="t" r="r" b="b"/>
                <a:pathLst>
                  <a:path w="461" h="573" extrusionOk="0">
                    <a:moveTo>
                      <a:pt x="461" y="327"/>
                    </a:moveTo>
                    <a:cubicBezTo>
                      <a:pt x="460" y="330"/>
                      <a:pt x="459" y="335"/>
                      <a:pt x="457" y="341"/>
                    </a:cubicBezTo>
                    <a:cubicBezTo>
                      <a:pt x="449" y="366"/>
                      <a:pt x="433" y="417"/>
                      <a:pt x="412" y="464"/>
                    </a:cubicBezTo>
                    <a:cubicBezTo>
                      <a:pt x="403" y="484"/>
                      <a:pt x="393" y="503"/>
                      <a:pt x="382" y="520"/>
                    </a:cubicBezTo>
                    <a:cubicBezTo>
                      <a:pt x="362" y="551"/>
                      <a:pt x="340" y="573"/>
                      <a:pt x="316" y="573"/>
                    </a:cubicBezTo>
                    <a:cubicBezTo>
                      <a:pt x="241" y="571"/>
                      <a:pt x="0" y="276"/>
                      <a:pt x="0" y="276"/>
                    </a:cubicBezTo>
                    <a:cubicBezTo>
                      <a:pt x="16" y="169"/>
                      <a:pt x="98" y="52"/>
                      <a:pt x="98" y="52"/>
                    </a:cubicBezTo>
                    <a:cubicBezTo>
                      <a:pt x="280" y="277"/>
                      <a:pt x="280" y="277"/>
                      <a:pt x="280" y="277"/>
                    </a:cubicBezTo>
                    <a:cubicBezTo>
                      <a:pt x="280" y="277"/>
                      <a:pt x="349" y="24"/>
                      <a:pt x="382" y="11"/>
                    </a:cubicBezTo>
                    <a:cubicBezTo>
                      <a:pt x="383" y="10"/>
                      <a:pt x="383" y="10"/>
                      <a:pt x="384" y="10"/>
                    </a:cubicBezTo>
                    <a:cubicBezTo>
                      <a:pt x="417" y="0"/>
                      <a:pt x="452" y="59"/>
                      <a:pt x="452" y="59"/>
                    </a:cubicBezTo>
                    <a:cubicBezTo>
                      <a:pt x="456" y="181"/>
                      <a:pt x="456" y="181"/>
                      <a:pt x="456" y="181"/>
                    </a:cubicBezTo>
                    <a:cubicBezTo>
                      <a:pt x="459" y="261"/>
                      <a:pt x="459" y="261"/>
                      <a:pt x="459" y="261"/>
                    </a:cubicBezTo>
                    <a:cubicBezTo>
                      <a:pt x="461" y="327"/>
                      <a:pt x="461" y="327"/>
                      <a:pt x="461" y="327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" name="Google Shape;577;p23"/>
              <p:cNvSpPr/>
              <p:nvPr/>
            </p:nvSpPr>
            <p:spPr>
              <a:xfrm>
                <a:off x="6904660" y="2201309"/>
                <a:ext cx="66040" cy="290029"/>
              </a:xfrm>
              <a:custGeom>
                <a:avLst/>
                <a:gdLst/>
                <a:ahLst/>
                <a:cxnLst/>
                <a:rect l="l" t="t" r="r" b="b"/>
                <a:pathLst>
                  <a:path w="74" h="325" extrusionOk="0">
                    <a:moveTo>
                      <a:pt x="42" y="0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42" y="0"/>
                      <a:pt x="0" y="66"/>
                      <a:pt x="7" y="89"/>
                    </a:cubicBezTo>
                    <a:cubicBezTo>
                      <a:pt x="14" y="111"/>
                      <a:pt x="42" y="150"/>
                      <a:pt x="42" y="150"/>
                    </a:cubicBezTo>
                    <a:cubicBezTo>
                      <a:pt x="42" y="325"/>
                      <a:pt x="42" y="325"/>
                      <a:pt x="42" y="325"/>
                    </a:cubicBezTo>
                    <a:cubicBezTo>
                      <a:pt x="53" y="308"/>
                      <a:pt x="63" y="289"/>
                      <a:pt x="72" y="269"/>
                    </a:cubicBezTo>
                    <a:cubicBezTo>
                      <a:pt x="72" y="269"/>
                      <a:pt x="72" y="269"/>
                      <a:pt x="72" y="269"/>
                    </a:cubicBezTo>
                    <a:cubicBezTo>
                      <a:pt x="74" y="159"/>
                      <a:pt x="74" y="159"/>
                      <a:pt x="74" y="159"/>
                    </a:cubicBezTo>
                    <a:cubicBezTo>
                      <a:pt x="73" y="146"/>
                      <a:pt x="33" y="112"/>
                      <a:pt x="26" y="81"/>
                    </a:cubicBezTo>
                    <a:cubicBezTo>
                      <a:pt x="23" y="66"/>
                      <a:pt x="32" y="31"/>
                      <a:pt x="42" y="0"/>
                    </a:cubicBezTo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" name="Google Shape;578;p23"/>
              <p:cNvSpPr/>
              <p:nvPr/>
            </p:nvSpPr>
            <p:spPr>
              <a:xfrm>
                <a:off x="6925085" y="1981405"/>
                <a:ext cx="442532" cy="590271"/>
              </a:xfrm>
              <a:custGeom>
                <a:avLst/>
                <a:gdLst/>
                <a:ahLst/>
                <a:cxnLst/>
                <a:rect l="l" t="t" r="r" b="b"/>
                <a:pathLst>
                  <a:path w="496" h="662" extrusionOk="0">
                    <a:moveTo>
                      <a:pt x="496" y="88"/>
                    </a:moveTo>
                    <a:cubicBezTo>
                      <a:pt x="461" y="323"/>
                      <a:pt x="461" y="323"/>
                      <a:pt x="461" y="323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0" y="321"/>
                      <a:pt x="460" y="321"/>
                      <a:pt x="460" y="321"/>
                    </a:cubicBezTo>
                    <a:cubicBezTo>
                      <a:pt x="440" y="448"/>
                      <a:pt x="440" y="448"/>
                      <a:pt x="440" y="448"/>
                    </a:cubicBezTo>
                    <a:cubicBezTo>
                      <a:pt x="440" y="451"/>
                      <a:pt x="440" y="451"/>
                      <a:pt x="440" y="451"/>
                    </a:cubicBezTo>
                    <a:cubicBezTo>
                      <a:pt x="455" y="595"/>
                      <a:pt x="455" y="595"/>
                      <a:pt x="455" y="595"/>
                    </a:cubicBezTo>
                    <a:cubicBezTo>
                      <a:pt x="455" y="595"/>
                      <a:pt x="214" y="662"/>
                      <a:pt x="47" y="595"/>
                    </a:cubicBezTo>
                    <a:cubicBezTo>
                      <a:pt x="47" y="572"/>
                      <a:pt x="47" y="572"/>
                      <a:pt x="47" y="572"/>
                    </a:cubicBezTo>
                    <a:cubicBezTo>
                      <a:pt x="49" y="516"/>
                      <a:pt x="49" y="516"/>
                      <a:pt x="49" y="516"/>
                    </a:cubicBezTo>
                    <a:cubicBezTo>
                      <a:pt x="51" y="406"/>
                      <a:pt x="51" y="406"/>
                      <a:pt x="51" y="406"/>
                    </a:cubicBezTo>
                    <a:cubicBezTo>
                      <a:pt x="50" y="393"/>
                      <a:pt x="10" y="359"/>
                      <a:pt x="3" y="328"/>
                    </a:cubicBezTo>
                    <a:cubicBezTo>
                      <a:pt x="0" y="313"/>
                      <a:pt x="9" y="278"/>
                      <a:pt x="19" y="247"/>
                    </a:cubicBezTo>
                    <a:cubicBezTo>
                      <a:pt x="28" y="219"/>
                      <a:pt x="37" y="196"/>
                      <a:pt x="37" y="196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20" y="62"/>
                      <a:pt x="20" y="62"/>
                      <a:pt x="21" y="62"/>
                    </a:cubicBezTo>
                    <a:cubicBezTo>
                      <a:pt x="38" y="56"/>
                      <a:pt x="178" y="4"/>
                      <a:pt x="247" y="1"/>
                    </a:cubicBezTo>
                    <a:cubicBezTo>
                      <a:pt x="297" y="0"/>
                      <a:pt x="397" y="42"/>
                      <a:pt x="453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79" y="80"/>
                      <a:pt x="496" y="88"/>
                      <a:pt x="496" y="88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" name="Google Shape;579;p23"/>
              <p:cNvSpPr/>
              <p:nvPr/>
            </p:nvSpPr>
            <p:spPr>
              <a:xfrm>
                <a:off x="6888321" y="2511763"/>
                <a:ext cx="822429" cy="1230922"/>
              </a:xfrm>
              <a:custGeom>
                <a:avLst/>
                <a:gdLst/>
                <a:ahLst/>
                <a:cxnLst/>
                <a:rect l="l" t="t" r="r" b="b"/>
                <a:pathLst>
                  <a:path w="922" h="1380" extrusionOk="0">
                    <a:moveTo>
                      <a:pt x="7" y="256"/>
                    </a:moveTo>
                    <a:cubicBezTo>
                      <a:pt x="7" y="1338"/>
                      <a:pt x="7" y="1338"/>
                      <a:pt x="7" y="1338"/>
                    </a:cubicBezTo>
                    <a:cubicBezTo>
                      <a:pt x="7" y="1338"/>
                      <a:pt x="81" y="1380"/>
                      <a:pt x="214" y="1380"/>
                    </a:cubicBezTo>
                    <a:cubicBezTo>
                      <a:pt x="348" y="1380"/>
                      <a:pt x="428" y="1368"/>
                      <a:pt x="428" y="1368"/>
                    </a:cubicBezTo>
                    <a:cubicBezTo>
                      <a:pt x="324" y="356"/>
                      <a:pt x="324" y="356"/>
                      <a:pt x="324" y="356"/>
                    </a:cubicBezTo>
                    <a:cubicBezTo>
                      <a:pt x="538" y="1366"/>
                      <a:pt x="538" y="1366"/>
                      <a:pt x="538" y="1366"/>
                    </a:cubicBezTo>
                    <a:cubicBezTo>
                      <a:pt x="538" y="1366"/>
                      <a:pt x="653" y="1354"/>
                      <a:pt x="743" y="1332"/>
                    </a:cubicBezTo>
                    <a:cubicBezTo>
                      <a:pt x="834" y="1310"/>
                      <a:pt x="922" y="1248"/>
                      <a:pt x="922" y="1248"/>
                    </a:cubicBezTo>
                    <a:cubicBezTo>
                      <a:pt x="600" y="208"/>
                      <a:pt x="600" y="208"/>
                      <a:pt x="600" y="208"/>
                    </a:cubicBezTo>
                    <a:cubicBezTo>
                      <a:pt x="566" y="75"/>
                      <a:pt x="484" y="3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" name="Google Shape;580;p23"/>
              <p:cNvSpPr/>
              <p:nvPr/>
            </p:nvSpPr>
            <p:spPr>
              <a:xfrm>
                <a:off x="7078269" y="1878601"/>
                <a:ext cx="125271" cy="239648"/>
              </a:xfrm>
              <a:custGeom>
                <a:avLst/>
                <a:gdLst/>
                <a:ahLst/>
                <a:cxnLst/>
                <a:rect l="l" t="t" r="r" b="b"/>
                <a:pathLst>
                  <a:path w="140" h="269" extrusionOk="0">
                    <a:moveTo>
                      <a:pt x="0" y="142"/>
                    </a:moveTo>
                    <a:cubicBezTo>
                      <a:pt x="0" y="159"/>
                      <a:pt x="0" y="233"/>
                      <a:pt x="37" y="269"/>
                    </a:cubicBezTo>
                    <a:cubicBezTo>
                      <a:pt x="110" y="236"/>
                      <a:pt x="139" y="123"/>
                      <a:pt x="139" y="123"/>
                    </a:cubicBezTo>
                    <a:cubicBezTo>
                      <a:pt x="139" y="118"/>
                      <a:pt x="139" y="118"/>
                      <a:pt x="139" y="118"/>
                    </a:cubicBezTo>
                    <a:cubicBezTo>
                      <a:pt x="140" y="29"/>
                      <a:pt x="140" y="29"/>
                      <a:pt x="140" y="29"/>
                    </a:cubicBezTo>
                    <a:cubicBezTo>
                      <a:pt x="139" y="11"/>
                      <a:pt x="15" y="0"/>
                      <a:pt x="15" y="0"/>
                    </a:cubicBezTo>
                    <a:cubicBezTo>
                      <a:pt x="0" y="142"/>
                      <a:pt x="0" y="142"/>
                      <a:pt x="0" y="142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" name="Google Shape;581;p23"/>
              <p:cNvSpPr/>
              <p:nvPr/>
            </p:nvSpPr>
            <p:spPr>
              <a:xfrm>
                <a:off x="7203540" y="1907876"/>
                <a:ext cx="0" cy="2246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25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2728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" name="Google Shape;582;p23"/>
              <p:cNvSpPr/>
              <p:nvPr/>
            </p:nvSpPr>
            <p:spPr>
              <a:xfrm>
                <a:off x="7086439" y="1907876"/>
                <a:ext cx="117101" cy="61274"/>
              </a:xfrm>
              <a:custGeom>
                <a:avLst/>
                <a:gdLst/>
                <a:ahLst/>
                <a:cxnLst/>
                <a:rect l="l" t="t" r="r" b="b"/>
                <a:pathLst>
                  <a:path w="131" h="69" extrusionOk="0">
                    <a:moveTo>
                      <a:pt x="131" y="0"/>
                    </a:moveTo>
                    <a:cubicBezTo>
                      <a:pt x="100" y="30"/>
                      <a:pt x="51" y="64"/>
                      <a:pt x="11" y="64"/>
                    </a:cubicBezTo>
                    <a:cubicBezTo>
                      <a:pt x="7" y="64"/>
                      <a:pt x="4" y="63"/>
                      <a:pt x="1" y="63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4"/>
                      <a:pt x="14" y="69"/>
                      <a:pt x="35" y="69"/>
                    </a:cubicBezTo>
                    <a:cubicBezTo>
                      <a:pt x="61" y="69"/>
                      <a:pt x="98" y="61"/>
                      <a:pt x="131" y="25"/>
                    </a:cubicBezTo>
                    <a:cubicBezTo>
                      <a:pt x="131" y="0"/>
                      <a:pt x="131" y="0"/>
                      <a:pt x="131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" name="Google Shape;583;p23"/>
              <p:cNvSpPr/>
              <p:nvPr/>
            </p:nvSpPr>
            <p:spPr>
              <a:xfrm>
                <a:off x="7004741" y="1678440"/>
                <a:ext cx="240330" cy="294795"/>
              </a:xfrm>
              <a:custGeom>
                <a:avLst/>
                <a:gdLst/>
                <a:ahLst/>
                <a:cxnLst/>
                <a:rect l="l" t="t" r="r" b="b"/>
                <a:pathLst>
                  <a:path w="270" h="330" extrusionOk="0">
                    <a:moveTo>
                      <a:pt x="2" y="168"/>
                    </a:moveTo>
                    <a:cubicBezTo>
                      <a:pt x="1" y="175"/>
                      <a:pt x="1" y="181"/>
                      <a:pt x="0" y="187"/>
                    </a:cubicBezTo>
                    <a:cubicBezTo>
                      <a:pt x="0" y="208"/>
                      <a:pt x="0" y="224"/>
                      <a:pt x="2" y="230"/>
                    </a:cubicBezTo>
                    <a:cubicBezTo>
                      <a:pt x="20" y="271"/>
                      <a:pt x="66" y="316"/>
                      <a:pt x="90" y="319"/>
                    </a:cubicBezTo>
                    <a:cubicBezTo>
                      <a:pt x="142" y="330"/>
                      <a:pt x="215" y="270"/>
                      <a:pt x="244" y="236"/>
                    </a:cubicBezTo>
                    <a:cubicBezTo>
                      <a:pt x="262" y="215"/>
                      <a:pt x="270" y="166"/>
                      <a:pt x="264" y="116"/>
                    </a:cubicBezTo>
                    <a:cubicBezTo>
                      <a:pt x="260" y="85"/>
                      <a:pt x="255" y="81"/>
                      <a:pt x="252" y="69"/>
                    </a:cubicBezTo>
                    <a:cubicBezTo>
                      <a:pt x="252" y="69"/>
                      <a:pt x="243" y="18"/>
                      <a:pt x="142" y="6"/>
                    </a:cubicBezTo>
                    <a:cubicBezTo>
                      <a:pt x="91" y="0"/>
                      <a:pt x="40" y="12"/>
                      <a:pt x="27" y="40"/>
                    </a:cubicBezTo>
                    <a:cubicBezTo>
                      <a:pt x="14" y="68"/>
                      <a:pt x="5" y="124"/>
                      <a:pt x="2" y="168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" name="Google Shape;584;p23"/>
              <p:cNvSpPr/>
              <p:nvPr/>
            </p:nvSpPr>
            <p:spPr>
              <a:xfrm>
                <a:off x="7145670" y="1845241"/>
                <a:ext cx="43572" cy="21786"/>
              </a:xfrm>
              <a:custGeom>
                <a:avLst/>
                <a:gdLst/>
                <a:ahLst/>
                <a:cxnLst/>
                <a:rect l="l" t="t" r="r" b="b"/>
                <a:pathLst>
                  <a:path w="49" h="24" extrusionOk="0">
                    <a:moveTo>
                      <a:pt x="26" y="0"/>
                    </a:moveTo>
                    <a:cubicBezTo>
                      <a:pt x="25" y="0"/>
                      <a:pt x="24" y="0"/>
                      <a:pt x="23" y="0"/>
                    </a:cubicBezTo>
                    <a:cubicBezTo>
                      <a:pt x="10" y="1"/>
                      <a:pt x="0" y="14"/>
                      <a:pt x="0" y="14"/>
                    </a:cubicBezTo>
                    <a:cubicBezTo>
                      <a:pt x="0" y="14"/>
                      <a:pt x="11" y="24"/>
                      <a:pt x="23" y="24"/>
                    </a:cubicBezTo>
                    <a:cubicBezTo>
                      <a:pt x="24" y="24"/>
                      <a:pt x="25" y="24"/>
                      <a:pt x="25" y="24"/>
                    </a:cubicBezTo>
                    <a:cubicBezTo>
                      <a:pt x="39" y="22"/>
                      <a:pt x="49" y="10"/>
                      <a:pt x="49" y="10"/>
                    </a:cubicBezTo>
                    <a:cubicBezTo>
                      <a:pt x="49" y="10"/>
                      <a:pt x="38" y="0"/>
                      <a:pt x="26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" name="Google Shape;585;p23"/>
              <p:cNvSpPr/>
              <p:nvPr/>
            </p:nvSpPr>
            <p:spPr>
              <a:xfrm>
                <a:off x="7004741" y="1828220"/>
                <a:ext cx="15659" cy="17020"/>
              </a:xfrm>
              <a:custGeom>
                <a:avLst/>
                <a:gdLst/>
                <a:ahLst/>
                <a:cxnLst/>
                <a:rect l="l" t="t" r="r" b="b"/>
                <a:pathLst>
                  <a:path w="18" h="19" extrusionOk="0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7"/>
                      <a:pt x="1" y="13"/>
                      <a:pt x="0" y="19"/>
                    </a:cubicBezTo>
                    <a:cubicBezTo>
                      <a:pt x="1" y="19"/>
                      <a:pt x="2" y="19"/>
                      <a:pt x="3" y="19"/>
                    </a:cubicBezTo>
                    <a:cubicBezTo>
                      <a:pt x="11" y="19"/>
                      <a:pt x="18" y="15"/>
                      <a:pt x="18" y="15"/>
                    </a:cubicBezTo>
                    <a:cubicBezTo>
                      <a:pt x="18" y="15"/>
                      <a:pt x="12" y="4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" name="Google Shape;586;p23"/>
              <p:cNvSpPr/>
              <p:nvPr/>
            </p:nvSpPr>
            <p:spPr>
              <a:xfrm>
                <a:off x="7028569" y="1805073"/>
                <a:ext cx="25191" cy="44934"/>
              </a:xfrm>
              <a:custGeom>
                <a:avLst/>
                <a:gdLst/>
                <a:ahLst/>
                <a:cxnLst/>
                <a:rect l="l" t="t" r="r" b="b"/>
                <a:pathLst>
                  <a:path w="28" h="50" extrusionOk="0">
                    <a:moveTo>
                      <a:pt x="0" y="0"/>
                    </a:moveTo>
                    <a:cubicBezTo>
                      <a:pt x="18" y="2"/>
                      <a:pt x="18" y="2"/>
                      <a:pt x="18" y="2"/>
                    </a:cubicBezTo>
                    <a:cubicBezTo>
                      <a:pt x="24" y="3"/>
                      <a:pt x="28" y="14"/>
                      <a:pt x="27" y="27"/>
                    </a:cubicBezTo>
                    <a:cubicBezTo>
                      <a:pt x="25" y="40"/>
                      <a:pt x="19" y="50"/>
                      <a:pt x="13" y="49"/>
                    </a:cubicBezTo>
                    <a:cubicBezTo>
                      <a:pt x="7" y="48"/>
                      <a:pt x="3" y="37"/>
                      <a:pt x="5" y="24"/>
                    </a:cubicBezTo>
                    <a:cubicBezTo>
                      <a:pt x="5" y="19"/>
                      <a:pt x="7" y="14"/>
                      <a:pt x="9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" name="Google Shape;587;p23"/>
              <p:cNvSpPr/>
              <p:nvPr/>
            </p:nvSpPr>
            <p:spPr>
              <a:xfrm>
                <a:off x="7097332" y="1749245"/>
                <a:ext cx="61274" cy="64678"/>
              </a:xfrm>
              <a:custGeom>
                <a:avLst/>
                <a:gdLst/>
                <a:ahLst/>
                <a:cxnLst/>
                <a:rect l="l" t="t" r="r" b="b"/>
                <a:pathLst>
                  <a:path w="69" h="73" extrusionOk="0">
                    <a:moveTo>
                      <a:pt x="0" y="45"/>
                    </a:moveTo>
                    <a:cubicBezTo>
                      <a:pt x="0" y="45"/>
                      <a:pt x="41" y="31"/>
                      <a:pt x="69" y="73"/>
                    </a:cubicBezTo>
                    <a:cubicBezTo>
                      <a:pt x="69" y="73"/>
                      <a:pt x="42" y="0"/>
                      <a:pt x="0" y="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" name="Google Shape;588;p23"/>
              <p:cNvSpPr/>
              <p:nvPr/>
            </p:nvSpPr>
            <p:spPr>
              <a:xfrm>
                <a:off x="7010868" y="1752649"/>
                <a:ext cx="49019" cy="48338"/>
              </a:xfrm>
              <a:custGeom>
                <a:avLst/>
                <a:gdLst/>
                <a:ahLst/>
                <a:cxnLst/>
                <a:rect l="l" t="t" r="r" b="b"/>
                <a:pathLst>
                  <a:path w="55" h="54" extrusionOk="0">
                    <a:moveTo>
                      <a:pt x="55" y="38"/>
                    </a:moveTo>
                    <a:cubicBezTo>
                      <a:pt x="55" y="38"/>
                      <a:pt x="23" y="25"/>
                      <a:pt x="0" y="54"/>
                    </a:cubicBezTo>
                    <a:cubicBezTo>
                      <a:pt x="0" y="54"/>
                      <a:pt x="26" y="0"/>
                      <a:pt x="55" y="3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" name="Google Shape;589;p23"/>
              <p:cNvSpPr/>
              <p:nvPr/>
            </p:nvSpPr>
            <p:spPr>
              <a:xfrm>
                <a:off x="7228049" y="1789414"/>
                <a:ext cx="66040" cy="129356"/>
              </a:xfrm>
              <a:custGeom>
                <a:avLst/>
                <a:gdLst/>
                <a:ahLst/>
                <a:cxnLst/>
                <a:rect l="l" t="t" r="r" b="b"/>
                <a:pathLst>
                  <a:path w="74" h="145" extrusionOk="0">
                    <a:moveTo>
                      <a:pt x="4" y="41"/>
                    </a:moveTo>
                    <a:cubicBezTo>
                      <a:pt x="4" y="41"/>
                      <a:pt x="21" y="0"/>
                      <a:pt x="48" y="3"/>
                    </a:cubicBezTo>
                    <a:cubicBezTo>
                      <a:pt x="74" y="6"/>
                      <a:pt x="58" y="145"/>
                      <a:pt x="0" y="85"/>
                    </a:cubicBezTo>
                    <a:lnTo>
                      <a:pt x="4" y="41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0" name="Google Shape;590;p23"/>
              <p:cNvSpPr/>
              <p:nvPr/>
            </p:nvSpPr>
            <p:spPr>
              <a:xfrm>
                <a:off x="7234857" y="1819370"/>
                <a:ext cx="33360" cy="27233"/>
              </a:xfrm>
              <a:custGeom>
                <a:avLst/>
                <a:gdLst/>
                <a:ahLst/>
                <a:cxnLst/>
                <a:rect l="l" t="t" r="r" b="b"/>
                <a:pathLst>
                  <a:path w="38" h="30" extrusionOk="0">
                    <a:moveTo>
                      <a:pt x="1" y="30"/>
                    </a:moveTo>
                    <a:cubicBezTo>
                      <a:pt x="2" y="30"/>
                      <a:pt x="3" y="30"/>
                      <a:pt x="3" y="29"/>
                    </a:cubicBezTo>
                    <a:cubicBezTo>
                      <a:pt x="3" y="29"/>
                      <a:pt x="6" y="19"/>
                      <a:pt x="13" y="17"/>
                    </a:cubicBezTo>
                    <a:cubicBezTo>
                      <a:pt x="16" y="16"/>
                      <a:pt x="19" y="17"/>
                      <a:pt x="23" y="20"/>
                    </a:cubicBezTo>
                    <a:cubicBezTo>
                      <a:pt x="24" y="20"/>
                      <a:pt x="25" y="20"/>
                      <a:pt x="25" y="20"/>
                    </a:cubicBezTo>
                    <a:cubicBezTo>
                      <a:pt x="26" y="19"/>
                      <a:pt x="26" y="18"/>
                      <a:pt x="25" y="17"/>
                    </a:cubicBezTo>
                    <a:cubicBezTo>
                      <a:pt x="20" y="14"/>
                      <a:pt x="16" y="13"/>
                      <a:pt x="12" y="14"/>
                    </a:cubicBezTo>
                    <a:cubicBezTo>
                      <a:pt x="11" y="14"/>
                      <a:pt x="10" y="15"/>
                      <a:pt x="9" y="15"/>
                    </a:cubicBezTo>
                    <a:cubicBezTo>
                      <a:pt x="14" y="8"/>
                      <a:pt x="20" y="4"/>
                      <a:pt x="25" y="4"/>
                    </a:cubicBezTo>
                    <a:cubicBezTo>
                      <a:pt x="28" y="5"/>
                      <a:pt x="31" y="7"/>
                      <a:pt x="33" y="11"/>
                    </a:cubicBezTo>
                    <a:cubicBezTo>
                      <a:pt x="34" y="14"/>
                      <a:pt x="35" y="17"/>
                      <a:pt x="35" y="17"/>
                    </a:cubicBezTo>
                    <a:cubicBezTo>
                      <a:pt x="35" y="17"/>
                      <a:pt x="36" y="18"/>
                      <a:pt x="37" y="18"/>
                    </a:cubicBezTo>
                    <a:cubicBezTo>
                      <a:pt x="38" y="18"/>
                      <a:pt x="38" y="17"/>
                      <a:pt x="38" y="16"/>
                    </a:cubicBezTo>
                    <a:cubicBezTo>
                      <a:pt x="38" y="15"/>
                      <a:pt x="36" y="3"/>
                      <a:pt x="26" y="1"/>
                    </a:cubicBezTo>
                    <a:cubicBezTo>
                      <a:pt x="16" y="0"/>
                      <a:pt x="4" y="12"/>
                      <a:pt x="0" y="28"/>
                    </a:cubicBezTo>
                    <a:cubicBezTo>
                      <a:pt x="0" y="29"/>
                      <a:pt x="0" y="30"/>
                      <a:pt x="1" y="30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" name="Google Shape;591;p23"/>
              <p:cNvSpPr/>
              <p:nvPr/>
            </p:nvSpPr>
            <p:spPr>
              <a:xfrm>
                <a:off x="6982954" y="1615124"/>
                <a:ext cx="307050" cy="19471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18" extrusionOk="0">
                    <a:moveTo>
                      <a:pt x="38" y="175"/>
                    </a:moveTo>
                    <a:cubicBezTo>
                      <a:pt x="38" y="175"/>
                      <a:pt x="93" y="160"/>
                      <a:pt x="116" y="109"/>
                    </a:cubicBezTo>
                    <a:cubicBezTo>
                      <a:pt x="116" y="109"/>
                      <a:pt x="163" y="212"/>
                      <a:pt x="290" y="218"/>
                    </a:cubicBezTo>
                    <a:cubicBezTo>
                      <a:pt x="290" y="218"/>
                      <a:pt x="293" y="164"/>
                      <a:pt x="344" y="175"/>
                    </a:cubicBezTo>
                    <a:cubicBezTo>
                      <a:pt x="344" y="175"/>
                      <a:pt x="340" y="87"/>
                      <a:pt x="280" y="44"/>
                    </a:cubicBezTo>
                    <a:cubicBezTo>
                      <a:pt x="219" y="0"/>
                      <a:pt x="137" y="38"/>
                      <a:pt x="137" y="38"/>
                    </a:cubicBezTo>
                    <a:cubicBezTo>
                      <a:pt x="137" y="38"/>
                      <a:pt x="120" y="18"/>
                      <a:pt x="75" y="35"/>
                    </a:cubicBezTo>
                    <a:cubicBezTo>
                      <a:pt x="30" y="52"/>
                      <a:pt x="0" y="177"/>
                      <a:pt x="0" y="177"/>
                    </a:cubicBezTo>
                    <a:cubicBezTo>
                      <a:pt x="0" y="177"/>
                      <a:pt x="24" y="180"/>
                      <a:pt x="38" y="1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" name="Google Shape;592;p23"/>
              <p:cNvSpPr/>
              <p:nvPr/>
            </p:nvSpPr>
            <p:spPr>
              <a:xfrm>
                <a:off x="7394850" y="2367429"/>
                <a:ext cx="39487" cy="211054"/>
              </a:xfrm>
              <a:custGeom>
                <a:avLst/>
                <a:gdLst/>
                <a:ahLst/>
                <a:cxnLst/>
                <a:rect l="l" t="t" r="r" b="b"/>
                <a:pathLst>
                  <a:path w="44" h="237" extrusionOk="0">
                    <a:moveTo>
                      <a:pt x="0" y="119"/>
                    </a:moveTo>
                    <a:cubicBezTo>
                      <a:pt x="0" y="184"/>
                      <a:pt x="16" y="237"/>
                      <a:pt x="16" y="237"/>
                    </a:cubicBezTo>
                    <a:cubicBezTo>
                      <a:pt x="16" y="237"/>
                      <a:pt x="44" y="184"/>
                      <a:pt x="44" y="119"/>
                    </a:cubicBezTo>
                    <a:cubicBezTo>
                      <a:pt x="44" y="53"/>
                      <a:pt x="22" y="0"/>
                      <a:pt x="22" y="0"/>
                    </a:cubicBezTo>
                    <a:cubicBezTo>
                      <a:pt x="22" y="0"/>
                      <a:pt x="0" y="53"/>
                      <a:pt x="0" y="119"/>
                    </a:cubicBezTo>
                    <a:close/>
                  </a:path>
                </a:pathLst>
              </a:custGeom>
              <a:solidFill>
                <a:srgbClr val="27314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" name="Google Shape;593;p23"/>
              <p:cNvSpPr/>
              <p:nvPr/>
            </p:nvSpPr>
            <p:spPr>
              <a:xfrm>
                <a:off x="7071461" y="2201990"/>
                <a:ext cx="322709" cy="447298"/>
              </a:xfrm>
              <a:custGeom>
                <a:avLst/>
                <a:gdLst/>
                <a:ahLst/>
                <a:cxnLst/>
                <a:rect l="l" t="t" r="r" b="b"/>
                <a:pathLst>
                  <a:path w="362" h="501" extrusionOk="0">
                    <a:moveTo>
                      <a:pt x="19" y="25"/>
                    </a:moveTo>
                    <a:cubicBezTo>
                      <a:pt x="312" y="0"/>
                      <a:pt x="312" y="0"/>
                      <a:pt x="312" y="0"/>
                    </a:cubicBezTo>
                    <a:cubicBezTo>
                      <a:pt x="319" y="1"/>
                      <a:pt x="325" y="7"/>
                      <a:pt x="326" y="15"/>
                    </a:cubicBezTo>
                    <a:cubicBezTo>
                      <a:pt x="361" y="459"/>
                      <a:pt x="361" y="459"/>
                      <a:pt x="361" y="459"/>
                    </a:cubicBezTo>
                    <a:cubicBezTo>
                      <a:pt x="362" y="469"/>
                      <a:pt x="353" y="477"/>
                      <a:pt x="343" y="476"/>
                    </a:cubicBezTo>
                    <a:cubicBezTo>
                      <a:pt x="50" y="501"/>
                      <a:pt x="50" y="501"/>
                      <a:pt x="50" y="501"/>
                    </a:cubicBezTo>
                    <a:cubicBezTo>
                      <a:pt x="42" y="500"/>
                      <a:pt x="36" y="494"/>
                      <a:pt x="36" y="486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0" y="33"/>
                      <a:pt x="9" y="24"/>
                      <a:pt x="19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" name="Google Shape;594;p23"/>
              <p:cNvSpPr/>
              <p:nvPr/>
            </p:nvSpPr>
            <p:spPr>
              <a:xfrm>
                <a:off x="7197413" y="2319091"/>
                <a:ext cx="70800" cy="72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5" name="Google Shape;595;p23"/>
              <p:cNvSpPr/>
              <p:nvPr/>
            </p:nvSpPr>
            <p:spPr>
              <a:xfrm>
                <a:off x="7270941" y="2312283"/>
                <a:ext cx="171567" cy="204927"/>
              </a:xfrm>
              <a:custGeom>
                <a:avLst/>
                <a:gdLst/>
                <a:ahLst/>
                <a:cxnLst/>
                <a:rect l="l" t="t" r="r" b="b"/>
                <a:pathLst>
                  <a:path w="192" h="230" extrusionOk="0">
                    <a:moveTo>
                      <a:pt x="128" y="230"/>
                    </a:moveTo>
                    <a:cubicBezTo>
                      <a:pt x="146" y="224"/>
                      <a:pt x="174" y="212"/>
                      <a:pt x="180" y="189"/>
                    </a:cubicBezTo>
                    <a:cubicBezTo>
                      <a:pt x="190" y="155"/>
                      <a:pt x="192" y="61"/>
                      <a:pt x="174" y="45"/>
                    </a:cubicBezTo>
                    <a:cubicBezTo>
                      <a:pt x="156" y="29"/>
                      <a:pt x="27" y="0"/>
                      <a:pt x="27" y="0"/>
                    </a:cubicBezTo>
                    <a:cubicBezTo>
                      <a:pt x="27" y="0"/>
                      <a:pt x="21" y="26"/>
                      <a:pt x="45" y="36"/>
                    </a:cubicBezTo>
                    <a:cubicBezTo>
                      <a:pt x="69" y="45"/>
                      <a:pt x="133" y="64"/>
                      <a:pt x="133" y="64"/>
                    </a:cubicBezTo>
                    <a:cubicBezTo>
                      <a:pt x="3" y="59"/>
                      <a:pt x="3" y="59"/>
                      <a:pt x="3" y="59"/>
                    </a:cubicBezTo>
                    <a:cubicBezTo>
                      <a:pt x="3" y="59"/>
                      <a:pt x="0" y="77"/>
                      <a:pt x="15" y="86"/>
                    </a:cubicBezTo>
                    <a:cubicBezTo>
                      <a:pt x="30" y="95"/>
                      <a:pt x="116" y="97"/>
                      <a:pt x="116" y="97"/>
                    </a:cubicBezTo>
                    <a:cubicBezTo>
                      <a:pt x="10" y="95"/>
                      <a:pt x="10" y="95"/>
                      <a:pt x="10" y="95"/>
                    </a:cubicBezTo>
                    <a:cubicBezTo>
                      <a:pt x="10" y="95"/>
                      <a:pt x="7" y="120"/>
                      <a:pt x="35" y="123"/>
                    </a:cubicBezTo>
                    <a:cubicBezTo>
                      <a:pt x="62" y="126"/>
                      <a:pt x="126" y="132"/>
                      <a:pt x="126" y="132"/>
                    </a:cubicBezTo>
                    <a:cubicBezTo>
                      <a:pt x="52" y="129"/>
                      <a:pt x="52" y="129"/>
                      <a:pt x="52" y="129"/>
                    </a:cubicBezTo>
                    <a:cubicBezTo>
                      <a:pt x="52" y="129"/>
                      <a:pt x="53" y="154"/>
                      <a:pt x="79" y="157"/>
                    </a:cubicBezTo>
                    <a:cubicBezTo>
                      <a:pt x="98" y="159"/>
                      <a:pt x="123" y="163"/>
                      <a:pt x="123" y="163"/>
                    </a:cubicBezTo>
                    <a:lnTo>
                      <a:pt x="128" y="23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" name="Google Shape;596;p23"/>
              <p:cNvSpPr/>
              <p:nvPr/>
            </p:nvSpPr>
            <p:spPr>
              <a:xfrm>
                <a:off x="7104140" y="1805073"/>
                <a:ext cx="27233" cy="47657"/>
              </a:xfrm>
              <a:custGeom>
                <a:avLst/>
                <a:gdLst/>
                <a:ahLst/>
                <a:cxnLst/>
                <a:rect l="l" t="t" r="r" b="b"/>
                <a:pathLst>
                  <a:path w="30" h="53" extrusionOk="0">
                    <a:moveTo>
                      <a:pt x="0" y="0"/>
                    </a:moveTo>
                    <a:cubicBezTo>
                      <a:pt x="19" y="2"/>
                      <a:pt x="19" y="2"/>
                      <a:pt x="19" y="2"/>
                    </a:cubicBezTo>
                    <a:cubicBezTo>
                      <a:pt x="26" y="3"/>
                      <a:pt x="30" y="15"/>
                      <a:pt x="28" y="28"/>
                    </a:cubicBezTo>
                    <a:cubicBezTo>
                      <a:pt x="27" y="42"/>
                      <a:pt x="20" y="53"/>
                      <a:pt x="14" y="52"/>
                    </a:cubicBezTo>
                    <a:cubicBezTo>
                      <a:pt x="8" y="51"/>
                      <a:pt x="4" y="40"/>
                      <a:pt x="5" y="26"/>
                    </a:cubicBezTo>
                    <a:cubicBezTo>
                      <a:pt x="6" y="20"/>
                      <a:pt x="7" y="15"/>
                      <a:pt x="9" y="1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7" name="Google Shape;597;p23"/>
            <p:cNvGrpSpPr/>
            <p:nvPr/>
          </p:nvGrpSpPr>
          <p:grpSpPr>
            <a:xfrm>
              <a:off x="5350825" y="945922"/>
              <a:ext cx="669524" cy="947131"/>
              <a:chOff x="6000261" y="1225220"/>
              <a:chExt cx="627600" cy="887824"/>
            </a:xfrm>
          </p:grpSpPr>
          <p:sp>
            <p:nvSpPr>
              <p:cNvPr id="598" name="Google Shape;598;p23"/>
              <p:cNvSpPr/>
              <p:nvPr/>
            </p:nvSpPr>
            <p:spPr>
              <a:xfrm>
                <a:off x="6000261" y="1293145"/>
                <a:ext cx="627600" cy="8199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" name="Google Shape;599;p23"/>
              <p:cNvSpPr/>
              <p:nvPr/>
            </p:nvSpPr>
            <p:spPr>
              <a:xfrm>
                <a:off x="6000261" y="1225220"/>
                <a:ext cx="627579" cy="6792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0" name="Google Shape;600;p23"/>
              <p:cNvSpPr/>
              <p:nvPr/>
            </p:nvSpPr>
            <p:spPr>
              <a:xfrm>
                <a:off x="6029918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1" name="Google Shape;601;p23"/>
              <p:cNvSpPr/>
              <p:nvPr/>
            </p:nvSpPr>
            <p:spPr>
              <a:xfrm>
                <a:off x="6077752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" name="Google Shape;602;p23"/>
              <p:cNvSpPr/>
              <p:nvPr/>
            </p:nvSpPr>
            <p:spPr>
              <a:xfrm>
                <a:off x="6126543" y="1243398"/>
                <a:ext cx="306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" name="Google Shape;603;p23"/>
              <p:cNvSpPr/>
              <p:nvPr/>
            </p:nvSpPr>
            <p:spPr>
              <a:xfrm>
                <a:off x="6100712" y="1671989"/>
                <a:ext cx="97500" cy="142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4" name="Google Shape;604;p23"/>
              <p:cNvSpPr/>
              <p:nvPr/>
            </p:nvSpPr>
            <p:spPr>
              <a:xfrm>
                <a:off x="6248997" y="1573451"/>
                <a:ext cx="98400" cy="241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" name="Google Shape;605;p23"/>
              <p:cNvSpPr/>
              <p:nvPr/>
            </p:nvSpPr>
            <p:spPr>
              <a:xfrm>
                <a:off x="6397281" y="1484480"/>
                <a:ext cx="97500" cy="330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" name="Google Shape;606;p23"/>
              <p:cNvSpPr/>
              <p:nvPr/>
            </p:nvSpPr>
            <p:spPr>
              <a:xfrm>
                <a:off x="6135152" y="1338108"/>
                <a:ext cx="308049" cy="309007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" name="Google Shape;607;p23"/>
              <p:cNvSpPr/>
              <p:nvPr/>
            </p:nvSpPr>
            <p:spPr>
              <a:xfrm>
                <a:off x="6072012" y="1876717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" name="Google Shape;608;p23"/>
              <p:cNvSpPr/>
              <p:nvPr/>
            </p:nvSpPr>
            <p:spPr>
              <a:xfrm>
                <a:off x="6072012" y="1929334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>
                <a:off x="6124629" y="1981952"/>
                <a:ext cx="3777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" name="Google Shape;610;p23"/>
              <p:cNvSpPr/>
              <p:nvPr/>
            </p:nvSpPr>
            <p:spPr>
              <a:xfrm>
                <a:off x="6192553" y="2034569"/>
                <a:ext cx="2421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1" name="Google Shape;611;p23"/>
            <p:cNvGrpSpPr/>
            <p:nvPr/>
          </p:nvGrpSpPr>
          <p:grpSpPr>
            <a:xfrm flipH="1">
              <a:off x="6374171" y="713259"/>
              <a:ext cx="588491" cy="951052"/>
              <a:chOff x="1062996" y="1340396"/>
              <a:chExt cx="588491" cy="951052"/>
            </a:xfrm>
          </p:grpSpPr>
          <p:sp>
            <p:nvSpPr>
              <p:cNvPr id="612" name="Google Shape;612;p23"/>
              <p:cNvSpPr/>
              <p:nvPr/>
            </p:nvSpPr>
            <p:spPr>
              <a:xfrm flipH="1">
                <a:off x="1127696" y="1466525"/>
                <a:ext cx="521965" cy="813973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87" extrusionOk="0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" name="Google Shape;613;p23"/>
              <p:cNvSpPr/>
              <p:nvPr/>
            </p:nvSpPr>
            <p:spPr>
              <a:xfrm flipH="1">
                <a:off x="1458031" y="2045067"/>
                <a:ext cx="191631" cy="235432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41" extrusionOk="0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flipH="1">
                <a:off x="1622286" y="2258597"/>
                <a:ext cx="29201" cy="32851"/>
              </a:xfrm>
              <a:custGeom>
                <a:avLst/>
                <a:gdLst/>
                <a:ahLst/>
                <a:cxnLst/>
                <a:rect l="l" t="t" r="r" b="b"/>
                <a:pathLst>
                  <a:path w="18" h="20" extrusionOk="0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" name="Google Shape;615;p23"/>
              <p:cNvSpPr/>
              <p:nvPr/>
            </p:nvSpPr>
            <p:spPr>
              <a:xfrm flipH="1">
                <a:off x="1062996" y="1340396"/>
                <a:ext cx="98553" cy="107679"/>
              </a:xfrm>
              <a:custGeom>
                <a:avLst/>
                <a:gdLst/>
                <a:ahLst/>
                <a:cxnLst/>
                <a:rect l="l" t="t" r="r" b="b"/>
                <a:pathLst>
                  <a:path w="59" h="64" extrusionOk="0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" name="Google Shape;616;p23"/>
              <p:cNvSpPr/>
              <p:nvPr/>
            </p:nvSpPr>
            <p:spPr>
              <a:xfrm flipH="1">
                <a:off x="1071120" y="1472001"/>
                <a:ext cx="155130" cy="366836"/>
              </a:xfrm>
              <a:custGeom>
                <a:avLst/>
                <a:gdLst/>
                <a:ahLst/>
                <a:cxnLst/>
                <a:rect l="l" t="t" r="r" b="b"/>
                <a:pathLst>
                  <a:path w="93" h="220" extrusionOk="0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7" name="Google Shape;617;p23"/>
              <p:cNvSpPr/>
              <p:nvPr/>
            </p:nvSpPr>
            <p:spPr>
              <a:xfrm flipH="1">
                <a:off x="1089372" y="1408123"/>
                <a:ext cx="142354" cy="118629"/>
              </a:xfrm>
              <a:custGeom>
                <a:avLst/>
                <a:gdLst/>
                <a:ahLst/>
                <a:cxnLst/>
                <a:rect l="l" t="t" r="r" b="b"/>
                <a:pathLst>
                  <a:path w="85" h="71" extrusionOk="0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8" name="Google Shape;618;p23"/>
            <p:cNvGrpSpPr/>
            <p:nvPr/>
          </p:nvGrpSpPr>
          <p:grpSpPr>
            <a:xfrm>
              <a:off x="4997878" y="2657014"/>
              <a:ext cx="471946" cy="712345"/>
              <a:chOff x="2047101" y="2145599"/>
              <a:chExt cx="407553" cy="615151"/>
            </a:xfrm>
          </p:grpSpPr>
          <p:sp>
            <p:nvSpPr>
              <p:cNvPr id="619" name="Google Shape;619;p23"/>
              <p:cNvSpPr/>
              <p:nvPr/>
            </p:nvSpPr>
            <p:spPr>
              <a:xfrm>
                <a:off x="2047101" y="2145599"/>
                <a:ext cx="407553" cy="615151"/>
              </a:xfrm>
              <a:custGeom>
                <a:avLst/>
                <a:gdLst/>
                <a:ahLst/>
                <a:cxnLst/>
                <a:rect l="l" t="t" r="r" b="b"/>
                <a:pathLst>
                  <a:path w="879" h="1325" extrusionOk="0">
                    <a:moveTo>
                      <a:pt x="879" y="55"/>
                    </a:moveTo>
                    <a:cubicBezTo>
                      <a:pt x="879" y="1270"/>
                      <a:pt x="879" y="1270"/>
                      <a:pt x="879" y="1270"/>
                    </a:cubicBezTo>
                    <a:cubicBezTo>
                      <a:pt x="879" y="1300"/>
                      <a:pt x="854" y="1325"/>
                      <a:pt x="824" y="1325"/>
                    </a:cubicBezTo>
                    <a:cubicBezTo>
                      <a:pt x="55" y="1325"/>
                      <a:pt x="55" y="1325"/>
                      <a:pt x="55" y="1325"/>
                    </a:cubicBezTo>
                    <a:cubicBezTo>
                      <a:pt x="25" y="1325"/>
                      <a:pt x="0" y="1300"/>
                      <a:pt x="0" y="1270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" name="Google Shape;620;p23"/>
              <p:cNvSpPr/>
              <p:nvPr/>
            </p:nvSpPr>
            <p:spPr>
              <a:xfrm>
                <a:off x="2047101" y="2145599"/>
                <a:ext cx="407553" cy="203528"/>
              </a:xfrm>
              <a:custGeom>
                <a:avLst/>
                <a:gdLst/>
                <a:ahLst/>
                <a:cxnLst/>
                <a:rect l="l" t="t" r="r" b="b"/>
                <a:pathLst>
                  <a:path w="879" h="439" extrusionOk="0">
                    <a:moveTo>
                      <a:pt x="879" y="55"/>
                    </a:moveTo>
                    <a:cubicBezTo>
                      <a:pt x="879" y="439"/>
                      <a:pt x="879" y="439"/>
                      <a:pt x="879" y="439"/>
                    </a:cubicBezTo>
                    <a:cubicBezTo>
                      <a:pt x="0" y="439"/>
                      <a:pt x="0" y="439"/>
                      <a:pt x="0" y="439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" name="Google Shape;621;p23"/>
              <p:cNvSpPr/>
              <p:nvPr/>
            </p:nvSpPr>
            <p:spPr>
              <a:xfrm>
                <a:off x="2080091" y="2234928"/>
                <a:ext cx="341100" cy="864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" name="Google Shape;622;p23"/>
              <p:cNvSpPr/>
              <p:nvPr/>
            </p:nvSpPr>
            <p:spPr>
              <a:xfrm>
                <a:off x="2207483" y="2234928"/>
                <a:ext cx="194894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384" h="170" extrusionOk="0">
                    <a:moveTo>
                      <a:pt x="384" y="0"/>
                    </a:moveTo>
                    <a:lnTo>
                      <a:pt x="270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" name="Google Shape;623;p23"/>
              <p:cNvSpPr/>
              <p:nvPr/>
            </p:nvSpPr>
            <p:spPr>
              <a:xfrm>
                <a:off x="2089734" y="2234928"/>
                <a:ext cx="125869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248" h="170" extrusionOk="0">
                    <a:moveTo>
                      <a:pt x="248" y="0"/>
                    </a:moveTo>
                    <a:lnTo>
                      <a:pt x="135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2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" name="Google Shape;624;p23"/>
              <p:cNvSpPr/>
              <p:nvPr/>
            </p:nvSpPr>
            <p:spPr>
              <a:xfrm>
                <a:off x="2080091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" name="Google Shape;625;p23"/>
              <p:cNvSpPr/>
              <p:nvPr/>
            </p:nvSpPr>
            <p:spPr>
              <a:xfrm>
                <a:off x="2169925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" name="Google Shape;626;p23"/>
              <p:cNvSpPr/>
              <p:nvPr/>
            </p:nvSpPr>
            <p:spPr>
              <a:xfrm>
                <a:off x="2259252" y="242069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" name="Google Shape;627;p23"/>
              <p:cNvSpPr/>
              <p:nvPr/>
            </p:nvSpPr>
            <p:spPr>
              <a:xfrm>
                <a:off x="2349086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" name="Google Shape;628;p23"/>
              <p:cNvSpPr/>
              <p:nvPr/>
            </p:nvSpPr>
            <p:spPr>
              <a:xfrm>
                <a:off x="2080091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" name="Google Shape;629;p23"/>
              <p:cNvSpPr/>
              <p:nvPr/>
            </p:nvSpPr>
            <p:spPr>
              <a:xfrm>
                <a:off x="2169925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" name="Google Shape;630;p23"/>
              <p:cNvSpPr/>
              <p:nvPr/>
            </p:nvSpPr>
            <p:spPr>
              <a:xfrm>
                <a:off x="2259252" y="2486165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" name="Google Shape;631;p23"/>
              <p:cNvSpPr/>
              <p:nvPr/>
            </p:nvSpPr>
            <p:spPr>
              <a:xfrm>
                <a:off x="2349086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" name="Google Shape;632;p23"/>
              <p:cNvSpPr/>
              <p:nvPr/>
            </p:nvSpPr>
            <p:spPr>
              <a:xfrm>
                <a:off x="2080091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" name="Google Shape;633;p23"/>
              <p:cNvSpPr/>
              <p:nvPr/>
            </p:nvSpPr>
            <p:spPr>
              <a:xfrm>
                <a:off x="2169925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" name="Google Shape;634;p23"/>
              <p:cNvSpPr/>
              <p:nvPr/>
            </p:nvSpPr>
            <p:spPr>
              <a:xfrm>
                <a:off x="2259252" y="255113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5" name="Google Shape;635;p23"/>
              <p:cNvSpPr/>
              <p:nvPr/>
            </p:nvSpPr>
            <p:spPr>
              <a:xfrm>
                <a:off x="2349086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" name="Google Shape;636;p23"/>
              <p:cNvSpPr/>
              <p:nvPr/>
            </p:nvSpPr>
            <p:spPr>
              <a:xfrm>
                <a:off x="2080091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" name="Google Shape;637;p23"/>
              <p:cNvSpPr/>
              <p:nvPr/>
            </p:nvSpPr>
            <p:spPr>
              <a:xfrm>
                <a:off x="2169925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" name="Google Shape;638;p23"/>
              <p:cNvSpPr/>
              <p:nvPr/>
            </p:nvSpPr>
            <p:spPr>
              <a:xfrm>
                <a:off x="2259252" y="2616098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" name="Google Shape;639;p23"/>
              <p:cNvSpPr/>
              <p:nvPr/>
            </p:nvSpPr>
            <p:spPr>
              <a:xfrm>
                <a:off x="2080091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6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4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" name="Google Shape;640;p23"/>
              <p:cNvSpPr/>
              <p:nvPr/>
            </p:nvSpPr>
            <p:spPr>
              <a:xfrm>
                <a:off x="2169925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" name="Google Shape;641;p23"/>
              <p:cNvSpPr/>
              <p:nvPr/>
            </p:nvSpPr>
            <p:spPr>
              <a:xfrm>
                <a:off x="2259252" y="2681572"/>
                <a:ext cx="72578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" name="Google Shape;642;p23"/>
              <p:cNvSpPr/>
              <p:nvPr/>
            </p:nvSpPr>
            <p:spPr>
              <a:xfrm>
                <a:off x="2349086" y="2616098"/>
                <a:ext cx="72070" cy="114706"/>
              </a:xfrm>
              <a:custGeom>
                <a:avLst/>
                <a:gdLst/>
                <a:ahLst/>
                <a:cxnLst/>
                <a:rect l="l" t="t" r="r" b="b"/>
                <a:pathLst>
                  <a:path w="156" h="247" extrusionOk="0">
                    <a:moveTo>
                      <a:pt x="156" y="26"/>
                    </a:moveTo>
                    <a:cubicBezTo>
                      <a:pt x="156" y="12"/>
                      <a:pt x="145" y="0"/>
                      <a:pt x="131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3"/>
                      <a:pt x="1" y="84"/>
                      <a:pt x="1" y="84"/>
                    </a:cubicBezTo>
                    <a:cubicBezTo>
                      <a:pt x="1" y="86"/>
                      <a:pt x="0" y="87"/>
                      <a:pt x="0" y="88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0" y="165"/>
                      <a:pt x="0" y="165"/>
                      <a:pt x="0" y="165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222"/>
                      <a:pt x="0" y="222"/>
                      <a:pt x="0" y="222"/>
                    </a:cubicBezTo>
                    <a:cubicBezTo>
                      <a:pt x="0" y="236"/>
                      <a:pt x="11" y="247"/>
                      <a:pt x="25" y="247"/>
                    </a:cubicBezTo>
                    <a:cubicBezTo>
                      <a:pt x="131" y="247"/>
                      <a:pt x="131" y="247"/>
                      <a:pt x="131" y="247"/>
                    </a:cubicBezTo>
                    <a:cubicBezTo>
                      <a:pt x="145" y="247"/>
                      <a:pt x="156" y="236"/>
                      <a:pt x="156" y="222"/>
                    </a:cubicBezTo>
                    <a:cubicBezTo>
                      <a:pt x="156" y="166"/>
                      <a:pt x="156" y="166"/>
                      <a:pt x="156" y="166"/>
                    </a:cubicBezTo>
                    <a:cubicBezTo>
                      <a:pt x="156" y="165"/>
                      <a:pt x="156" y="165"/>
                      <a:pt x="156" y="165"/>
                    </a:cubicBezTo>
                    <a:cubicBezTo>
                      <a:pt x="156" y="164"/>
                      <a:pt x="156" y="164"/>
                      <a:pt x="156" y="164"/>
                    </a:cubicBezTo>
                    <a:cubicBezTo>
                      <a:pt x="156" y="88"/>
                      <a:pt x="156" y="88"/>
                      <a:pt x="156" y="88"/>
                    </a:cubicBezTo>
                    <a:cubicBezTo>
                      <a:pt x="156" y="87"/>
                      <a:pt x="156" y="86"/>
                      <a:pt x="156" y="84"/>
                    </a:cubicBezTo>
                    <a:cubicBezTo>
                      <a:pt x="156" y="84"/>
                      <a:pt x="156" y="83"/>
                      <a:pt x="156" y="82"/>
                    </a:cubicBezTo>
                    <a:lnTo>
                      <a:pt x="156" y="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" name="Google Shape;643;p23"/>
              <p:cNvSpPr/>
              <p:nvPr/>
            </p:nvSpPr>
            <p:spPr>
              <a:xfrm>
                <a:off x="2080091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" name="Google Shape;644;p23"/>
              <p:cNvSpPr/>
              <p:nvPr/>
            </p:nvSpPr>
            <p:spPr>
              <a:xfrm>
                <a:off x="2355684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" name="Google Shape;645;p23"/>
              <p:cNvSpPr/>
              <p:nvPr/>
            </p:nvSpPr>
            <p:spPr>
              <a:xfrm>
                <a:off x="2163327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" name="Google Shape;646;p23"/>
              <p:cNvSpPr/>
              <p:nvPr/>
            </p:nvSpPr>
            <p:spPr>
              <a:xfrm>
                <a:off x="2226262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23"/>
              <p:cNvSpPr/>
              <p:nvPr/>
            </p:nvSpPr>
            <p:spPr>
              <a:xfrm>
                <a:off x="2289704" y="2368413"/>
                <a:ext cx="48724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" name="Google Shape;648;p23"/>
              <p:cNvSpPr/>
              <p:nvPr/>
            </p:nvSpPr>
            <p:spPr>
              <a:xfrm>
                <a:off x="2080091" y="2179097"/>
                <a:ext cx="121302" cy="26900"/>
              </a:xfrm>
              <a:custGeom>
                <a:avLst/>
                <a:gdLst/>
                <a:ahLst/>
                <a:cxnLst/>
                <a:rect l="l" t="t" r="r" b="b"/>
                <a:pathLst>
                  <a:path w="261" h="58" extrusionOk="0">
                    <a:moveTo>
                      <a:pt x="232" y="0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13" y="0"/>
                      <a:pt x="0" y="13"/>
                      <a:pt x="0" y="29"/>
                    </a:cubicBezTo>
                    <a:cubicBezTo>
                      <a:pt x="0" y="45"/>
                      <a:pt x="13" y="58"/>
                      <a:pt x="29" y="58"/>
                    </a:cubicBezTo>
                    <a:cubicBezTo>
                      <a:pt x="232" y="58"/>
                      <a:pt x="232" y="58"/>
                      <a:pt x="232" y="58"/>
                    </a:cubicBezTo>
                    <a:cubicBezTo>
                      <a:pt x="248" y="58"/>
                      <a:pt x="261" y="45"/>
                      <a:pt x="261" y="29"/>
                    </a:cubicBezTo>
                    <a:cubicBezTo>
                      <a:pt x="261" y="13"/>
                      <a:pt x="248" y="0"/>
                      <a:pt x="2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9" name="Google Shape;649;p23"/>
            <p:cNvGrpSpPr/>
            <p:nvPr/>
          </p:nvGrpSpPr>
          <p:grpSpPr>
            <a:xfrm>
              <a:off x="7164619" y="1316177"/>
              <a:ext cx="415198" cy="415198"/>
              <a:chOff x="1404969" y="1106377"/>
              <a:chExt cx="415198" cy="415198"/>
            </a:xfrm>
          </p:grpSpPr>
          <p:sp>
            <p:nvSpPr>
              <p:cNvPr id="650" name="Google Shape;650;p23"/>
              <p:cNvSpPr/>
              <p:nvPr/>
            </p:nvSpPr>
            <p:spPr>
              <a:xfrm>
                <a:off x="1404969" y="1106377"/>
                <a:ext cx="415198" cy="415198"/>
              </a:xfrm>
              <a:custGeom>
                <a:avLst/>
                <a:gdLst/>
                <a:ahLst/>
                <a:cxnLst/>
                <a:rect l="l" t="t" r="r" b="b"/>
                <a:pathLst>
                  <a:path w="474" h="474" extrusionOk="0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" name="Google Shape;651;p23"/>
              <p:cNvSpPr/>
              <p:nvPr/>
            </p:nvSpPr>
            <p:spPr>
              <a:xfrm>
                <a:off x="1460456" y="1163778"/>
                <a:ext cx="304223" cy="29944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43" extrusionOk="0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52" name="Google Shape;652;p23"/>
            <p:cNvSpPr/>
            <p:nvPr/>
          </p:nvSpPr>
          <p:spPr>
            <a:xfrm>
              <a:off x="3840701" y="867524"/>
              <a:ext cx="531600" cy="876850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" name="Google Shape;653;p23"/>
            <p:cNvSpPr/>
            <p:nvPr/>
          </p:nvSpPr>
          <p:spPr>
            <a:xfrm>
              <a:off x="6535672" y="3138738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" name="Google Shape;654;p23"/>
            <p:cNvSpPr/>
            <p:nvPr/>
          </p:nvSpPr>
          <p:spPr>
            <a:xfrm>
              <a:off x="5627753" y="3138762"/>
              <a:ext cx="653350" cy="64479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aloo 2 ExtraBold"/>
              <a:buNone/>
              <a:defRPr sz="32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8" r:id="rId17"/>
    <p:sldLayoutId id="2147483669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pacientes.xml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27"/>
          <p:cNvSpPr/>
          <p:nvPr/>
        </p:nvSpPr>
        <p:spPr>
          <a:xfrm>
            <a:off x="7330025" y="459500"/>
            <a:ext cx="1262100" cy="3504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66" name="Google Shape;666;p27"/>
          <p:cNvSpPr txBox="1">
            <a:spLocks noGrp="1"/>
          </p:cNvSpPr>
          <p:nvPr>
            <p:ph type="ctrTitle"/>
          </p:nvPr>
        </p:nvSpPr>
        <p:spPr>
          <a:xfrm>
            <a:off x="713225" y="2634850"/>
            <a:ext cx="3862500" cy="138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Base de datos para Ciencia de Datos</a:t>
            </a:r>
            <a:endParaRPr sz="4400" dirty="0"/>
          </a:p>
        </p:txBody>
      </p:sp>
      <p:sp>
        <p:nvSpPr>
          <p:cNvPr id="667" name="Google Shape;667;p27"/>
          <p:cNvSpPr txBox="1">
            <a:spLocks noGrp="1"/>
          </p:cNvSpPr>
          <p:nvPr>
            <p:ph type="subTitle" idx="1"/>
          </p:nvPr>
        </p:nvSpPr>
        <p:spPr>
          <a:xfrm>
            <a:off x="713225" y="3970798"/>
            <a:ext cx="38625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Sesión 2. Base de Datos Semiestructurada (XML)</a:t>
            </a:r>
            <a:endParaRPr sz="2400" dirty="0"/>
          </a:p>
        </p:txBody>
      </p:sp>
      <p:sp>
        <p:nvSpPr>
          <p:cNvPr id="668" name="Google Shape;668;p27"/>
          <p:cNvSpPr txBox="1">
            <a:spLocks noGrp="1"/>
          </p:cNvSpPr>
          <p:nvPr>
            <p:ph type="subTitle" idx="1"/>
          </p:nvPr>
        </p:nvSpPr>
        <p:spPr>
          <a:xfrm>
            <a:off x="7417325" y="432175"/>
            <a:ext cx="10875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6th Grade</a:t>
            </a:r>
            <a:endParaRPr>
              <a:solidFill>
                <a:schemeClr val="dk2"/>
              </a:solidFill>
              <a:latin typeface="Baloo 2 ExtraBold"/>
              <a:ea typeface="Baloo 2 ExtraBold"/>
              <a:cs typeface="Baloo 2 ExtraBold"/>
              <a:sym typeface="Baloo 2 ExtraBold"/>
            </a:endParaRPr>
          </a:p>
        </p:txBody>
      </p:sp>
      <p:grpSp>
        <p:nvGrpSpPr>
          <p:cNvPr id="669" name="Google Shape;669;p27"/>
          <p:cNvGrpSpPr/>
          <p:nvPr/>
        </p:nvGrpSpPr>
        <p:grpSpPr>
          <a:xfrm>
            <a:off x="4765672" y="760436"/>
            <a:ext cx="3246799" cy="3446635"/>
            <a:chOff x="4765672" y="760436"/>
            <a:chExt cx="3246799" cy="3446635"/>
          </a:xfrm>
        </p:grpSpPr>
        <p:sp>
          <p:nvSpPr>
            <p:cNvPr id="670" name="Google Shape;670;p27"/>
            <p:cNvSpPr/>
            <p:nvPr/>
          </p:nvSpPr>
          <p:spPr>
            <a:xfrm>
              <a:off x="4980353" y="1104437"/>
              <a:ext cx="653350" cy="64479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71" name="Google Shape;671;p27"/>
            <p:cNvGrpSpPr/>
            <p:nvPr/>
          </p:nvGrpSpPr>
          <p:grpSpPr>
            <a:xfrm>
              <a:off x="5401276" y="1531636"/>
              <a:ext cx="1966177" cy="1269999"/>
              <a:chOff x="5401276" y="1531636"/>
              <a:chExt cx="1966177" cy="1269999"/>
            </a:xfrm>
          </p:grpSpPr>
          <p:sp>
            <p:nvSpPr>
              <p:cNvPr id="672" name="Google Shape;672;p27"/>
              <p:cNvSpPr/>
              <p:nvPr/>
            </p:nvSpPr>
            <p:spPr>
              <a:xfrm>
                <a:off x="5401276" y="1651521"/>
                <a:ext cx="1966177" cy="115011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3" name="Google Shape;673;p27"/>
              <p:cNvSpPr/>
              <p:nvPr/>
            </p:nvSpPr>
            <p:spPr>
              <a:xfrm>
                <a:off x="5401276" y="1531636"/>
                <a:ext cx="1966109" cy="119885"/>
              </a:xfrm>
              <a:custGeom>
                <a:avLst/>
                <a:gdLst/>
                <a:ahLst/>
                <a:cxnLst/>
                <a:rect l="l" t="t" r="r" b="b"/>
                <a:pathLst>
                  <a:path w="2512" h="153" extrusionOk="0">
                    <a:moveTo>
                      <a:pt x="2512" y="73"/>
                    </a:moveTo>
                    <a:cubicBezTo>
                      <a:pt x="2512" y="153"/>
                      <a:pt x="2512" y="153"/>
                      <a:pt x="2512" y="153"/>
                    </a:cubicBezTo>
                    <a:cubicBezTo>
                      <a:pt x="0" y="153"/>
                      <a:pt x="0" y="153"/>
                      <a:pt x="0" y="153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33"/>
                      <a:pt x="32" y="0"/>
                      <a:pt x="72" y="0"/>
                    </a:cubicBezTo>
                    <a:cubicBezTo>
                      <a:pt x="2440" y="0"/>
                      <a:pt x="2440" y="0"/>
                      <a:pt x="2440" y="0"/>
                    </a:cubicBezTo>
                    <a:cubicBezTo>
                      <a:pt x="2480" y="0"/>
                      <a:pt x="2512" y="33"/>
                      <a:pt x="2512" y="73"/>
                    </a:cubicBezTo>
                    <a:close/>
                  </a:path>
                </a:pathLst>
              </a:custGeom>
              <a:solidFill>
                <a:srgbClr val="4C69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27"/>
              <p:cNvSpPr/>
              <p:nvPr/>
            </p:nvSpPr>
            <p:spPr>
              <a:xfrm>
                <a:off x="5454368" y="1564176"/>
                <a:ext cx="54780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27"/>
              <p:cNvSpPr/>
              <p:nvPr/>
            </p:nvSpPr>
            <p:spPr>
              <a:xfrm>
                <a:off x="5538287" y="1564176"/>
                <a:ext cx="55586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" name="Google Shape;676;p27"/>
              <p:cNvSpPr/>
              <p:nvPr/>
            </p:nvSpPr>
            <p:spPr>
              <a:xfrm>
                <a:off x="5623919" y="1564176"/>
                <a:ext cx="54780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7" name="Google Shape;677;p27"/>
              <p:cNvSpPr/>
              <p:nvPr/>
            </p:nvSpPr>
            <p:spPr>
              <a:xfrm>
                <a:off x="5498040" y="1803090"/>
                <a:ext cx="1773372" cy="671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" name="Google Shape;678;p27"/>
              <p:cNvSpPr/>
              <p:nvPr/>
            </p:nvSpPr>
            <p:spPr>
              <a:xfrm>
                <a:off x="5498040" y="1983774"/>
                <a:ext cx="1773372" cy="671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9" name="Google Shape;679;p27"/>
              <p:cNvSpPr/>
              <p:nvPr/>
            </p:nvSpPr>
            <p:spPr>
              <a:xfrm>
                <a:off x="5498040" y="2165314"/>
                <a:ext cx="1773372" cy="590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0" name="Google Shape;680;p27"/>
              <p:cNvSpPr/>
              <p:nvPr/>
            </p:nvSpPr>
            <p:spPr>
              <a:xfrm>
                <a:off x="5498040" y="2345997"/>
                <a:ext cx="1773372" cy="590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1" name="Google Shape;681;p27"/>
              <p:cNvSpPr/>
              <p:nvPr/>
            </p:nvSpPr>
            <p:spPr>
              <a:xfrm>
                <a:off x="5498040" y="1888722"/>
                <a:ext cx="1773436" cy="834914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67" extrusionOk="0">
                    <a:moveTo>
                      <a:pt x="0" y="232"/>
                    </a:moveTo>
                    <a:cubicBezTo>
                      <a:pt x="137" y="97"/>
                      <a:pt x="137" y="97"/>
                      <a:pt x="137" y="97"/>
                    </a:cubicBezTo>
                    <a:cubicBezTo>
                      <a:pt x="226" y="9"/>
                      <a:pt x="367" y="0"/>
                      <a:pt x="466" y="76"/>
                    </a:cubicBezTo>
                    <a:cubicBezTo>
                      <a:pt x="852" y="371"/>
                      <a:pt x="852" y="371"/>
                      <a:pt x="852" y="371"/>
                    </a:cubicBezTo>
                    <a:cubicBezTo>
                      <a:pt x="949" y="446"/>
                      <a:pt x="1085" y="440"/>
                      <a:pt x="1174" y="357"/>
                    </a:cubicBezTo>
                    <a:cubicBezTo>
                      <a:pt x="1235" y="302"/>
                      <a:pt x="1235" y="302"/>
                      <a:pt x="1235" y="302"/>
                    </a:cubicBezTo>
                    <a:cubicBezTo>
                      <a:pt x="1308" y="235"/>
                      <a:pt x="1413" y="217"/>
                      <a:pt x="1504" y="256"/>
                    </a:cubicBezTo>
                    <a:cubicBezTo>
                      <a:pt x="2266" y="584"/>
                      <a:pt x="2266" y="584"/>
                      <a:pt x="2266" y="584"/>
                    </a:cubicBezTo>
                    <a:cubicBezTo>
                      <a:pt x="2266" y="1067"/>
                      <a:pt x="2266" y="1067"/>
                      <a:pt x="2266" y="1067"/>
                    </a:cubicBezTo>
                    <a:cubicBezTo>
                      <a:pt x="0" y="1067"/>
                      <a:pt x="0" y="1067"/>
                      <a:pt x="0" y="1067"/>
                    </a:cubicBezTo>
                    <a:lnTo>
                      <a:pt x="0" y="23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" name="Google Shape;682;p27"/>
              <p:cNvSpPr/>
              <p:nvPr/>
            </p:nvSpPr>
            <p:spPr>
              <a:xfrm>
                <a:off x="5498040" y="1923831"/>
                <a:ext cx="1773436" cy="799805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22" extrusionOk="0">
                    <a:moveTo>
                      <a:pt x="0" y="1022"/>
                    </a:moveTo>
                    <a:cubicBezTo>
                      <a:pt x="371" y="590"/>
                      <a:pt x="371" y="590"/>
                      <a:pt x="371" y="590"/>
                    </a:cubicBezTo>
                    <a:cubicBezTo>
                      <a:pt x="468" y="477"/>
                      <a:pt x="643" y="473"/>
                      <a:pt x="745" y="582"/>
                    </a:cubicBezTo>
                    <a:cubicBezTo>
                      <a:pt x="840" y="683"/>
                      <a:pt x="998" y="688"/>
                      <a:pt x="1100" y="594"/>
                    </a:cubicBezTo>
                    <a:cubicBezTo>
                      <a:pt x="1634" y="99"/>
                      <a:pt x="1634" y="99"/>
                      <a:pt x="1634" y="99"/>
                    </a:cubicBezTo>
                    <a:cubicBezTo>
                      <a:pt x="1741" y="0"/>
                      <a:pt x="1909" y="12"/>
                      <a:pt x="2001" y="125"/>
                    </a:cubicBezTo>
                    <a:cubicBezTo>
                      <a:pt x="2266" y="453"/>
                      <a:pt x="2266" y="453"/>
                      <a:pt x="2266" y="453"/>
                    </a:cubicBezTo>
                    <a:cubicBezTo>
                      <a:pt x="2266" y="1022"/>
                      <a:pt x="2266" y="1022"/>
                      <a:pt x="2266" y="1022"/>
                    </a:cubicBezTo>
                    <a:lnTo>
                      <a:pt x="0" y="102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3" name="Google Shape;683;p27"/>
            <p:cNvGrpSpPr/>
            <p:nvPr/>
          </p:nvGrpSpPr>
          <p:grpSpPr>
            <a:xfrm>
              <a:off x="6490512" y="1274487"/>
              <a:ext cx="570358" cy="534450"/>
              <a:chOff x="6490512" y="890962"/>
              <a:chExt cx="570358" cy="534450"/>
            </a:xfrm>
          </p:grpSpPr>
          <p:sp>
            <p:nvSpPr>
              <p:cNvPr id="684" name="Google Shape;684;p27"/>
              <p:cNvSpPr/>
              <p:nvPr/>
            </p:nvSpPr>
            <p:spPr>
              <a:xfrm>
                <a:off x="6490512" y="946623"/>
                <a:ext cx="570358" cy="47878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" name="Google Shape;685;p27"/>
              <p:cNvSpPr/>
              <p:nvPr/>
            </p:nvSpPr>
            <p:spPr>
              <a:xfrm>
                <a:off x="6581282" y="1372215"/>
                <a:ext cx="88883" cy="1450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6" name="Google Shape;686;p27"/>
              <p:cNvSpPr/>
              <p:nvPr/>
            </p:nvSpPr>
            <p:spPr>
              <a:xfrm>
                <a:off x="6530758" y="1361939"/>
                <a:ext cx="34372" cy="3517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7" name="Google Shape;687;p27"/>
              <p:cNvSpPr/>
              <p:nvPr/>
            </p:nvSpPr>
            <p:spPr>
              <a:xfrm>
                <a:off x="6938367" y="1372215"/>
                <a:ext cx="89958" cy="1450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8" name="Google Shape;688;p27"/>
              <p:cNvSpPr/>
              <p:nvPr/>
            </p:nvSpPr>
            <p:spPr>
              <a:xfrm>
                <a:off x="6888700" y="1361939"/>
                <a:ext cx="35177" cy="3517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" name="Google Shape;689;p27"/>
              <p:cNvSpPr/>
              <p:nvPr/>
            </p:nvSpPr>
            <p:spPr>
              <a:xfrm>
                <a:off x="6490512" y="890962"/>
                <a:ext cx="570309" cy="55661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" name="Google Shape;690;p27"/>
              <p:cNvSpPr/>
              <p:nvPr/>
            </p:nvSpPr>
            <p:spPr>
              <a:xfrm>
                <a:off x="6514489" y="906376"/>
                <a:ext cx="25779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" name="Google Shape;691;p27"/>
              <p:cNvSpPr/>
              <p:nvPr/>
            </p:nvSpPr>
            <p:spPr>
              <a:xfrm>
                <a:off x="6553879" y="906376"/>
                <a:ext cx="25779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" name="Google Shape;692;p27"/>
              <p:cNvSpPr/>
              <p:nvPr/>
            </p:nvSpPr>
            <p:spPr>
              <a:xfrm>
                <a:off x="6593270" y="906376"/>
                <a:ext cx="26584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3" name="Google Shape;693;p27"/>
              <p:cNvSpPr/>
              <p:nvPr/>
            </p:nvSpPr>
            <p:spPr>
              <a:xfrm>
                <a:off x="6591557" y="980876"/>
                <a:ext cx="368100" cy="3681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" name="Google Shape;694;p27"/>
              <p:cNvSpPr/>
              <p:nvPr/>
            </p:nvSpPr>
            <p:spPr>
              <a:xfrm>
                <a:off x="6654069" y="1044243"/>
                <a:ext cx="236344" cy="236344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27"/>
              <p:cNvSpPr/>
              <p:nvPr/>
            </p:nvSpPr>
            <p:spPr>
              <a:xfrm>
                <a:off x="6635229" y="1037393"/>
                <a:ext cx="116460" cy="110466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6" name="Google Shape;696;p27"/>
            <p:cNvGrpSpPr/>
            <p:nvPr/>
          </p:nvGrpSpPr>
          <p:grpSpPr>
            <a:xfrm>
              <a:off x="5094926" y="2317556"/>
              <a:ext cx="717033" cy="1014339"/>
              <a:chOff x="5094926" y="2317556"/>
              <a:chExt cx="717033" cy="1014339"/>
            </a:xfrm>
          </p:grpSpPr>
          <p:sp>
            <p:nvSpPr>
              <p:cNvPr id="697" name="Google Shape;697;p27"/>
              <p:cNvSpPr/>
              <p:nvPr/>
            </p:nvSpPr>
            <p:spPr>
              <a:xfrm>
                <a:off x="5094926" y="2395159"/>
                <a:ext cx="717033" cy="93673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" name="Google Shape;698;p27"/>
              <p:cNvSpPr/>
              <p:nvPr/>
            </p:nvSpPr>
            <p:spPr>
              <a:xfrm>
                <a:off x="5094926" y="2317556"/>
                <a:ext cx="717009" cy="7760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" name="Google Shape;699;p27"/>
              <p:cNvSpPr/>
              <p:nvPr/>
            </p:nvSpPr>
            <p:spPr>
              <a:xfrm>
                <a:off x="5128808" y="2338323"/>
                <a:ext cx="35989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" name="Google Shape;700;p27"/>
              <p:cNvSpPr/>
              <p:nvPr/>
            </p:nvSpPr>
            <p:spPr>
              <a:xfrm>
                <a:off x="5183458" y="2338323"/>
                <a:ext cx="35989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" name="Google Shape;701;p27"/>
              <p:cNvSpPr/>
              <p:nvPr/>
            </p:nvSpPr>
            <p:spPr>
              <a:xfrm>
                <a:off x="5239202" y="2338323"/>
                <a:ext cx="34961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" name="Google Shape;702;p27"/>
              <p:cNvSpPr/>
              <p:nvPr/>
            </p:nvSpPr>
            <p:spPr>
              <a:xfrm>
                <a:off x="5209690" y="2827988"/>
                <a:ext cx="111394" cy="16280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" name="Google Shape;703;p27"/>
              <p:cNvSpPr/>
              <p:nvPr/>
            </p:nvSpPr>
            <p:spPr>
              <a:xfrm>
                <a:off x="5379106" y="2715409"/>
                <a:ext cx="112422" cy="27557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" name="Google Shape;704;p27"/>
              <p:cNvSpPr/>
              <p:nvPr/>
            </p:nvSpPr>
            <p:spPr>
              <a:xfrm>
                <a:off x="5548521" y="2613760"/>
                <a:ext cx="111394" cy="377025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" name="Google Shape;705;p27"/>
              <p:cNvSpPr/>
              <p:nvPr/>
            </p:nvSpPr>
            <p:spPr>
              <a:xfrm>
                <a:off x="5249039" y="2446530"/>
                <a:ext cx="351946" cy="353041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rgbClr val="38477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" name="Google Shape;706;p27"/>
              <p:cNvSpPr/>
              <p:nvPr/>
            </p:nvSpPr>
            <p:spPr>
              <a:xfrm>
                <a:off x="5176900" y="3061891"/>
                <a:ext cx="551828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" name="Google Shape;707;p27"/>
              <p:cNvSpPr/>
              <p:nvPr/>
            </p:nvSpPr>
            <p:spPr>
              <a:xfrm>
                <a:off x="5176900" y="3122006"/>
                <a:ext cx="551828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" name="Google Shape;708;p27"/>
              <p:cNvSpPr/>
              <p:nvPr/>
            </p:nvSpPr>
            <p:spPr>
              <a:xfrm>
                <a:off x="5237016" y="3182121"/>
                <a:ext cx="431522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" name="Google Shape;709;p27"/>
              <p:cNvSpPr/>
              <p:nvPr/>
            </p:nvSpPr>
            <p:spPr>
              <a:xfrm>
                <a:off x="5314619" y="3242236"/>
                <a:ext cx="276599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10" name="Google Shape;710;p27"/>
            <p:cNvSpPr/>
            <p:nvPr/>
          </p:nvSpPr>
          <p:spPr>
            <a:xfrm>
              <a:off x="5914065" y="760436"/>
              <a:ext cx="232055" cy="382764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27"/>
            <p:cNvSpPr/>
            <p:nvPr/>
          </p:nvSpPr>
          <p:spPr>
            <a:xfrm>
              <a:off x="7710871" y="1262143"/>
              <a:ext cx="301600" cy="49757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12" name="Google Shape;712;p27"/>
            <p:cNvGrpSpPr/>
            <p:nvPr/>
          </p:nvGrpSpPr>
          <p:grpSpPr>
            <a:xfrm>
              <a:off x="6655110" y="1951719"/>
              <a:ext cx="1239180" cy="2255353"/>
              <a:chOff x="7710885" y="1951719"/>
              <a:chExt cx="1239180" cy="2255353"/>
            </a:xfrm>
          </p:grpSpPr>
          <p:sp>
            <p:nvSpPr>
              <p:cNvPr id="713" name="Google Shape;713;p27"/>
              <p:cNvSpPr/>
              <p:nvPr/>
            </p:nvSpPr>
            <p:spPr>
              <a:xfrm>
                <a:off x="7999817" y="4017723"/>
                <a:ext cx="409554" cy="189349"/>
              </a:xfrm>
              <a:custGeom>
                <a:avLst/>
                <a:gdLst/>
                <a:ahLst/>
                <a:cxnLst/>
                <a:rect l="l" t="t" r="r" b="b"/>
                <a:pathLst>
                  <a:path w="446" h="206" extrusionOk="0">
                    <a:moveTo>
                      <a:pt x="446" y="206"/>
                    </a:moveTo>
                    <a:cubicBezTo>
                      <a:pt x="417" y="10"/>
                      <a:pt x="417" y="10"/>
                      <a:pt x="417" y="10"/>
                    </a:cubicBezTo>
                    <a:cubicBezTo>
                      <a:pt x="396" y="0"/>
                      <a:pt x="253" y="23"/>
                      <a:pt x="253" y="23"/>
                    </a:cubicBezTo>
                    <a:cubicBezTo>
                      <a:pt x="253" y="23"/>
                      <a:pt x="234" y="72"/>
                      <a:pt x="202" y="83"/>
                    </a:cubicBezTo>
                    <a:cubicBezTo>
                      <a:pt x="169" y="93"/>
                      <a:pt x="0" y="68"/>
                      <a:pt x="0" y="206"/>
                    </a:cubicBezTo>
                    <a:lnTo>
                      <a:pt x="446" y="2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" name="Google Shape;714;p27"/>
              <p:cNvSpPr/>
              <p:nvPr/>
            </p:nvSpPr>
            <p:spPr>
              <a:xfrm>
                <a:off x="8421293" y="4017723"/>
                <a:ext cx="409554" cy="189349"/>
              </a:xfrm>
              <a:custGeom>
                <a:avLst/>
                <a:gdLst/>
                <a:ahLst/>
                <a:cxnLst/>
                <a:rect l="l" t="t" r="r" b="b"/>
                <a:pathLst>
                  <a:path w="446" h="206" extrusionOk="0">
                    <a:moveTo>
                      <a:pt x="446" y="206"/>
                    </a:moveTo>
                    <a:cubicBezTo>
                      <a:pt x="417" y="10"/>
                      <a:pt x="417" y="10"/>
                      <a:pt x="417" y="10"/>
                    </a:cubicBezTo>
                    <a:cubicBezTo>
                      <a:pt x="395" y="0"/>
                      <a:pt x="253" y="23"/>
                      <a:pt x="253" y="23"/>
                    </a:cubicBezTo>
                    <a:cubicBezTo>
                      <a:pt x="253" y="23"/>
                      <a:pt x="234" y="72"/>
                      <a:pt x="202" y="83"/>
                    </a:cubicBezTo>
                    <a:cubicBezTo>
                      <a:pt x="169" y="93"/>
                      <a:pt x="0" y="68"/>
                      <a:pt x="0" y="206"/>
                    </a:cubicBezTo>
                    <a:lnTo>
                      <a:pt x="446" y="2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5" name="Google Shape;715;p27"/>
              <p:cNvSpPr/>
              <p:nvPr/>
            </p:nvSpPr>
            <p:spPr>
              <a:xfrm>
                <a:off x="8168829" y="2965085"/>
                <a:ext cx="673940" cy="1132586"/>
              </a:xfrm>
              <a:custGeom>
                <a:avLst/>
                <a:gdLst/>
                <a:ahLst/>
                <a:cxnLst/>
                <a:rect l="l" t="t" r="r" b="b"/>
                <a:pathLst>
                  <a:path w="734" h="1232" extrusionOk="0">
                    <a:moveTo>
                      <a:pt x="136" y="0"/>
                    </a:moveTo>
                    <a:cubicBezTo>
                      <a:pt x="19" y="622"/>
                      <a:pt x="19" y="622"/>
                      <a:pt x="19" y="622"/>
                    </a:cubicBezTo>
                    <a:cubicBezTo>
                      <a:pt x="0" y="1201"/>
                      <a:pt x="0" y="1201"/>
                      <a:pt x="0" y="1201"/>
                    </a:cubicBezTo>
                    <a:cubicBezTo>
                      <a:pt x="0" y="1201"/>
                      <a:pt x="202" y="1223"/>
                      <a:pt x="282" y="1201"/>
                    </a:cubicBezTo>
                    <a:cubicBezTo>
                      <a:pt x="284" y="657"/>
                      <a:pt x="284" y="657"/>
                      <a:pt x="284" y="657"/>
                    </a:cubicBezTo>
                    <a:cubicBezTo>
                      <a:pt x="367" y="278"/>
                      <a:pt x="367" y="278"/>
                      <a:pt x="367" y="278"/>
                    </a:cubicBezTo>
                    <a:cubicBezTo>
                      <a:pt x="434" y="1215"/>
                      <a:pt x="434" y="1215"/>
                      <a:pt x="434" y="1215"/>
                    </a:cubicBezTo>
                    <a:cubicBezTo>
                      <a:pt x="434" y="1215"/>
                      <a:pt x="647" y="1232"/>
                      <a:pt x="734" y="1201"/>
                    </a:cubicBezTo>
                    <a:cubicBezTo>
                      <a:pt x="635" y="0"/>
                      <a:pt x="635" y="0"/>
                      <a:pt x="635" y="0"/>
                    </a:cubicBezTo>
                    <a:cubicBezTo>
                      <a:pt x="136" y="0"/>
                      <a:pt x="136" y="0"/>
                      <a:pt x="13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" name="Google Shape;716;p27"/>
              <p:cNvSpPr/>
              <p:nvPr/>
            </p:nvSpPr>
            <p:spPr>
              <a:xfrm>
                <a:off x="8051713" y="2361974"/>
                <a:ext cx="343633" cy="682356"/>
              </a:xfrm>
              <a:custGeom>
                <a:avLst/>
                <a:gdLst/>
                <a:ahLst/>
                <a:cxnLst/>
                <a:rect l="l" t="t" r="r" b="b"/>
                <a:pathLst>
                  <a:path w="374" h="743" extrusionOk="0">
                    <a:moveTo>
                      <a:pt x="343" y="587"/>
                    </a:moveTo>
                    <a:cubicBezTo>
                      <a:pt x="335" y="602"/>
                      <a:pt x="300" y="626"/>
                      <a:pt x="270" y="646"/>
                    </a:cubicBezTo>
                    <a:cubicBezTo>
                      <a:pt x="248" y="661"/>
                      <a:pt x="228" y="673"/>
                      <a:pt x="224" y="676"/>
                    </a:cubicBezTo>
                    <a:cubicBezTo>
                      <a:pt x="215" y="681"/>
                      <a:pt x="207" y="686"/>
                      <a:pt x="198" y="690"/>
                    </a:cubicBezTo>
                    <a:cubicBezTo>
                      <a:pt x="116" y="734"/>
                      <a:pt x="0" y="743"/>
                      <a:pt x="0" y="743"/>
                    </a:cubicBezTo>
                    <a:cubicBezTo>
                      <a:pt x="5" y="519"/>
                      <a:pt x="5" y="519"/>
                      <a:pt x="5" y="519"/>
                    </a:cubicBezTo>
                    <a:cubicBezTo>
                      <a:pt x="129" y="490"/>
                      <a:pt x="129" y="490"/>
                      <a:pt x="129" y="490"/>
                    </a:cubicBezTo>
                    <a:cubicBezTo>
                      <a:pt x="129" y="490"/>
                      <a:pt x="221" y="136"/>
                      <a:pt x="240" y="86"/>
                    </a:cubicBezTo>
                    <a:cubicBezTo>
                      <a:pt x="259" y="36"/>
                      <a:pt x="355" y="0"/>
                      <a:pt x="355" y="0"/>
                    </a:cubicBezTo>
                    <a:cubicBezTo>
                      <a:pt x="346" y="67"/>
                      <a:pt x="346" y="67"/>
                      <a:pt x="346" y="67"/>
                    </a:cubicBezTo>
                    <a:cubicBezTo>
                      <a:pt x="348" y="371"/>
                      <a:pt x="348" y="371"/>
                      <a:pt x="348" y="371"/>
                    </a:cubicBezTo>
                    <a:cubicBezTo>
                      <a:pt x="345" y="444"/>
                      <a:pt x="374" y="529"/>
                      <a:pt x="343" y="5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7" name="Google Shape;717;p27"/>
              <p:cNvSpPr/>
              <p:nvPr/>
            </p:nvSpPr>
            <p:spPr>
              <a:xfrm>
                <a:off x="7986493" y="2838852"/>
                <a:ext cx="130500" cy="205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" name="Google Shape;718;p27"/>
              <p:cNvSpPr/>
              <p:nvPr/>
            </p:nvSpPr>
            <p:spPr>
              <a:xfrm>
                <a:off x="8234049" y="2584283"/>
                <a:ext cx="113609" cy="411658"/>
              </a:xfrm>
              <a:custGeom>
                <a:avLst/>
                <a:gdLst/>
                <a:ahLst/>
                <a:cxnLst/>
                <a:rect l="l" t="t" r="r" b="b"/>
                <a:pathLst>
                  <a:path w="124" h="448" extrusionOk="0">
                    <a:moveTo>
                      <a:pt x="67" y="275"/>
                    </a:moveTo>
                    <a:cubicBezTo>
                      <a:pt x="64" y="285"/>
                      <a:pt x="60" y="291"/>
                      <a:pt x="55" y="295"/>
                    </a:cubicBezTo>
                    <a:cubicBezTo>
                      <a:pt x="51" y="300"/>
                      <a:pt x="45" y="301"/>
                      <a:pt x="41" y="302"/>
                    </a:cubicBezTo>
                    <a:cubicBezTo>
                      <a:pt x="0" y="448"/>
                      <a:pt x="0" y="448"/>
                      <a:pt x="0" y="448"/>
                    </a:cubicBezTo>
                    <a:cubicBezTo>
                      <a:pt x="9" y="444"/>
                      <a:pt x="17" y="439"/>
                      <a:pt x="26" y="434"/>
                    </a:cubicBezTo>
                    <a:cubicBezTo>
                      <a:pt x="28" y="432"/>
                      <a:pt x="38" y="426"/>
                      <a:pt x="50" y="418"/>
                    </a:cubicBezTo>
                    <a:cubicBezTo>
                      <a:pt x="71" y="298"/>
                      <a:pt x="71" y="298"/>
                      <a:pt x="71" y="298"/>
                    </a:cubicBezTo>
                    <a:cubicBezTo>
                      <a:pt x="67" y="296"/>
                      <a:pt x="64" y="293"/>
                      <a:pt x="64" y="293"/>
                    </a:cubicBezTo>
                    <a:cubicBezTo>
                      <a:pt x="67" y="275"/>
                      <a:pt x="67" y="275"/>
                      <a:pt x="67" y="275"/>
                    </a:cubicBezTo>
                    <a:moveTo>
                      <a:pt x="124" y="0"/>
                    </a:moveTo>
                    <a:cubicBezTo>
                      <a:pt x="85" y="143"/>
                      <a:pt x="85" y="143"/>
                      <a:pt x="85" y="143"/>
                    </a:cubicBezTo>
                    <a:cubicBezTo>
                      <a:pt x="88" y="143"/>
                      <a:pt x="93" y="144"/>
                      <a:pt x="99" y="145"/>
                    </a:cubicBezTo>
                    <a:cubicBezTo>
                      <a:pt x="122" y="14"/>
                      <a:pt x="122" y="14"/>
                      <a:pt x="122" y="14"/>
                    </a:cubicBezTo>
                    <a:cubicBezTo>
                      <a:pt x="124" y="0"/>
                      <a:pt x="124" y="0"/>
                      <a:pt x="124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Google Shape;719;p27"/>
              <p:cNvSpPr/>
              <p:nvPr/>
            </p:nvSpPr>
            <p:spPr>
              <a:xfrm>
                <a:off x="8264204" y="2298858"/>
                <a:ext cx="522463" cy="815601"/>
              </a:xfrm>
              <a:custGeom>
                <a:avLst/>
                <a:gdLst/>
                <a:ahLst/>
                <a:cxnLst/>
                <a:rect l="l" t="t" r="r" b="b"/>
                <a:pathLst>
                  <a:path w="569" h="887" extrusionOk="0">
                    <a:moveTo>
                      <a:pt x="550" y="796"/>
                    </a:moveTo>
                    <a:cubicBezTo>
                      <a:pt x="555" y="837"/>
                      <a:pt x="555" y="837"/>
                      <a:pt x="555" y="837"/>
                    </a:cubicBezTo>
                    <a:cubicBezTo>
                      <a:pt x="484" y="882"/>
                      <a:pt x="303" y="887"/>
                      <a:pt x="190" y="875"/>
                    </a:cubicBezTo>
                    <a:cubicBezTo>
                      <a:pt x="114" y="867"/>
                      <a:pt x="8" y="832"/>
                      <a:pt x="0" y="825"/>
                    </a:cubicBezTo>
                    <a:cubicBezTo>
                      <a:pt x="99" y="268"/>
                      <a:pt x="99" y="268"/>
                      <a:pt x="99" y="268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79" y="89"/>
                      <a:pt x="131" y="65"/>
                      <a:pt x="182" y="42"/>
                    </a:cubicBezTo>
                    <a:cubicBezTo>
                      <a:pt x="189" y="39"/>
                      <a:pt x="196" y="36"/>
                      <a:pt x="202" y="33"/>
                    </a:cubicBezTo>
                    <a:cubicBezTo>
                      <a:pt x="239" y="16"/>
                      <a:pt x="272" y="2"/>
                      <a:pt x="280" y="0"/>
                    </a:cubicBezTo>
                    <a:cubicBezTo>
                      <a:pt x="303" y="1"/>
                      <a:pt x="370" y="4"/>
                      <a:pt x="370" y="4"/>
                    </a:cubicBezTo>
                    <a:cubicBezTo>
                      <a:pt x="382" y="7"/>
                      <a:pt x="393" y="11"/>
                      <a:pt x="405" y="16"/>
                    </a:cubicBezTo>
                    <a:cubicBezTo>
                      <a:pt x="481" y="44"/>
                      <a:pt x="569" y="85"/>
                      <a:pt x="569" y="85"/>
                    </a:cubicBezTo>
                    <a:cubicBezTo>
                      <a:pt x="499" y="328"/>
                      <a:pt x="499" y="328"/>
                      <a:pt x="499" y="328"/>
                    </a:cubicBezTo>
                    <a:cubicBezTo>
                      <a:pt x="501" y="344"/>
                      <a:pt x="501" y="344"/>
                      <a:pt x="501" y="344"/>
                    </a:cubicBezTo>
                    <a:cubicBezTo>
                      <a:pt x="550" y="796"/>
                      <a:pt x="550" y="796"/>
                      <a:pt x="550" y="796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27"/>
              <p:cNvSpPr/>
              <p:nvPr/>
            </p:nvSpPr>
            <p:spPr>
              <a:xfrm>
                <a:off x="8394644" y="2599011"/>
                <a:ext cx="374490" cy="431294"/>
              </a:xfrm>
              <a:custGeom>
                <a:avLst/>
                <a:gdLst/>
                <a:ahLst/>
                <a:cxnLst/>
                <a:rect l="l" t="t" r="r" b="b"/>
                <a:pathLst>
                  <a:path w="408" h="470" extrusionOk="0">
                    <a:moveTo>
                      <a:pt x="336" y="0"/>
                    </a:moveTo>
                    <a:cubicBezTo>
                      <a:pt x="281" y="217"/>
                      <a:pt x="281" y="217"/>
                      <a:pt x="281" y="217"/>
                    </a:cubicBezTo>
                    <a:cubicBezTo>
                      <a:pt x="0" y="286"/>
                      <a:pt x="0" y="286"/>
                      <a:pt x="0" y="286"/>
                    </a:cubicBezTo>
                    <a:cubicBezTo>
                      <a:pt x="0" y="286"/>
                      <a:pt x="129" y="397"/>
                      <a:pt x="408" y="470"/>
                    </a:cubicBezTo>
                    <a:cubicBezTo>
                      <a:pt x="359" y="18"/>
                      <a:pt x="359" y="18"/>
                      <a:pt x="359" y="18"/>
                    </a:cubicBezTo>
                    <a:cubicBezTo>
                      <a:pt x="336" y="0"/>
                      <a:pt x="336" y="0"/>
                      <a:pt x="336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p27"/>
              <p:cNvSpPr/>
              <p:nvPr/>
            </p:nvSpPr>
            <p:spPr>
              <a:xfrm>
                <a:off x="8473890" y="2174028"/>
                <a:ext cx="133245" cy="263685"/>
              </a:xfrm>
              <a:custGeom>
                <a:avLst/>
                <a:gdLst/>
                <a:ahLst/>
                <a:cxnLst/>
                <a:rect l="l" t="t" r="r" b="b"/>
                <a:pathLst>
                  <a:path w="145" h="287" extrusionOk="0">
                    <a:moveTo>
                      <a:pt x="145" y="0"/>
                    </a:moveTo>
                    <a:cubicBezTo>
                      <a:pt x="144" y="45"/>
                      <a:pt x="144" y="45"/>
                      <a:pt x="144" y="45"/>
                    </a:cubicBezTo>
                    <a:cubicBezTo>
                      <a:pt x="144" y="46"/>
                      <a:pt x="144" y="46"/>
                      <a:pt x="144" y="46"/>
                    </a:cubicBezTo>
                    <a:cubicBezTo>
                      <a:pt x="142" y="140"/>
                      <a:pt x="142" y="140"/>
                      <a:pt x="142" y="140"/>
                    </a:cubicBezTo>
                    <a:cubicBezTo>
                      <a:pt x="138" y="156"/>
                      <a:pt x="90" y="287"/>
                      <a:pt x="37" y="284"/>
                    </a:cubicBezTo>
                    <a:cubicBezTo>
                      <a:pt x="5" y="283"/>
                      <a:pt x="0" y="232"/>
                      <a:pt x="2" y="194"/>
                    </a:cubicBezTo>
                    <a:cubicBezTo>
                      <a:pt x="2" y="187"/>
                      <a:pt x="2" y="180"/>
                      <a:pt x="3" y="174"/>
                    </a:cubicBezTo>
                    <a:cubicBezTo>
                      <a:pt x="4" y="161"/>
                      <a:pt x="5" y="152"/>
                      <a:pt x="5" y="152"/>
                    </a:cubicBezTo>
                    <a:cubicBezTo>
                      <a:pt x="6" y="148"/>
                      <a:pt x="6" y="148"/>
                      <a:pt x="6" y="148"/>
                    </a:cubicBezTo>
                    <a:cubicBezTo>
                      <a:pt x="19" y="95"/>
                      <a:pt x="19" y="95"/>
                      <a:pt x="19" y="95"/>
                    </a:cubicBezTo>
                    <a:cubicBezTo>
                      <a:pt x="20" y="93"/>
                      <a:pt x="21" y="90"/>
                      <a:pt x="22" y="87"/>
                    </a:cubicBezTo>
                    <a:cubicBezTo>
                      <a:pt x="29" y="75"/>
                      <a:pt x="39" y="64"/>
                      <a:pt x="51" y="54"/>
                    </a:cubicBezTo>
                    <a:cubicBezTo>
                      <a:pt x="89" y="24"/>
                      <a:pt x="145" y="0"/>
                      <a:pt x="145" y="0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27"/>
              <p:cNvSpPr/>
              <p:nvPr/>
            </p:nvSpPr>
            <p:spPr>
              <a:xfrm>
                <a:off x="8605733" y="2215404"/>
                <a:ext cx="0" cy="140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</a:path>
                </a:pathLst>
              </a:custGeom>
              <a:solidFill>
                <a:srgbClr val="FFBF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27"/>
              <p:cNvSpPr/>
              <p:nvPr/>
            </p:nvSpPr>
            <p:spPr>
              <a:xfrm>
                <a:off x="8475293" y="2216807"/>
                <a:ext cx="130440" cy="135349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48" extrusionOk="0">
                    <a:moveTo>
                      <a:pt x="142" y="0"/>
                    </a:moveTo>
                    <a:cubicBezTo>
                      <a:pt x="119" y="40"/>
                      <a:pt x="59" y="105"/>
                      <a:pt x="10" y="108"/>
                    </a:cubicBezTo>
                    <a:cubicBezTo>
                      <a:pt x="9" y="108"/>
                      <a:pt x="8" y="108"/>
                      <a:pt x="7" y="108"/>
                    </a:cubicBezTo>
                    <a:cubicBezTo>
                      <a:pt x="6" y="108"/>
                      <a:pt x="5" y="108"/>
                      <a:pt x="3" y="108"/>
                    </a:cubicBezTo>
                    <a:cubicBezTo>
                      <a:pt x="3" y="111"/>
                      <a:pt x="2" y="118"/>
                      <a:pt x="1" y="128"/>
                    </a:cubicBezTo>
                    <a:cubicBezTo>
                      <a:pt x="0" y="134"/>
                      <a:pt x="0" y="141"/>
                      <a:pt x="0" y="148"/>
                    </a:cubicBezTo>
                    <a:cubicBezTo>
                      <a:pt x="103" y="112"/>
                      <a:pt x="138" y="12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4" name="Google Shape;724;p27"/>
              <p:cNvSpPr/>
              <p:nvPr/>
            </p:nvSpPr>
            <p:spPr>
              <a:xfrm>
                <a:off x="8181452" y="2713321"/>
                <a:ext cx="231426" cy="161998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76" extrusionOk="0">
                    <a:moveTo>
                      <a:pt x="158" y="124"/>
                    </a:moveTo>
                    <a:cubicBezTo>
                      <a:pt x="142" y="176"/>
                      <a:pt x="121" y="152"/>
                      <a:pt x="121" y="152"/>
                    </a:cubicBezTo>
                    <a:cubicBezTo>
                      <a:pt x="124" y="134"/>
                      <a:pt x="124" y="134"/>
                      <a:pt x="124" y="134"/>
                    </a:cubicBezTo>
                    <a:cubicBezTo>
                      <a:pt x="121" y="144"/>
                      <a:pt x="117" y="150"/>
                      <a:pt x="112" y="154"/>
                    </a:cubicBezTo>
                    <a:cubicBezTo>
                      <a:pt x="98" y="168"/>
                      <a:pt x="82" y="156"/>
                      <a:pt x="82" y="156"/>
                    </a:cubicBezTo>
                    <a:cubicBezTo>
                      <a:pt x="89" y="139"/>
                      <a:pt x="89" y="139"/>
                      <a:pt x="89" y="139"/>
                    </a:cubicBezTo>
                    <a:cubicBezTo>
                      <a:pt x="85" y="145"/>
                      <a:pt x="81" y="149"/>
                      <a:pt x="77" y="152"/>
                    </a:cubicBezTo>
                    <a:cubicBezTo>
                      <a:pt x="62" y="162"/>
                      <a:pt x="47" y="152"/>
                      <a:pt x="47" y="152"/>
                    </a:cubicBezTo>
                    <a:cubicBezTo>
                      <a:pt x="47" y="152"/>
                      <a:pt x="74" y="83"/>
                      <a:pt x="80" y="78"/>
                    </a:cubicBezTo>
                    <a:cubicBezTo>
                      <a:pt x="85" y="73"/>
                      <a:pt x="125" y="50"/>
                      <a:pt x="125" y="50"/>
                    </a:cubicBezTo>
                    <a:cubicBezTo>
                      <a:pt x="80" y="61"/>
                      <a:pt x="80" y="61"/>
                      <a:pt x="80" y="61"/>
                    </a:cubicBezTo>
                    <a:cubicBezTo>
                      <a:pt x="80" y="61"/>
                      <a:pt x="78" y="68"/>
                      <a:pt x="54" y="95"/>
                    </a:cubicBezTo>
                    <a:cubicBezTo>
                      <a:pt x="29" y="123"/>
                      <a:pt x="0" y="103"/>
                      <a:pt x="0" y="103"/>
                    </a:cubicBezTo>
                    <a:cubicBezTo>
                      <a:pt x="4" y="98"/>
                      <a:pt x="54" y="31"/>
                      <a:pt x="58" y="29"/>
                    </a:cubicBezTo>
                    <a:cubicBezTo>
                      <a:pt x="62" y="26"/>
                      <a:pt x="123" y="0"/>
                      <a:pt x="134" y="1"/>
                    </a:cubicBezTo>
                    <a:cubicBezTo>
                      <a:pt x="146" y="1"/>
                      <a:pt x="246" y="23"/>
                      <a:pt x="246" y="23"/>
                    </a:cubicBezTo>
                    <a:cubicBezTo>
                      <a:pt x="252" y="109"/>
                      <a:pt x="252" y="109"/>
                      <a:pt x="252" y="109"/>
                    </a:cubicBezTo>
                    <a:cubicBezTo>
                      <a:pt x="210" y="157"/>
                      <a:pt x="158" y="124"/>
                      <a:pt x="158" y="12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" name="Google Shape;725;p27"/>
              <p:cNvSpPr/>
              <p:nvPr/>
            </p:nvSpPr>
            <p:spPr>
              <a:xfrm>
                <a:off x="8252282" y="2781346"/>
                <a:ext cx="57506" cy="72233"/>
              </a:xfrm>
              <a:custGeom>
                <a:avLst/>
                <a:gdLst/>
                <a:ahLst/>
                <a:cxnLst/>
                <a:rect l="l" t="t" r="r" b="b"/>
                <a:pathLst>
                  <a:path w="63" h="78" extrusionOk="0">
                    <a:moveTo>
                      <a:pt x="63" y="0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4" y="75"/>
                      <a:pt x="8" y="71"/>
                      <a:pt x="12" y="65"/>
                    </a:cubicBezTo>
                    <a:cubicBezTo>
                      <a:pt x="12" y="65"/>
                      <a:pt x="27" y="32"/>
                      <a:pt x="30" y="27"/>
                    </a:cubicBezTo>
                    <a:cubicBezTo>
                      <a:pt x="34" y="22"/>
                      <a:pt x="61" y="1"/>
                      <a:pt x="63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" name="Google Shape;726;p27"/>
              <p:cNvSpPr/>
              <p:nvPr/>
            </p:nvSpPr>
            <p:spPr>
              <a:xfrm>
                <a:off x="8284541" y="2798878"/>
                <a:ext cx="41376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45" h="61" extrusionOk="0">
                    <a:moveTo>
                      <a:pt x="45" y="0"/>
                    </a:moveTo>
                    <a:cubicBezTo>
                      <a:pt x="43" y="1"/>
                      <a:pt x="23" y="9"/>
                      <a:pt x="19" y="12"/>
                    </a:cubicBezTo>
                    <a:cubicBezTo>
                      <a:pt x="16" y="15"/>
                      <a:pt x="4" y="49"/>
                      <a:pt x="0" y="61"/>
                    </a:cubicBezTo>
                    <a:cubicBezTo>
                      <a:pt x="5" y="57"/>
                      <a:pt x="9" y="51"/>
                      <a:pt x="12" y="41"/>
                    </a:cubicBezTo>
                    <a:cubicBezTo>
                      <a:pt x="12" y="41"/>
                      <a:pt x="20" y="20"/>
                      <a:pt x="22" y="15"/>
                    </a:cubicBezTo>
                    <a:cubicBezTo>
                      <a:pt x="24" y="11"/>
                      <a:pt x="43" y="1"/>
                      <a:pt x="45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" name="Google Shape;727;p27"/>
              <p:cNvSpPr/>
              <p:nvPr/>
            </p:nvSpPr>
            <p:spPr>
              <a:xfrm>
                <a:off x="8386930" y="2377403"/>
                <a:ext cx="563136" cy="631162"/>
              </a:xfrm>
              <a:custGeom>
                <a:avLst/>
                <a:gdLst/>
                <a:ahLst/>
                <a:cxnLst/>
                <a:rect l="l" t="t" r="r" b="b"/>
                <a:pathLst>
                  <a:path w="613" h="687" extrusionOk="0">
                    <a:moveTo>
                      <a:pt x="435" y="0"/>
                    </a:moveTo>
                    <a:cubicBezTo>
                      <a:pt x="510" y="34"/>
                      <a:pt x="613" y="580"/>
                      <a:pt x="538" y="634"/>
                    </a:cubicBezTo>
                    <a:cubicBezTo>
                      <a:pt x="464" y="687"/>
                      <a:pt x="8" y="527"/>
                      <a:pt x="8" y="527"/>
                    </a:cubicBezTo>
                    <a:cubicBezTo>
                      <a:pt x="8" y="527"/>
                      <a:pt x="0" y="425"/>
                      <a:pt x="28" y="381"/>
                    </a:cubicBezTo>
                    <a:cubicBezTo>
                      <a:pt x="367" y="429"/>
                      <a:pt x="367" y="429"/>
                      <a:pt x="367" y="429"/>
                    </a:cubicBezTo>
                    <a:cubicBezTo>
                      <a:pt x="367" y="429"/>
                      <a:pt x="345" y="303"/>
                      <a:pt x="344" y="241"/>
                    </a:cubicBezTo>
                    <a:cubicBezTo>
                      <a:pt x="346" y="114"/>
                      <a:pt x="435" y="0"/>
                      <a:pt x="4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" name="Google Shape;728;p27"/>
              <p:cNvSpPr/>
              <p:nvPr/>
            </p:nvSpPr>
            <p:spPr>
              <a:xfrm>
                <a:off x="7722808" y="2617945"/>
                <a:ext cx="561735" cy="30786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335" extrusionOk="0">
                    <a:moveTo>
                      <a:pt x="520" y="7"/>
                    </a:moveTo>
                    <a:cubicBezTo>
                      <a:pt x="519" y="3"/>
                      <a:pt x="515" y="0"/>
                      <a:pt x="5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6"/>
                      <a:pt x="2" y="12"/>
                    </a:cubicBezTo>
                    <a:cubicBezTo>
                      <a:pt x="92" y="335"/>
                      <a:pt x="92" y="335"/>
                      <a:pt x="92" y="335"/>
                    </a:cubicBezTo>
                    <a:cubicBezTo>
                      <a:pt x="611" y="335"/>
                      <a:pt x="611" y="335"/>
                      <a:pt x="611" y="335"/>
                    </a:cubicBezTo>
                    <a:lnTo>
                      <a:pt x="520" y="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" name="Google Shape;729;p27"/>
              <p:cNvSpPr/>
              <p:nvPr/>
            </p:nvSpPr>
            <p:spPr>
              <a:xfrm>
                <a:off x="8154803" y="2901267"/>
                <a:ext cx="301500" cy="24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" name="Google Shape;730;p27"/>
              <p:cNvSpPr/>
              <p:nvPr/>
            </p:nvSpPr>
            <p:spPr>
              <a:xfrm>
                <a:off x="7893923" y="2920202"/>
                <a:ext cx="96778" cy="34363"/>
              </a:xfrm>
              <a:custGeom>
                <a:avLst/>
                <a:gdLst/>
                <a:ahLst/>
                <a:cxnLst/>
                <a:rect l="l" t="t" r="r" b="b"/>
                <a:pathLst>
                  <a:path w="105" h="37" extrusionOk="0">
                    <a:moveTo>
                      <a:pt x="95" y="37"/>
                    </a:moveTo>
                    <a:cubicBezTo>
                      <a:pt x="0" y="30"/>
                      <a:pt x="0" y="30"/>
                      <a:pt x="0" y="30"/>
                    </a:cubicBezTo>
                    <a:cubicBezTo>
                      <a:pt x="0" y="30"/>
                      <a:pt x="1" y="3"/>
                      <a:pt x="33" y="1"/>
                    </a:cubicBezTo>
                    <a:cubicBezTo>
                      <a:pt x="64" y="0"/>
                      <a:pt x="105" y="7"/>
                      <a:pt x="105" y="7"/>
                    </a:cubicBezTo>
                    <a:lnTo>
                      <a:pt x="95" y="37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1" name="Google Shape;731;p27"/>
              <p:cNvSpPr/>
              <p:nvPr/>
            </p:nvSpPr>
            <p:spPr>
              <a:xfrm>
                <a:off x="7710885" y="2617945"/>
                <a:ext cx="561735" cy="30786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335" extrusionOk="0">
                    <a:moveTo>
                      <a:pt x="519" y="7"/>
                    </a:moveTo>
                    <a:cubicBezTo>
                      <a:pt x="518" y="3"/>
                      <a:pt x="514" y="0"/>
                      <a:pt x="5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4" y="0"/>
                      <a:pt x="0" y="6"/>
                      <a:pt x="2" y="12"/>
                    </a:cubicBezTo>
                    <a:cubicBezTo>
                      <a:pt x="92" y="335"/>
                      <a:pt x="92" y="335"/>
                      <a:pt x="92" y="335"/>
                    </a:cubicBezTo>
                    <a:cubicBezTo>
                      <a:pt x="611" y="335"/>
                      <a:pt x="611" y="335"/>
                      <a:pt x="611" y="335"/>
                    </a:cubicBezTo>
                    <a:lnTo>
                      <a:pt x="519" y="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" name="Google Shape;732;p27"/>
              <p:cNvSpPr/>
              <p:nvPr/>
            </p:nvSpPr>
            <p:spPr>
              <a:xfrm>
                <a:off x="7902338" y="2748385"/>
                <a:ext cx="149463" cy="4501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" name="Google Shape;733;p27"/>
              <p:cNvSpPr/>
              <p:nvPr/>
            </p:nvSpPr>
            <p:spPr>
              <a:xfrm>
                <a:off x="7915662" y="2825528"/>
                <a:ext cx="200569" cy="164102"/>
              </a:xfrm>
              <a:custGeom>
                <a:avLst/>
                <a:gdLst/>
                <a:ahLst/>
                <a:cxnLst/>
                <a:rect l="l" t="t" r="r" b="b"/>
                <a:pathLst>
                  <a:path w="218" h="178" extrusionOk="0">
                    <a:moveTo>
                      <a:pt x="218" y="109"/>
                    </a:moveTo>
                    <a:cubicBezTo>
                      <a:pt x="214" y="126"/>
                      <a:pt x="204" y="152"/>
                      <a:pt x="183" y="160"/>
                    </a:cubicBezTo>
                    <a:cubicBezTo>
                      <a:pt x="152" y="170"/>
                      <a:pt x="66" y="178"/>
                      <a:pt x="50" y="162"/>
                    </a:cubicBezTo>
                    <a:cubicBezTo>
                      <a:pt x="34" y="146"/>
                      <a:pt x="0" y="28"/>
                      <a:pt x="0" y="28"/>
                    </a:cubicBezTo>
                    <a:cubicBezTo>
                      <a:pt x="0" y="28"/>
                      <a:pt x="23" y="21"/>
                      <a:pt x="34" y="43"/>
                    </a:cubicBezTo>
                    <a:cubicBezTo>
                      <a:pt x="44" y="65"/>
                      <a:pt x="64" y="123"/>
                      <a:pt x="64" y="123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3"/>
                      <a:pt x="69" y="0"/>
                      <a:pt x="78" y="13"/>
                    </a:cubicBezTo>
                    <a:cubicBezTo>
                      <a:pt x="87" y="26"/>
                      <a:pt x="95" y="105"/>
                      <a:pt x="95" y="105"/>
                    </a:cubicBezTo>
                    <a:cubicBezTo>
                      <a:pt x="86" y="7"/>
                      <a:pt x="86" y="7"/>
                      <a:pt x="86" y="7"/>
                    </a:cubicBezTo>
                    <a:cubicBezTo>
                      <a:pt x="86" y="7"/>
                      <a:pt x="110" y="3"/>
                      <a:pt x="114" y="28"/>
                    </a:cubicBezTo>
                    <a:cubicBezTo>
                      <a:pt x="118" y="54"/>
                      <a:pt x="127" y="113"/>
                      <a:pt x="127" y="113"/>
                    </a:cubicBezTo>
                    <a:cubicBezTo>
                      <a:pt x="121" y="44"/>
                      <a:pt x="121" y="44"/>
                      <a:pt x="121" y="44"/>
                    </a:cubicBezTo>
                    <a:cubicBezTo>
                      <a:pt x="121" y="44"/>
                      <a:pt x="143" y="44"/>
                      <a:pt x="148" y="67"/>
                    </a:cubicBezTo>
                    <a:cubicBezTo>
                      <a:pt x="151" y="85"/>
                      <a:pt x="156" y="108"/>
                      <a:pt x="156" y="108"/>
                    </a:cubicBezTo>
                    <a:lnTo>
                      <a:pt x="218" y="109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" name="Google Shape;734;p27"/>
              <p:cNvSpPr/>
              <p:nvPr/>
            </p:nvSpPr>
            <p:spPr>
              <a:xfrm>
                <a:off x="8373606" y="2021848"/>
                <a:ext cx="246854" cy="295945"/>
              </a:xfrm>
              <a:custGeom>
                <a:avLst/>
                <a:gdLst/>
                <a:ahLst/>
                <a:cxnLst/>
                <a:rect l="l" t="t" r="r" b="b"/>
                <a:pathLst>
                  <a:path w="269" h="322" extrusionOk="0">
                    <a:moveTo>
                      <a:pt x="257" y="204"/>
                    </a:moveTo>
                    <a:cubicBezTo>
                      <a:pt x="238" y="243"/>
                      <a:pt x="173" y="317"/>
                      <a:pt x="121" y="320"/>
                    </a:cubicBezTo>
                    <a:cubicBezTo>
                      <a:pt x="98" y="322"/>
                      <a:pt x="48" y="292"/>
                      <a:pt x="21" y="259"/>
                    </a:cubicBezTo>
                    <a:cubicBezTo>
                      <a:pt x="15" y="251"/>
                      <a:pt x="10" y="236"/>
                      <a:pt x="8" y="218"/>
                    </a:cubicBezTo>
                    <a:cubicBezTo>
                      <a:pt x="7" y="213"/>
                      <a:pt x="6" y="208"/>
                      <a:pt x="5" y="203"/>
                    </a:cubicBezTo>
                    <a:cubicBezTo>
                      <a:pt x="0" y="151"/>
                      <a:pt x="4" y="86"/>
                      <a:pt x="5" y="75"/>
                    </a:cubicBezTo>
                    <a:cubicBezTo>
                      <a:pt x="11" y="46"/>
                      <a:pt x="55" y="22"/>
                      <a:pt x="104" y="15"/>
                    </a:cubicBezTo>
                    <a:cubicBezTo>
                      <a:pt x="202" y="0"/>
                      <a:pt x="223" y="46"/>
                      <a:pt x="223" y="46"/>
                    </a:cubicBezTo>
                    <a:cubicBezTo>
                      <a:pt x="228" y="57"/>
                      <a:pt x="234" y="59"/>
                      <a:pt x="245" y="87"/>
                    </a:cubicBezTo>
                    <a:cubicBezTo>
                      <a:pt x="264" y="133"/>
                      <a:pt x="269" y="180"/>
                      <a:pt x="257" y="20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" name="Google Shape;735;p27"/>
              <p:cNvSpPr/>
              <p:nvPr/>
            </p:nvSpPr>
            <p:spPr>
              <a:xfrm>
                <a:off x="8516669" y="2180340"/>
                <a:ext cx="41376" cy="23142"/>
              </a:xfrm>
              <a:custGeom>
                <a:avLst/>
                <a:gdLst/>
                <a:ahLst/>
                <a:cxnLst/>
                <a:rect l="l" t="t" r="r" b="b"/>
                <a:pathLst>
                  <a:path w="45" h="25" extrusionOk="0">
                    <a:moveTo>
                      <a:pt x="27" y="0"/>
                    </a:moveTo>
                    <a:cubicBezTo>
                      <a:pt x="24" y="0"/>
                      <a:pt x="21" y="1"/>
                      <a:pt x="18" y="2"/>
                    </a:cubicBezTo>
                    <a:cubicBezTo>
                      <a:pt x="6" y="7"/>
                      <a:pt x="0" y="21"/>
                      <a:pt x="0" y="21"/>
                    </a:cubicBezTo>
                    <a:cubicBezTo>
                      <a:pt x="0" y="21"/>
                      <a:pt x="8" y="25"/>
                      <a:pt x="17" y="25"/>
                    </a:cubicBezTo>
                    <a:cubicBezTo>
                      <a:pt x="20" y="25"/>
                      <a:pt x="23" y="25"/>
                      <a:pt x="26" y="24"/>
                    </a:cubicBezTo>
                    <a:cubicBezTo>
                      <a:pt x="39" y="19"/>
                      <a:pt x="45" y="4"/>
                      <a:pt x="45" y="4"/>
                    </a:cubicBezTo>
                    <a:cubicBezTo>
                      <a:pt x="45" y="4"/>
                      <a:pt x="37" y="0"/>
                      <a:pt x="27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" name="Google Shape;736;p27"/>
              <p:cNvSpPr/>
              <p:nvPr/>
            </p:nvSpPr>
            <p:spPr>
              <a:xfrm>
                <a:off x="8377813" y="2206288"/>
                <a:ext cx="25247" cy="16831"/>
              </a:xfrm>
              <a:custGeom>
                <a:avLst/>
                <a:gdLst/>
                <a:ahLst/>
                <a:cxnLst/>
                <a:rect l="l" t="t" r="r" b="b"/>
                <a:pathLst>
                  <a:path w="27" h="18" extrusionOk="0">
                    <a:moveTo>
                      <a:pt x="8" y="0"/>
                    </a:moveTo>
                    <a:cubicBezTo>
                      <a:pt x="5" y="0"/>
                      <a:pt x="3" y="1"/>
                      <a:pt x="0" y="2"/>
                    </a:cubicBezTo>
                    <a:cubicBezTo>
                      <a:pt x="1" y="7"/>
                      <a:pt x="2" y="12"/>
                      <a:pt x="3" y="17"/>
                    </a:cubicBezTo>
                    <a:cubicBezTo>
                      <a:pt x="4" y="18"/>
                      <a:pt x="6" y="18"/>
                      <a:pt x="8" y="18"/>
                    </a:cubicBezTo>
                    <a:cubicBezTo>
                      <a:pt x="8" y="18"/>
                      <a:pt x="9" y="18"/>
                      <a:pt x="9" y="18"/>
                    </a:cubicBezTo>
                    <a:cubicBezTo>
                      <a:pt x="19" y="18"/>
                      <a:pt x="27" y="10"/>
                      <a:pt x="27" y="10"/>
                    </a:cubicBezTo>
                    <a:cubicBezTo>
                      <a:pt x="27" y="10"/>
                      <a:pt x="20" y="1"/>
                      <a:pt x="9" y="0"/>
                    </a:cubicBezTo>
                    <a:cubicBezTo>
                      <a:pt x="9" y="0"/>
                      <a:pt x="8" y="0"/>
                      <a:pt x="8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27"/>
              <p:cNvSpPr/>
              <p:nvPr/>
            </p:nvSpPr>
            <p:spPr>
              <a:xfrm>
                <a:off x="8404462" y="2170521"/>
                <a:ext cx="19636" cy="39272"/>
              </a:xfrm>
              <a:custGeom>
                <a:avLst/>
                <a:gdLst/>
                <a:ahLst/>
                <a:cxnLst/>
                <a:rect l="l" t="t" r="r" b="b"/>
                <a:pathLst>
                  <a:path w="21" h="43" extrusionOk="0">
                    <a:moveTo>
                      <a:pt x="19" y="20"/>
                    </a:moveTo>
                    <a:cubicBezTo>
                      <a:pt x="21" y="31"/>
                      <a:pt x="18" y="41"/>
                      <a:pt x="14" y="42"/>
                    </a:cubicBezTo>
                    <a:cubicBezTo>
                      <a:pt x="9" y="43"/>
                      <a:pt x="4" y="34"/>
                      <a:pt x="2" y="23"/>
                    </a:cubicBezTo>
                    <a:cubicBezTo>
                      <a:pt x="0" y="12"/>
                      <a:pt x="2" y="2"/>
                      <a:pt x="7" y="1"/>
                    </a:cubicBezTo>
                    <a:cubicBezTo>
                      <a:pt x="11" y="0"/>
                      <a:pt x="17" y="9"/>
                      <a:pt x="19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" name="Google Shape;738;p27"/>
              <p:cNvSpPr/>
              <p:nvPr/>
            </p:nvSpPr>
            <p:spPr>
              <a:xfrm>
                <a:off x="8472487" y="2158600"/>
                <a:ext cx="18935" cy="39272"/>
              </a:xfrm>
              <a:custGeom>
                <a:avLst/>
                <a:gdLst/>
                <a:ahLst/>
                <a:cxnLst/>
                <a:rect l="l" t="t" r="r" b="b"/>
                <a:pathLst>
                  <a:path w="20" h="43" extrusionOk="0">
                    <a:moveTo>
                      <a:pt x="18" y="20"/>
                    </a:moveTo>
                    <a:cubicBezTo>
                      <a:pt x="20" y="31"/>
                      <a:pt x="18" y="41"/>
                      <a:pt x="13" y="42"/>
                    </a:cubicBezTo>
                    <a:cubicBezTo>
                      <a:pt x="9" y="43"/>
                      <a:pt x="3" y="34"/>
                      <a:pt x="2" y="23"/>
                    </a:cubicBezTo>
                    <a:cubicBezTo>
                      <a:pt x="0" y="12"/>
                      <a:pt x="2" y="2"/>
                      <a:pt x="6" y="1"/>
                    </a:cubicBezTo>
                    <a:cubicBezTo>
                      <a:pt x="11" y="0"/>
                      <a:pt x="16" y="9"/>
                      <a:pt x="18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9" name="Google Shape;739;p27"/>
              <p:cNvSpPr/>
              <p:nvPr/>
            </p:nvSpPr>
            <p:spPr>
              <a:xfrm>
                <a:off x="8465475" y="2102496"/>
                <a:ext cx="64519" cy="59610"/>
              </a:xfrm>
              <a:custGeom>
                <a:avLst/>
                <a:gdLst/>
                <a:ahLst/>
                <a:cxnLst/>
                <a:rect l="l" t="t" r="r" b="b"/>
                <a:pathLst>
                  <a:path w="70" h="65" extrusionOk="0">
                    <a:moveTo>
                      <a:pt x="0" y="51"/>
                    </a:moveTo>
                    <a:cubicBezTo>
                      <a:pt x="0" y="51"/>
                      <a:pt x="36" y="30"/>
                      <a:pt x="70" y="65"/>
                    </a:cubicBezTo>
                    <a:cubicBezTo>
                      <a:pt x="70" y="65"/>
                      <a:pt x="32" y="0"/>
                      <a:pt x="0" y="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0" name="Google Shape;740;p27"/>
              <p:cNvSpPr/>
              <p:nvPr/>
            </p:nvSpPr>
            <p:spPr>
              <a:xfrm>
                <a:off x="8379917" y="2126340"/>
                <a:ext cx="44883" cy="51194"/>
              </a:xfrm>
              <a:custGeom>
                <a:avLst/>
                <a:gdLst/>
                <a:ahLst/>
                <a:cxnLst/>
                <a:rect l="l" t="t" r="r" b="b"/>
                <a:pathLst>
                  <a:path w="49" h="56" extrusionOk="0">
                    <a:moveTo>
                      <a:pt x="49" y="30"/>
                    </a:moveTo>
                    <a:cubicBezTo>
                      <a:pt x="49" y="30"/>
                      <a:pt x="16" y="24"/>
                      <a:pt x="0" y="56"/>
                    </a:cubicBezTo>
                    <a:cubicBezTo>
                      <a:pt x="0" y="56"/>
                      <a:pt x="14" y="0"/>
                      <a:pt x="49" y="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1" name="Google Shape;741;p27"/>
              <p:cNvSpPr/>
              <p:nvPr/>
            </p:nvSpPr>
            <p:spPr>
              <a:xfrm>
                <a:off x="8602227" y="2099691"/>
                <a:ext cx="70129" cy="122025"/>
              </a:xfrm>
              <a:custGeom>
                <a:avLst/>
                <a:gdLst/>
                <a:ahLst/>
                <a:cxnLst/>
                <a:rect l="l" t="t" r="r" b="b"/>
                <a:pathLst>
                  <a:path w="76" h="133" extrusionOk="0">
                    <a:moveTo>
                      <a:pt x="0" y="50"/>
                    </a:moveTo>
                    <a:cubicBezTo>
                      <a:pt x="0" y="50"/>
                      <a:pt x="7" y="8"/>
                      <a:pt x="32" y="4"/>
                    </a:cubicBezTo>
                    <a:cubicBezTo>
                      <a:pt x="58" y="0"/>
                      <a:pt x="76" y="133"/>
                      <a:pt x="6" y="92"/>
                    </a:cubicBezTo>
                    <a:lnTo>
                      <a:pt x="0" y="5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" name="Google Shape;742;p27"/>
              <p:cNvSpPr/>
              <p:nvPr/>
            </p:nvSpPr>
            <p:spPr>
              <a:xfrm>
                <a:off x="8609941" y="2134054"/>
                <a:ext cx="30156" cy="30857"/>
              </a:xfrm>
              <a:custGeom>
                <a:avLst/>
                <a:gdLst/>
                <a:ahLst/>
                <a:cxnLst/>
                <a:rect l="l" t="t" r="r" b="b"/>
                <a:pathLst>
                  <a:path w="33" h="34" extrusionOk="0">
                    <a:moveTo>
                      <a:pt x="2" y="34"/>
                    </a:moveTo>
                    <a:cubicBezTo>
                      <a:pt x="3" y="34"/>
                      <a:pt x="4" y="33"/>
                      <a:pt x="4" y="32"/>
                    </a:cubicBezTo>
                    <a:cubicBezTo>
                      <a:pt x="4" y="32"/>
                      <a:pt x="4" y="22"/>
                      <a:pt x="10" y="18"/>
                    </a:cubicBezTo>
                    <a:cubicBezTo>
                      <a:pt x="12" y="17"/>
                      <a:pt x="16" y="17"/>
                      <a:pt x="20" y="19"/>
                    </a:cubicBezTo>
                    <a:cubicBezTo>
                      <a:pt x="21" y="19"/>
                      <a:pt x="22" y="19"/>
                      <a:pt x="22" y="18"/>
                    </a:cubicBezTo>
                    <a:cubicBezTo>
                      <a:pt x="22" y="17"/>
                      <a:pt x="22" y="16"/>
                      <a:pt x="21" y="16"/>
                    </a:cubicBezTo>
                    <a:cubicBezTo>
                      <a:pt x="16" y="14"/>
                      <a:pt x="12" y="14"/>
                      <a:pt x="8" y="16"/>
                    </a:cubicBezTo>
                    <a:cubicBezTo>
                      <a:pt x="7" y="16"/>
                      <a:pt x="6" y="17"/>
                      <a:pt x="6" y="18"/>
                    </a:cubicBezTo>
                    <a:cubicBezTo>
                      <a:pt x="8" y="10"/>
                      <a:pt x="13" y="4"/>
                      <a:pt x="18" y="4"/>
                    </a:cubicBezTo>
                    <a:cubicBezTo>
                      <a:pt x="21" y="3"/>
                      <a:pt x="24" y="5"/>
                      <a:pt x="27" y="8"/>
                    </a:cubicBezTo>
                    <a:cubicBezTo>
                      <a:pt x="29" y="10"/>
                      <a:pt x="30" y="13"/>
                      <a:pt x="30" y="13"/>
                    </a:cubicBezTo>
                    <a:cubicBezTo>
                      <a:pt x="31" y="13"/>
                      <a:pt x="31" y="14"/>
                      <a:pt x="32" y="13"/>
                    </a:cubicBezTo>
                    <a:cubicBezTo>
                      <a:pt x="33" y="13"/>
                      <a:pt x="33" y="12"/>
                      <a:pt x="33" y="11"/>
                    </a:cubicBezTo>
                    <a:cubicBezTo>
                      <a:pt x="33" y="11"/>
                      <a:pt x="28" y="0"/>
                      <a:pt x="18" y="1"/>
                    </a:cubicBezTo>
                    <a:cubicBezTo>
                      <a:pt x="8" y="2"/>
                      <a:pt x="0" y="16"/>
                      <a:pt x="1" y="32"/>
                    </a:cubicBezTo>
                    <a:cubicBezTo>
                      <a:pt x="1" y="33"/>
                      <a:pt x="1" y="34"/>
                      <a:pt x="2" y="34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p27"/>
              <p:cNvSpPr/>
              <p:nvPr/>
            </p:nvSpPr>
            <p:spPr>
              <a:xfrm>
                <a:off x="8325918" y="1951719"/>
                <a:ext cx="323295" cy="246153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284" y="209"/>
                    </a:moveTo>
                    <a:cubicBezTo>
                      <a:pt x="284" y="209"/>
                      <a:pt x="240" y="202"/>
                      <a:pt x="234" y="166"/>
                    </a:cubicBezTo>
                    <a:cubicBezTo>
                      <a:pt x="219" y="176"/>
                      <a:pt x="149" y="190"/>
                      <a:pt x="103" y="173"/>
                    </a:cubicBezTo>
                    <a:cubicBezTo>
                      <a:pt x="113" y="185"/>
                      <a:pt x="145" y="206"/>
                      <a:pt x="145" y="206"/>
                    </a:cubicBezTo>
                    <a:cubicBezTo>
                      <a:pt x="18" y="221"/>
                      <a:pt x="0" y="135"/>
                      <a:pt x="0" y="135"/>
                    </a:cubicBezTo>
                    <a:cubicBezTo>
                      <a:pt x="0" y="135"/>
                      <a:pt x="77" y="30"/>
                      <a:pt x="170" y="18"/>
                    </a:cubicBezTo>
                    <a:cubicBezTo>
                      <a:pt x="276" y="0"/>
                      <a:pt x="276" y="51"/>
                      <a:pt x="276" y="51"/>
                    </a:cubicBezTo>
                    <a:cubicBezTo>
                      <a:pt x="276" y="51"/>
                      <a:pt x="301" y="49"/>
                      <a:pt x="326" y="68"/>
                    </a:cubicBezTo>
                    <a:cubicBezTo>
                      <a:pt x="352" y="88"/>
                      <a:pt x="323" y="169"/>
                      <a:pt x="323" y="169"/>
                    </a:cubicBezTo>
                    <a:cubicBezTo>
                      <a:pt x="323" y="169"/>
                      <a:pt x="302" y="186"/>
                      <a:pt x="302" y="206"/>
                    </a:cubicBezTo>
                    <a:cubicBezTo>
                      <a:pt x="301" y="268"/>
                      <a:pt x="301" y="268"/>
                      <a:pt x="301" y="268"/>
                    </a:cubicBezTo>
                    <a:cubicBezTo>
                      <a:pt x="301" y="268"/>
                      <a:pt x="281" y="231"/>
                      <a:pt x="284" y="2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44" name="Google Shape;744;p27"/>
            <p:cNvSpPr/>
            <p:nvPr/>
          </p:nvSpPr>
          <p:spPr>
            <a:xfrm>
              <a:off x="6208623" y="3034516"/>
              <a:ext cx="200575" cy="197948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27"/>
            <p:cNvSpPr/>
            <p:nvPr/>
          </p:nvSpPr>
          <p:spPr>
            <a:xfrm>
              <a:off x="4765672" y="1863625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B1EE6767-ADB9-E50D-04DD-BE23F81B2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1430"/>
            <a:ext cx="1394691" cy="7150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29"/>
          <p:cNvSpPr txBox="1">
            <a:spLocks noGrp="1"/>
          </p:cNvSpPr>
          <p:nvPr>
            <p:ph type="subTitle" idx="13"/>
          </p:nvPr>
        </p:nvSpPr>
        <p:spPr>
          <a:xfrm>
            <a:off x="5419074" y="1299175"/>
            <a:ext cx="3602377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Introducción a XML</a:t>
            </a:r>
            <a:endParaRPr sz="2800" dirty="0"/>
          </a:p>
        </p:txBody>
      </p:sp>
      <p:sp>
        <p:nvSpPr>
          <p:cNvPr id="760" name="Google Shape;760;p29"/>
          <p:cNvSpPr txBox="1">
            <a:spLocks noGrp="1"/>
          </p:cNvSpPr>
          <p:nvPr>
            <p:ph type="title" idx="5"/>
          </p:nvPr>
        </p:nvSpPr>
        <p:spPr>
          <a:xfrm>
            <a:off x="859275" y="1424275"/>
            <a:ext cx="667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761" name="Google Shape;761;p29"/>
          <p:cNvSpPr txBox="1">
            <a:spLocks noGrp="1"/>
          </p:cNvSpPr>
          <p:nvPr>
            <p:ph type="subTitle" idx="9"/>
          </p:nvPr>
        </p:nvSpPr>
        <p:spPr>
          <a:xfrm>
            <a:off x="1524375" y="1426525"/>
            <a:ext cx="2958000" cy="7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s-MX" sz="2400" dirty="0"/>
              <a:t>Definición de datos semiestructurados</a:t>
            </a:r>
            <a:endParaRPr dirty="0"/>
          </a:p>
        </p:txBody>
      </p:sp>
      <p:sp>
        <p:nvSpPr>
          <p:cNvPr id="762" name="Google Shape;762;p29"/>
          <p:cNvSpPr txBox="1">
            <a:spLocks noGrp="1"/>
          </p:cNvSpPr>
          <p:nvPr>
            <p:ph type="subTitle" idx="15"/>
          </p:nvPr>
        </p:nvSpPr>
        <p:spPr>
          <a:xfrm>
            <a:off x="5419075" y="3082997"/>
            <a:ext cx="2958000" cy="7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s-MX" sz="2400" dirty="0"/>
              <a:t>Motores de consulta XML</a:t>
            </a:r>
            <a:endParaRPr dirty="0"/>
          </a:p>
        </p:txBody>
      </p:sp>
      <p:sp>
        <p:nvSpPr>
          <p:cNvPr id="763" name="Google Shape;763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sz="2800" dirty="0"/>
              <a:t>Bases de Datos Semiestructuradas (XML)</a:t>
            </a:r>
            <a:endParaRPr sz="2800" dirty="0"/>
          </a:p>
        </p:txBody>
      </p:sp>
      <p:sp>
        <p:nvSpPr>
          <p:cNvPr id="768" name="Google Shape;768;p29"/>
          <p:cNvSpPr txBox="1">
            <a:spLocks noGrp="1"/>
          </p:cNvSpPr>
          <p:nvPr>
            <p:ph type="title" idx="6"/>
          </p:nvPr>
        </p:nvSpPr>
        <p:spPr>
          <a:xfrm>
            <a:off x="859275" y="3080674"/>
            <a:ext cx="667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769" name="Google Shape;769;p29"/>
          <p:cNvSpPr txBox="1">
            <a:spLocks noGrp="1"/>
          </p:cNvSpPr>
          <p:nvPr>
            <p:ph type="title" idx="7"/>
          </p:nvPr>
        </p:nvSpPr>
        <p:spPr>
          <a:xfrm>
            <a:off x="4753977" y="1424275"/>
            <a:ext cx="6651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770" name="Google Shape;770;p29"/>
          <p:cNvSpPr txBox="1">
            <a:spLocks noGrp="1"/>
          </p:cNvSpPr>
          <p:nvPr>
            <p:ph type="title" idx="8"/>
          </p:nvPr>
        </p:nvSpPr>
        <p:spPr>
          <a:xfrm>
            <a:off x="4753977" y="3080674"/>
            <a:ext cx="6651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771" name="Google Shape;771;p29"/>
          <p:cNvSpPr txBox="1">
            <a:spLocks noGrp="1"/>
          </p:cNvSpPr>
          <p:nvPr>
            <p:ph type="subTitle" idx="14"/>
          </p:nvPr>
        </p:nvSpPr>
        <p:spPr>
          <a:xfrm>
            <a:off x="1524375" y="3462991"/>
            <a:ext cx="2958000" cy="7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s-MX" sz="2400" dirty="0"/>
              <a:t>Consultando datos con </a:t>
            </a:r>
            <a:r>
              <a:rPr lang="es-MX" sz="2400" dirty="0" err="1"/>
              <a:t>XPath</a:t>
            </a:r>
            <a:r>
              <a:rPr lang="es-MX" sz="2400" dirty="0"/>
              <a:t>, </a:t>
            </a:r>
            <a:r>
              <a:rPr lang="es-MX" sz="2400" dirty="0" err="1"/>
              <a:t>XQuery</a:t>
            </a:r>
            <a:r>
              <a:rPr lang="es-MX" sz="2400" dirty="0"/>
              <a:t> y SQL/XML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Pregunta</a:t>
            </a:r>
            <a:endParaRPr dirty="0"/>
          </a:p>
        </p:txBody>
      </p:sp>
      <p:sp>
        <p:nvSpPr>
          <p:cNvPr id="778" name="Google Shape;778;p30"/>
          <p:cNvSpPr txBox="1">
            <a:spLocks noGrp="1"/>
          </p:cNvSpPr>
          <p:nvPr>
            <p:ph type="subTitle" idx="2"/>
          </p:nvPr>
        </p:nvSpPr>
        <p:spPr>
          <a:xfrm>
            <a:off x="872400" y="1538600"/>
            <a:ext cx="7551600" cy="27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 fontAlgn="t"/>
            <a:r>
              <a:rPr lang="es-MX" sz="2800" b="1" dirty="0"/>
              <a:t>¿Por qué las bases de datos relacionales no siempre son suficientes para modelar toda la información empresarial?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32"/>
          <p:cNvSpPr txBox="1">
            <a:spLocks noGrp="1"/>
          </p:cNvSpPr>
          <p:nvPr>
            <p:ph type="title"/>
          </p:nvPr>
        </p:nvSpPr>
        <p:spPr>
          <a:xfrm>
            <a:off x="719999" y="445025"/>
            <a:ext cx="6925139" cy="101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sz="2400" b="1" dirty="0">
                <a:solidFill>
                  <a:schemeClr val="accent1">
                    <a:lumMod val="10000"/>
                  </a:schemeClr>
                </a:solidFill>
              </a:rPr>
              <a:t>1.1 Definición de datos semiestructurados </a:t>
            </a:r>
            <a:endParaRPr sz="2400" dirty="0">
              <a:solidFill>
                <a:schemeClr val="accent1">
                  <a:lumMod val="10000"/>
                </a:schemeClr>
              </a:solidFill>
            </a:endParaRPr>
          </a:p>
        </p:txBody>
      </p:sp>
      <p:sp>
        <p:nvSpPr>
          <p:cNvPr id="885" name="Google Shape;885;p32"/>
          <p:cNvSpPr txBox="1">
            <a:spLocks noGrp="1"/>
          </p:cNvSpPr>
          <p:nvPr>
            <p:ph type="subTitle" idx="1"/>
          </p:nvPr>
        </p:nvSpPr>
        <p:spPr>
          <a:xfrm>
            <a:off x="804840" y="951875"/>
            <a:ext cx="7619161" cy="290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 fontAlgn="t">
              <a:lnSpc>
                <a:spcPct val="100000"/>
              </a:lnSpc>
              <a:buNone/>
            </a:pPr>
            <a:r>
              <a:rPr lang="es-MX" sz="2000" dirty="0"/>
              <a:t>Los </a:t>
            </a:r>
            <a:r>
              <a:rPr lang="es-MX" sz="2000" b="1" dirty="0"/>
              <a:t>datos semiestructurados</a:t>
            </a:r>
            <a:r>
              <a:rPr lang="es-MX" sz="2000" dirty="0"/>
              <a:t> son aquellos que no siguen un esquema rígido y predefinido como el de una base de datos relacional, pero que sí poseen una organización interna que permite identificar y relacionar los datos mediante etiquetas, atributos o claves.</a:t>
            </a:r>
          </a:p>
          <a:p>
            <a:pPr algn="just" fontAlgn="t">
              <a:lnSpc>
                <a:spcPct val="100000"/>
              </a:lnSpc>
              <a:buNone/>
            </a:pPr>
            <a:endParaRPr lang="es-MX" sz="2000" dirty="0"/>
          </a:p>
          <a:p>
            <a:pPr algn="just" fontAlgn="t">
              <a:lnSpc>
                <a:spcPct val="100000"/>
              </a:lnSpc>
              <a:buNone/>
            </a:pPr>
            <a:r>
              <a:rPr lang="es-MX" sz="2000" dirty="0"/>
              <a:t>En este tipo de datos, la estructura puede variar entre registros sin necesidad de modificar un esquema global, lo que proporciona flexibilidad para almacenar información heterogénea.</a:t>
            </a:r>
          </a:p>
          <a:p>
            <a:pPr marL="0" lvl="0" indent="0" fontAlgn="t">
              <a:buNone/>
            </a:pPr>
            <a:endParaRPr lang="es-MX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b="1" dirty="0">
                <a:solidFill>
                  <a:schemeClr val="accent1">
                    <a:lumMod val="25000"/>
                  </a:schemeClr>
                </a:solidFill>
                <a:latin typeface="Aptos" panose="020B0004020202020204" pitchFamily="34" charset="0"/>
              </a:rPr>
              <a:t>Características</a:t>
            </a:r>
            <a:endParaRPr dirty="0">
              <a:solidFill>
                <a:schemeClr val="accent1">
                  <a:lumMod val="25000"/>
                </a:schemeClr>
              </a:solidFill>
            </a:endParaRPr>
          </a:p>
        </p:txBody>
      </p:sp>
      <p:sp>
        <p:nvSpPr>
          <p:cNvPr id="894" name="Google Shape;894;p33"/>
          <p:cNvSpPr txBox="1">
            <a:spLocks noGrp="1"/>
          </p:cNvSpPr>
          <p:nvPr>
            <p:ph type="subTitle" idx="3"/>
          </p:nvPr>
        </p:nvSpPr>
        <p:spPr>
          <a:xfrm>
            <a:off x="1203059" y="1119049"/>
            <a:ext cx="6585680" cy="47236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s-MX" dirty="0"/>
              <a:t>No requieren un esquema fijo de columnas</a:t>
            </a:r>
            <a:endParaRPr dirty="0"/>
          </a:p>
        </p:txBody>
      </p:sp>
      <p:sp>
        <p:nvSpPr>
          <p:cNvPr id="896" name="Google Shape;896;p33"/>
          <p:cNvSpPr/>
          <p:nvPr/>
        </p:nvSpPr>
        <p:spPr>
          <a:xfrm>
            <a:off x="821591" y="1154924"/>
            <a:ext cx="381468" cy="335163"/>
          </a:xfrm>
          <a:custGeom>
            <a:avLst/>
            <a:gdLst/>
            <a:ahLst/>
            <a:cxnLst/>
            <a:rect l="l" t="t" r="r" b="b"/>
            <a:pathLst>
              <a:path w="346" h="304" extrusionOk="0">
                <a:moveTo>
                  <a:pt x="261" y="0"/>
                </a:moveTo>
                <a:lnTo>
                  <a:pt x="87" y="0"/>
                </a:lnTo>
                <a:lnTo>
                  <a:pt x="0" y="152"/>
                </a:lnTo>
                <a:lnTo>
                  <a:pt x="87" y="304"/>
                </a:lnTo>
                <a:lnTo>
                  <a:pt x="261" y="304"/>
                </a:lnTo>
                <a:lnTo>
                  <a:pt x="346" y="152"/>
                </a:lnTo>
                <a:lnTo>
                  <a:pt x="261" y="0"/>
                </a:lnTo>
                <a:close/>
                <a:moveTo>
                  <a:pt x="213" y="223"/>
                </a:moveTo>
                <a:lnTo>
                  <a:pt x="133" y="223"/>
                </a:lnTo>
                <a:lnTo>
                  <a:pt x="92" y="152"/>
                </a:lnTo>
                <a:lnTo>
                  <a:pt x="133" y="81"/>
                </a:lnTo>
                <a:lnTo>
                  <a:pt x="213" y="81"/>
                </a:lnTo>
                <a:lnTo>
                  <a:pt x="254" y="152"/>
                </a:lnTo>
                <a:lnTo>
                  <a:pt x="213" y="223"/>
                </a:lnTo>
                <a:close/>
                <a:moveTo>
                  <a:pt x="213" y="62"/>
                </a:moveTo>
                <a:lnTo>
                  <a:pt x="133" y="62"/>
                </a:lnTo>
                <a:lnTo>
                  <a:pt x="111" y="21"/>
                </a:lnTo>
                <a:lnTo>
                  <a:pt x="237" y="21"/>
                </a:lnTo>
                <a:lnTo>
                  <a:pt x="213" y="62"/>
                </a:lnTo>
                <a:close/>
                <a:moveTo>
                  <a:pt x="116" y="71"/>
                </a:moveTo>
                <a:lnTo>
                  <a:pt x="76" y="142"/>
                </a:lnTo>
                <a:lnTo>
                  <a:pt x="31" y="142"/>
                </a:lnTo>
                <a:lnTo>
                  <a:pt x="92" y="31"/>
                </a:lnTo>
                <a:lnTo>
                  <a:pt x="116" y="71"/>
                </a:lnTo>
                <a:close/>
                <a:moveTo>
                  <a:pt x="76" y="161"/>
                </a:moveTo>
                <a:lnTo>
                  <a:pt x="116" y="233"/>
                </a:lnTo>
                <a:lnTo>
                  <a:pt x="92" y="273"/>
                </a:lnTo>
                <a:lnTo>
                  <a:pt x="31" y="161"/>
                </a:lnTo>
                <a:lnTo>
                  <a:pt x="76" y="161"/>
                </a:lnTo>
                <a:close/>
                <a:moveTo>
                  <a:pt x="133" y="245"/>
                </a:moveTo>
                <a:lnTo>
                  <a:pt x="213" y="245"/>
                </a:lnTo>
                <a:lnTo>
                  <a:pt x="237" y="285"/>
                </a:lnTo>
                <a:lnTo>
                  <a:pt x="111" y="285"/>
                </a:lnTo>
                <a:lnTo>
                  <a:pt x="133" y="245"/>
                </a:lnTo>
                <a:close/>
                <a:moveTo>
                  <a:pt x="230" y="233"/>
                </a:moveTo>
                <a:lnTo>
                  <a:pt x="270" y="161"/>
                </a:lnTo>
                <a:lnTo>
                  <a:pt x="318" y="161"/>
                </a:lnTo>
                <a:lnTo>
                  <a:pt x="254" y="273"/>
                </a:lnTo>
                <a:lnTo>
                  <a:pt x="230" y="233"/>
                </a:lnTo>
                <a:close/>
                <a:moveTo>
                  <a:pt x="270" y="142"/>
                </a:moveTo>
                <a:lnTo>
                  <a:pt x="230" y="71"/>
                </a:lnTo>
                <a:lnTo>
                  <a:pt x="254" y="31"/>
                </a:lnTo>
                <a:lnTo>
                  <a:pt x="318" y="142"/>
                </a:lnTo>
                <a:lnTo>
                  <a:pt x="270" y="142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33"/>
          <p:cNvSpPr/>
          <p:nvPr/>
        </p:nvSpPr>
        <p:spPr>
          <a:xfrm>
            <a:off x="821591" y="1699510"/>
            <a:ext cx="382570" cy="374853"/>
          </a:xfrm>
          <a:custGeom>
            <a:avLst/>
            <a:gdLst/>
            <a:ahLst/>
            <a:cxnLst/>
            <a:rect l="l" t="t" r="r" b="b"/>
            <a:pathLst>
              <a:path w="347" h="340" extrusionOk="0">
                <a:moveTo>
                  <a:pt x="173" y="0"/>
                </a:moveTo>
                <a:lnTo>
                  <a:pt x="0" y="129"/>
                </a:lnTo>
                <a:lnTo>
                  <a:pt x="64" y="340"/>
                </a:lnTo>
                <a:lnTo>
                  <a:pt x="285" y="340"/>
                </a:lnTo>
                <a:lnTo>
                  <a:pt x="347" y="129"/>
                </a:lnTo>
                <a:lnTo>
                  <a:pt x="173" y="0"/>
                </a:lnTo>
                <a:close/>
                <a:moveTo>
                  <a:pt x="271" y="145"/>
                </a:moveTo>
                <a:lnTo>
                  <a:pt x="183" y="81"/>
                </a:lnTo>
                <a:lnTo>
                  <a:pt x="183" y="31"/>
                </a:lnTo>
                <a:lnTo>
                  <a:pt x="313" y="129"/>
                </a:lnTo>
                <a:lnTo>
                  <a:pt x="271" y="145"/>
                </a:lnTo>
                <a:close/>
                <a:moveTo>
                  <a:pt x="225" y="257"/>
                </a:moveTo>
                <a:lnTo>
                  <a:pt x="123" y="257"/>
                </a:lnTo>
                <a:lnTo>
                  <a:pt x="90" y="159"/>
                </a:lnTo>
                <a:lnTo>
                  <a:pt x="173" y="100"/>
                </a:lnTo>
                <a:lnTo>
                  <a:pt x="256" y="159"/>
                </a:lnTo>
                <a:lnTo>
                  <a:pt x="225" y="257"/>
                </a:lnTo>
                <a:close/>
                <a:moveTo>
                  <a:pt x="164" y="81"/>
                </a:moveTo>
                <a:lnTo>
                  <a:pt x="76" y="145"/>
                </a:lnTo>
                <a:lnTo>
                  <a:pt x="36" y="129"/>
                </a:lnTo>
                <a:lnTo>
                  <a:pt x="164" y="31"/>
                </a:lnTo>
                <a:lnTo>
                  <a:pt x="164" y="81"/>
                </a:lnTo>
                <a:close/>
                <a:moveTo>
                  <a:pt x="71" y="164"/>
                </a:moveTo>
                <a:lnTo>
                  <a:pt x="104" y="266"/>
                </a:lnTo>
                <a:lnTo>
                  <a:pt x="74" y="307"/>
                </a:lnTo>
                <a:lnTo>
                  <a:pt x="29" y="150"/>
                </a:lnTo>
                <a:lnTo>
                  <a:pt x="71" y="164"/>
                </a:lnTo>
                <a:close/>
                <a:moveTo>
                  <a:pt x="121" y="278"/>
                </a:moveTo>
                <a:lnTo>
                  <a:pt x="228" y="278"/>
                </a:lnTo>
                <a:lnTo>
                  <a:pt x="256" y="319"/>
                </a:lnTo>
                <a:lnTo>
                  <a:pt x="90" y="319"/>
                </a:lnTo>
                <a:lnTo>
                  <a:pt x="121" y="278"/>
                </a:lnTo>
                <a:close/>
                <a:moveTo>
                  <a:pt x="244" y="266"/>
                </a:moveTo>
                <a:lnTo>
                  <a:pt x="278" y="164"/>
                </a:lnTo>
                <a:lnTo>
                  <a:pt x="320" y="150"/>
                </a:lnTo>
                <a:lnTo>
                  <a:pt x="273" y="307"/>
                </a:lnTo>
                <a:lnTo>
                  <a:pt x="244" y="266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94;p33">
            <a:extLst>
              <a:ext uri="{FF2B5EF4-FFF2-40B4-BE49-F238E27FC236}">
                <a16:creationId xmlns:a16="http://schemas.microsoft.com/office/drawing/2014/main" id="{77CFB96F-AC73-DCDD-32E8-AF65485A9DB0}"/>
              </a:ext>
            </a:extLst>
          </p:cNvPr>
          <p:cNvSpPr txBox="1">
            <a:spLocks/>
          </p:cNvSpPr>
          <p:nvPr/>
        </p:nvSpPr>
        <p:spPr>
          <a:xfrm>
            <a:off x="1203059" y="1868548"/>
            <a:ext cx="6585680" cy="472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1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pPr marL="342900" lvl="0" indent="-342900" algn="just" fontAlgn="t"/>
            <a:r>
              <a:rPr lang="es-MX" dirty="0"/>
              <a:t>Son autodescriptivos, es decir, los datos contienen</a:t>
            </a:r>
          </a:p>
          <a:p>
            <a:pPr marL="342900" lvl="0" indent="-342900" algn="just" fontAlgn="t"/>
            <a:r>
              <a:rPr lang="es-MX" dirty="0"/>
              <a:t>información sobre su propia estructura.</a:t>
            </a:r>
          </a:p>
        </p:txBody>
      </p:sp>
      <p:sp>
        <p:nvSpPr>
          <p:cNvPr id="10" name="Google Shape;896;p33">
            <a:extLst>
              <a:ext uri="{FF2B5EF4-FFF2-40B4-BE49-F238E27FC236}">
                <a16:creationId xmlns:a16="http://schemas.microsoft.com/office/drawing/2014/main" id="{CA75A27B-ED04-4906-9D52-CE58D7655BDE}"/>
              </a:ext>
            </a:extLst>
          </p:cNvPr>
          <p:cNvSpPr/>
          <p:nvPr/>
        </p:nvSpPr>
        <p:spPr>
          <a:xfrm>
            <a:off x="821591" y="2475817"/>
            <a:ext cx="381468" cy="335163"/>
          </a:xfrm>
          <a:custGeom>
            <a:avLst/>
            <a:gdLst/>
            <a:ahLst/>
            <a:cxnLst/>
            <a:rect l="l" t="t" r="r" b="b"/>
            <a:pathLst>
              <a:path w="346" h="304" extrusionOk="0">
                <a:moveTo>
                  <a:pt x="261" y="0"/>
                </a:moveTo>
                <a:lnTo>
                  <a:pt x="87" y="0"/>
                </a:lnTo>
                <a:lnTo>
                  <a:pt x="0" y="152"/>
                </a:lnTo>
                <a:lnTo>
                  <a:pt x="87" y="304"/>
                </a:lnTo>
                <a:lnTo>
                  <a:pt x="261" y="304"/>
                </a:lnTo>
                <a:lnTo>
                  <a:pt x="346" y="152"/>
                </a:lnTo>
                <a:lnTo>
                  <a:pt x="261" y="0"/>
                </a:lnTo>
                <a:close/>
                <a:moveTo>
                  <a:pt x="213" y="223"/>
                </a:moveTo>
                <a:lnTo>
                  <a:pt x="133" y="223"/>
                </a:lnTo>
                <a:lnTo>
                  <a:pt x="92" y="152"/>
                </a:lnTo>
                <a:lnTo>
                  <a:pt x="133" y="81"/>
                </a:lnTo>
                <a:lnTo>
                  <a:pt x="213" y="81"/>
                </a:lnTo>
                <a:lnTo>
                  <a:pt x="254" y="152"/>
                </a:lnTo>
                <a:lnTo>
                  <a:pt x="213" y="223"/>
                </a:lnTo>
                <a:close/>
                <a:moveTo>
                  <a:pt x="213" y="62"/>
                </a:moveTo>
                <a:lnTo>
                  <a:pt x="133" y="62"/>
                </a:lnTo>
                <a:lnTo>
                  <a:pt x="111" y="21"/>
                </a:lnTo>
                <a:lnTo>
                  <a:pt x="237" y="21"/>
                </a:lnTo>
                <a:lnTo>
                  <a:pt x="213" y="62"/>
                </a:lnTo>
                <a:close/>
                <a:moveTo>
                  <a:pt x="116" y="71"/>
                </a:moveTo>
                <a:lnTo>
                  <a:pt x="76" y="142"/>
                </a:lnTo>
                <a:lnTo>
                  <a:pt x="31" y="142"/>
                </a:lnTo>
                <a:lnTo>
                  <a:pt x="92" y="31"/>
                </a:lnTo>
                <a:lnTo>
                  <a:pt x="116" y="71"/>
                </a:lnTo>
                <a:close/>
                <a:moveTo>
                  <a:pt x="76" y="161"/>
                </a:moveTo>
                <a:lnTo>
                  <a:pt x="116" y="233"/>
                </a:lnTo>
                <a:lnTo>
                  <a:pt x="92" y="273"/>
                </a:lnTo>
                <a:lnTo>
                  <a:pt x="31" y="161"/>
                </a:lnTo>
                <a:lnTo>
                  <a:pt x="76" y="161"/>
                </a:lnTo>
                <a:close/>
                <a:moveTo>
                  <a:pt x="133" y="245"/>
                </a:moveTo>
                <a:lnTo>
                  <a:pt x="213" y="245"/>
                </a:lnTo>
                <a:lnTo>
                  <a:pt x="237" y="285"/>
                </a:lnTo>
                <a:lnTo>
                  <a:pt x="111" y="285"/>
                </a:lnTo>
                <a:lnTo>
                  <a:pt x="133" y="245"/>
                </a:lnTo>
                <a:close/>
                <a:moveTo>
                  <a:pt x="230" y="233"/>
                </a:moveTo>
                <a:lnTo>
                  <a:pt x="270" y="161"/>
                </a:lnTo>
                <a:lnTo>
                  <a:pt x="318" y="161"/>
                </a:lnTo>
                <a:lnTo>
                  <a:pt x="254" y="273"/>
                </a:lnTo>
                <a:lnTo>
                  <a:pt x="230" y="233"/>
                </a:lnTo>
                <a:close/>
                <a:moveTo>
                  <a:pt x="270" y="142"/>
                </a:moveTo>
                <a:lnTo>
                  <a:pt x="230" y="71"/>
                </a:lnTo>
                <a:lnTo>
                  <a:pt x="254" y="31"/>
                </a:lnTo>
                <a:lnTo>
                  <a:pt x="318" y="142"/>
                </a:lnTo>
                <a:lnTo>
                  <a:pt x="270" y="142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3CDD61D-1809-8AE4-D5C7-3C92872A0274}"/>
              </a:ext>
            </a:extLst>
          </p:cNvPr>
          <p:cNvSpPr txBox="1"/>
          <p:nvPr/>
        </p:nvSpPr>
        <p:spPr>
          <a:xfrm>
            <a:off x="1203059" y="2338618"/>
            <a:ext cx="5703216" cy="463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15000"/>
              </a:lnSpc>
              <a:buClr>
                <a:schemeClr val="dk1"/>
              </a:buClr>
              <a:buSzPts val="2400"/>
            </a:pPr>
            <a:r>
              <a:rPr lang="es-MX" sz="2100" dirty="0">
                <a:solidFill>
                  <a:schemeClr val="dk1"/>
                </a:solidFill>
                <a:latin typeface="Baloo 2 ExtraBold"/>
                <a:cs typeface="Baloo 2 ExtraBold"/>
                <a:sym typeface="Baloo 2 ExtraBold"/>
              </a:rPr>
              <a:t>Permiten estructuras jerárquicas y anidadas.</a:t>
            </a:r>
          </a:p>
        </p:txBody>
      </p:sp>
      <p:sp>
        <p:nvSpPr>
          <p:cNvPr id="14" name="Google Shape;897;p33">
            <a:extLst>
              <a:ext uri="{FF2B5EF4-FFF2-40B4-BE49-F238E27FC236}">
                <a16:creationId xmlns:a16="http://schemas.microsoft.com/office/drawing/2014/main" id="{E50E6624-418B-81F0-7143-F5A35299B81C}"/>
              </a:ext>
            </a:extLst>
          </p:cNvPr>
          <p:cNvSpPr/>
          <p:nvPr/>
        </p:nvSpPr>
        <p:spPr>
          <a:xfrm>
            <a:off x="821591" y="3025007"/>
            <a:ext cx="382570" cy="374853"/>
          </a:xfrm>
          <a:custGeom>
            <a:avLst/>
            <a:gdLst/>
            <a:ahLst/>
            <a:cxnLst/>
            <a:rect l="l" t="t" r="r" b="b"/>
            <a:pathLst>
              <a:path w="347" h="340" extrusionOk="0">
                <a:moveTo>
                  <a:pt x="173" y="0"/>
                </a:moveTo>
                <a:lnTo>
                  <a:pt x="0" y="129"/>
                </a:lnTo>
                <a:lnTo>
                  <a:pt x="64" y="340"/>
                </a:lnTo>
                <a:lnTo>
                  <a:pt x="285" y="340"/>
                </a:lnTo>
                <a:lnTo>
                  <a:pt x="347" y="129"/>
                </a:lnTo>
                <a:lnTo>
                  <a:pt x="173" y="0"/>
                </a:lnTo>
                <a:close/>
                <a:moveTo>
                  <a:pt x="271" y="145"/>
                </a:moveTo>
                <a:lnTo>
                  <a:pt x="183" y="81"/>
                </a:lnTo>
                <a:lnTo>
                  <a:pt x="183" y="31"/>
                </a:lnTo>
                <a:lnTo>
                  <a:pt x="313" y="129"/>
                </a:lnTo>
                <a:lnTo>
                  <a:pt x="271" y="145"/>
                </a:lnTo>
                <a:close/>
                <a:moveTo>
                  <a:pt x="225" y="257"/>
                </a:moveTo>
                <a:lnTo>
                  <a:pt x="123" y="257"/>
                </a:lnTo>
                <a:lnTo>
                  <a:pt x="90" y="159"/>
                </a:lnTo>
                <a:lnTo>
                  <a:pt x="173" y="100"/>
                </a:lnTo>
                <a:lnTo>
                  <a:pt x="256" y="159"/>
                </a:lnTo>
                <a:lnTo>
                  <a:pt x="225" y="257"/>
                </a:lnTo>
                <a:close/>
                <a:moveTo>
                  <a:pt x="164" y="81"/>
                </a:moveTo>
                <a:lnTo>
                  <a:pt x="76" y="145"/>
                </a:lnTo>
                <a:lnTo>
                  <a:pt x="36" y="129"/>
                </a:lnTo>
                <a:lnTo>
                  <a:pt x="164" y="31"/>
                </a:lnTo>
                <a:lnTo>
                  <a:pt x="164" y="81"/>
                </a:lnTo>
                <a:close/>
                <a:moveTo>
                  <a:pt x="71" y="164"/>
                </a:moveTo>
                <a:lnTo>
                  <a:pt x="104" y="266"/>
                </a:lnTo>
                <a:lnTo>
                  <a:pt x="74" y="307"/>
                </a:lnTo>
                <a:lnTo>
                  <a:pt x="29" y="150"/>
                </a:lnTo>
                <a:lnTo>
                  <a:pt x="71" y="164"/>
                </a:lnTo>
                <a:close/>
                <a:moveTo>
                  <a:pt x="121" y="278"/>
                </a:moveTo>
                <a:lnTo>
                  <a:pt x="228" y="278"/>
                </a:lnTo>
                <a:lnTo>
                  <a:pt x="256" y="319"/>
                </a:lnTo>
                <a:lnTo>
                  <a:pt x="90" y="319"/>
                </a:lnTo>
                <a:lnTo>
                  <a:pt x="121" y="278"/>
                </a:lnTo>
                <a:close/>
                <a:moveTo>
                  <a:pt x="244" y="266"/>
                </a:moveTo>
                <a:lnTo>
                  <a:pt x="278" y="164"/>
                </a:lnTo>
                <a:lnTo>
                  <a:pt x="320" y="150"/>
                </a:lnTo>
                <a:lnTo>
                  <a:pt x="273" y="307"/>
                </a:lnTo>
                <a:lnTo>
                  <a:pt x="244" y="266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62BAC7A-D875-DEC5-8D7E-0057C34AFD36}"/>
              </a:ext>
            </a:extLst>
          </p:cNvPr>
          <p:cNvSpPr txBox="1"/>
          <p:nvPr/>
        </p:nvSpPr>
        <p:spPr>
          <a:xfrm>
            <a:off x="1203059" y="3014313"/>
            <a:ext cx="693010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100" dirty="0">
                <a:solidFill>
                  <a:schemeClr val="accent1">
                    <a:lumMod val="25000"/>
                  </a:schemeClr>
                </a:solidFill>
                <a:latin typeface="Baloo 2 ExtraBold" panose="020B0604020202020204" charset="0"/>
                <a:cs typeface="Baloo 2 ExtraBold" panose="020B0604020202020204" charset="0"/>
              </a:rPr>
              <a:t>Facilitan el intercambio de información entre sistemas </a:t>
            </a:r>
          </a:p>
          <a:p>
            <a:r>
              <a:rPr lang="es-MX" sz="2100" dirty="0">
                <a:solidFill>
                  <a:schemeClr val="accent1">
                    <a:lumMod val="25000"/>
                  </a:schemeClr>
                </a:solidFill>
                <a:latin typeface="Baloo 2 ExtraBold" panose="020B0604020202020204" charset="0"/>
                <a:cs typeface="Baloo 2 ExtraBold" panose="020B0604020202020204" charset="0"/>
              </a:rPr>
              <a:t>diferentes</a:t>
            </a:r>
            <a:r>
              <a:rPr lang="es-MX" dirty="0">
                <a:solidFill>
                  <a:schemeClr val="accent1">
                    <a:lumMod val="25000"/>
                  </a:schemeClr>
                </a:solidFill>
                <a:latin typeface="Baloo 2 ExtraBold" panose="020B0604020202020204" charset="0"/>
                <a:cs typeface="Baloo 2 ExtraBold" panose="020B0604020202020204" charset="0"/>
              </a:rPr>
              <a:t>.</a:t>
            </a:r>
          </a:p>
        </p:txBody>
      </p:sp>
      <p:sp>
        <p:nvSpPr>
          <p:cNvPr id="21" name="Google Shape;896;p33">
            <a:extLst>
              <a:ext uri="{FF2B5EF4-FFF2-40B4-BE49-F238E27FC236}">
                <a16:creationId xmlns:a16="http://schemas.microsoft.com/office/drawing/2014/main" id="{1319E04B-340B-507B-7B6A-BDE75FE26B1E}"/>
              </a:ext>
            </a:extLst>
          </p:cNvPr>
          <p:cNvSpPr/>
          <p:nvPr/>
        </p:nvSpPr>
        <p:spPr>
          <a:xfrm>
            <a:off x="787521" y="3752977"/>
            <a:ext cx="381468" cy="335163"/>
          </a:xfrm>
          <a:custGeom>
            <a:avLst/>
            <a:gdLst/>
            <a:ahLst/>
            <a:cxnLst/>
            <a:rect l="l" t="t" r="r" b="b"/>
            <a:pathLst>
              <a:path w="346" h="304" extrusionOk="0">
                <a:moveTo>
                  <a:pt x="261" y="0"/>
                </a:moveTo>
                <a:lnTo>
                  <a:pt x="87" y="0"/>
                </a:lnTo>
                <a:lnTo>
                  <a:pt x="0" y="152"/>
                </a:lnTo>
                <a:lnTo>
                  <a:pt x="87" y="304"/>
                </a:lnTo>
                <a:lnTo>
                  <a:pt x="261" y="304"/>
                </a:lnTo>
                <a:lnTo>
                  <a:pt x="346" y="152"/>
                </a:lnTo>
                <a:lnTo>
                  <a:pt x="261" y="0"/>
                </a:lnTo>
                <a:close/>
                <a:moveTo>
                  <a:pt x="213" y="223"/>
                </a:moveTo>
                <a:lnTo>
                  <a:pt x="133" y="223"/>
                </a:lnTo>
                <a:lnTo>
                  <a:pt x="92" y="152"/>
                </a:lnTo>
                <a:lnTo>
                  <a:pt x="133" y="81"/>
                </a:lnTo>
                <a:lnTo>
                  <a:pt x="213" y="81"/>
                </a:lnTo>
                <a:lnTo>
                  <a:pt x="254" y="152"/>
                </a:lnTo>
                <a:lnTo>
                  <a:pt x="213" y="223"/>
                </a:lnTo>
                <a:close/>
                <a:moveTo>
                  <a:pt x="213" y="62"/>
                </a:moveTo>
                <a:lnTo>
                  <a:pt x="133" y="62"/>
                </a:lnTo>
                <a:lnTo>
                  <a:pt x="111" y="21"/>
                </a:lnTo>
                <a:lnTo>
                  <a:pt x="237" y="21"/>
                </a:lnTo>
                <a:lnTo>
                  <a:pt x="213" y="62"/>
                </a:lnTo>
                <a:close/>
                <a:moveTo>
                  <a:pt x="116" y="71"/>
                </a:moveTo>
                <a:lnTo>
                  <a:pt x="76" y="142"/>
                </a:lnTo>
                <a:lnTo>
                  <a:pt x="31" y="142"/>
                </a:lnTo>
                <a:lnTo>
                  <a:pt x="92" y="31"/>
                </a:lnTo>
                <a:lnTo>
                  <a:pt x="116" y="71"/>
                </a:lnTo>
                <a:close/>
                <a:moveTo>
                  <a:pt x="76" y="161"/>
                </a:moveTo>
                <a:lnTo>
                  <a:pt x="116" y="233"/>
                </a:lnTo>
                <a:lnTo>
                  <a:pt x="92" y="273"/>
                </a:lnTo>
                <a:lnTo>
                  <a:pt x="31" y="161"/>
                </a:lnTo>
                <a:lnTo>
                  <a:pt x="76" y="161"/>
                </a:lnTo>
                <a:close/>
                <a:moveTo>
                  <a:pt x="133" y="245"/>
                </a:moveTo>
                <a:lnTo>
                  <a:pt x="213" y="245"/>
                </a:lnTo>
                <a:lnTo>
                  <a:pt x="237" y="285"/>
                </a:lnTo>
                <a:lnTo>
                  <a:pt x="111" y="285"/>
                </a:lnTo>
                <a:lnTo>
                  <a:pt x="133" y="245"/>
                </a:lnTo>
                <a:close/>
                <a:moveTo>
                  <a:pt x="230" y="233"/>
                </a:moveTo>
                <a:lnTo>
                  <a:pt x="270" y="161"/>
                </a:lnTo>
                <a:lnTo>
                  <a:pt x="318" y="161"/>
                </a:lnTo>
                <a:lnTo>
                  <a:pt x="254" y="273"/>
                </a:lnTo>
                <a:lnTo>
                  <a:pt x="230" y="233"/>
                </a:lnTo>
                <a:close/>
                <a:moveTo>
                  <a:pt x="270" y="142"/>
                </a:moveTo>
                <a:lnTo>
                  <a:pt x="230" y="71"/>
                </a:lnTo>
                <a:lnTo>
                  <a:pt x="254" y="31"/>
                </a:lnTo>
                <a:lnTo>
                  <a:pt x="318" y="142"/>
                </a:lnTo>
                <a:lnTo>
                  <a:pt x="270" y="142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E8127E4-27FA-3B71-DB68-E7381B253A44}"/>
              </a:ext>
            </a:extLst>
          </p:cNvPr>
          <p:cNvSpPr txBox="1"/>
          <p:nvPr/>
        </p:nvSpPr>
        <p:spPr>
          <a:xfrm>
            <a:off x="1203059" y="3655119"/>
            <a:ext cx="562365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lvl="0" indent="-342900" fontAlgn="t"/>
            <a:r>
              <a:rPr lang="es-MX" sz="2100" dirty="0">
                <a:solidFill>
                  <a:schemeClr val="accent1">
                    <a:lumMod val="25000"/>
                  </a:schemeClr>
                </a:solidFill>
                <a:latin typeface="Baloo 2 ExtraBold" panose="020B0604020202020204" charset="0"/>
                <a:cs typeface="Baloo 2 ExtraBold" panose="020B0604020202020204" charset="0"/>
              </a:rPr>
              <a:t>Son altamente flexibles ante cambios en los </a:t>
            </a:r>
          </a:p>
          <a:p>
            <a:pPr marL="342900" lvl="0" indent="-342900" fontAlgn="t"/>
            <a:r>
              <a:rPr lang="es-MX" sz="2100" dirty="0">
                <a:solidFill>
                  <a:schemeClr val="accent1">
                    <a:lumMod val="25000"/>
                  </a:schemeClr>
                </a:solidFill>
                <a:latin typeface="Baloo 2 ExtraBold" panose="020B0604020202020204" charset="0"/>
                <a:cs typeface="Baloo 2 ExtraBold" panose="020B0604020202020204" charset="0"/>
              </a:rPr>
              <a:t>requerimientos.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32134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b="1" dirty="0">
                <a:solidFill>
                  <a:schemeClr val="accent1">
                    <a:lumMod val="10000"/>
                  </a:schemeClr>
                </a:solidFill>
              </a:rPr>
              <a:t>Definición de Datos </a:t>
            </a:r>
            <a:r>
              <a:rPr lang="es-MX" b="1" dirty="0">
                <a:solidFill>
                  <a:schemeClr val="bg2"/>
                </a:solidFill>
              </a:rPr>
              <a:t>Semiestructurados </a:t>
            </a:r>
            <a:endParaRPr dirty="0"/>
          </a:p>
        </p:txBody>
      </p:sp>
      <p:graphicFrame>
        <p:nvGraphicFramePr>
          <p:cNvPr id="27" name="Tabla 26">
            <a:extLst>
              <a:ext uri="{FF2B5EF4-FFF2-40B4-BE49-F238E27FC236}">
                <a16:creationId xmlns:a16="http://schemas.microsoft.com/office/drawing/2014/main" id="{5CF36573-C6E6-BCEE-DED7-B52634AFDA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0976565"/>
              </p:ext>
            </p:extLst>
          </p:nvPr>
        </p:nvGraphicFramePr>
        <p:xfrm>
          <a:off x="833717" y="1399738"/>
          <a:ext cx="7781366" cy="170986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94772">
                  <a:extLst>
                    <a:ext uri="{9D8B030D-6E8A-4147-A177-3AD203B41FA5}">
                      <a16:colId xmlns:a16="http://schemas.microsoft.com/office/drawing/2014/main" val="2804349103"/>
                    </a:ext>
                  </a:extLst>
                </a:gridCol>
                <a:gridCol w="2593297">
                  <a:extLst>
                    <a:ext uri="{9D8B030D-6E8A-4147-A177-3AD203B41FA5}">
                      <a16:colId xmlns:a16="http://schemas.microsoft.com/office/drawing/2014/main" val="3762625503"/>
                    </a:ext>
                  </a:extLst>
                </a:gridCol>
                <a:gridCol w="2593297">
                  <a:extLst>
                    <a:ext uri="{9D8B030D-6E8A-4147-A177-3AD203B41FA5}">
                      <a16:colId xmlns:a16="http://schemas.microsoft.com/office/drawing/2014/main" val="2877215647"/>
                    </a:ext>
                  </a:extLst>
                </a:gridCol>
              </a:tblGrid>
              <a:tr h="3220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b="1" dirty="0"/>
                        <a:t>Tipo de dato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b="1" dirty="0"/>
                        <a:t>Características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b="1" dirty="0"/>
                        <a:t>Ejemplos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2429821"/>
                  </a:ext>
                </a:extLst>
              </a:tr>
              <a:tr h="3220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Estructurados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Esquema fijo, filas y columnas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SQL Server, Oracle, PostgreSQL, Excel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56806"/>
                  </a:ext>
                </a:extLst>
              </a:tr>
              <a:tr h="3220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Semiestructurados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Estructura flexible y jerárquica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XML, JSON, YAML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6828048"/>
                  </a:ext>
                </a:extLst>
              </a:tr>
              <a:tr h="547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No estructurados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Sin estructura definida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dirty="0"/>
                        <a:t>Imágenes, videos, correos electrónicos, PDF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90049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35"/>
          <p:cNvSpPr txBox="1">
            <a:spLocks noGrp="1"/>
          </p:cNvSpPr>
          <p:nvPr>
            <p:ph type="title"/>
          </p:nvPr>
        </p:nvSpPr>
        <p:spPr>
          <a:xfrm>
            <a:off x="516385" y="1620657"/>
            <a:ext cx="4919700" cy="192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s-MX" sz="4000" b="1" dirty="0">
                <a:solidFill>
                  <a:schemeClr val="accent1">
                    <a:lumMod val="25000"/>
                  </a:schemeClr>
                </a:solidFill>
                <a:latin typeface="Aptos" panose="020B0004020202020204" pitchFamily="34" charset="0"/>
              </a:rPr>
              <a:t>Estructura de datos estructurados y semiestructurados</a:t>
            </a:r>
            <a:endParaRPr sz="4000" dirty="0">
              <a:solidFill>
                <a:schemeClr val="accent1">
                  <a:lumMod val="25000"/>
                </a:schemeClr>
              </a:solidFill>
            </a:endParaRPr>
          </a:p>
        </p:txBody>
      </p:sp>
      <p:grpSp>
        <p:nvGrpSpPr>
          <p:cNvPr id="920" name="Google Shape;920;p35"/>
          <p:cNvGrpSpPr/>
          <p:nvPr/>
        </p:nvGrpSpPr>
        <p:grpSpPr>
          <a:xfrm>
            <a:off x="4817053" y="290718"/>
            <a:ext cx="3897567" cy="4009205"/>
            <a:chOff x="4817053" y="290718"/>
            <a:chExt cx="3897567" cy="4009205"/>
          </a:xfrm>
        </p:grpSpPr>
        <p:sp>
          <p:nvSpPr>
            <p:cNvPr id="921" name="Google Shape;921;p35"/>
            <p:cNvSpPr/>
            <p:nvPr/>
          </p:nvSpPr>
          <p:spPr>
            <a:xfrm>
              <a:off x="4817053" y="1168762"/>
              <a:ext cx="653350" cy="64479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22" name="Google Shape;922;p35"/>
            <p:cNvGrpSpPr/>
            <p:nvPr/>
          </p:nvGrpSpPr>
          <p:grpSpPr>
            <a:xfrm>
              <a:off x="5332847" y="967113"/>
              <a:ext cx="2659418" cy="1718626"/>
              <a:chOff x="4838012" y="1361547"/>
              <a:chExt cx="951900" cy="615157"/>
            </a:xfrm>
          </p:grpSpPr>
          <p:sp>
            <p:nvSpPr>
              <p:cNvPr id="923" name="Google Shape;923;p35"/>
              <p:cNvSpPr/>
              <p:nvPr/>
            </p:nvSpPr>
            <p:spPr>
              <a:xfrm>
                <a:off x="4838012" y="1419903"/>
                <a:ext cx="951900" cy="556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4" name="Google Shape;924;p35"/>
              <p:cNvSpPr/>
              <p:nvPr/>
            </p:nvSpPr>
            <p:spPr>
              <a:xfrm>
                <a:off x="4838012" y="1361547"/>
                <a:ext cx="951892" cy="58358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67" extrusionOk="0">
                    <a:moveTo>
                      <a:pt x="1057" y="0"/>
                    </a:moveTo>
                    <a:cubicBezTo>
                      <a:pt x="31" y="0"/>
                      <a:pt x="31" y="0"/>
                      <a:pt x="31" y="0"/>
                    </a:cubicBezTo>
                    <a:cubicBezTo>
                      <a:pt x="14" y="0"/>
                      <a:pt x="0" y="15"/>
                      <a:pt x="0" y="32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1089" y="67"/>
                      <a:pt x="1089" y="67"/>
                      <a:pt x="1089" y="67"/>
                    </a:cubicBezTo>
                    <a:cubicBezTo>
                      <a:pt x="1089" y="32"/>
                      <a:pt x="1089" y="32"/>
                      <a:pt x="1089" y="32"/>
                    </a:cubicBezTo>
                    <a:cubicBezTo>
                      <a:pt x="1089" y="15"/>
                      <a:pt x="1074" y="0"/>
                      <a:pt x="10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5" name="Google Shape;925;p35"/>
              <p:cNvSpPr/>
              <p:nvPr/>
            </p:nvSpPr>
            <p:spPr>
              <a:xfrm>
                <a:off x="4863842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6" name="Google Shape;926;p35"/>
              <p:cNvSpPr/>
              <p:nvPr/>
            </p:nvSpPr>
            <p:spPr>
              <a:xfrm>
                <a:off x="4904979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7" name="Google Shape;927;p35"/>
              <p:cNvSpPr/>
              <p:nvPr/>
            </p:nvSpPr>
            <p:spPr>
              <a:xfrm>
                <a:off x="4945159" y="1376853"/>
                <a:ext cx="267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8" name="Google Shape;928;p35"/>
              <p:cNvSpPr/>
              <p:nvPr/>
            </p:nvSpPr>
            <p:spPr>
              <a:xfrm>
                <a:off x="4902109" y="1478261"/>
                <a:ext cx="348300" cy="348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9" name="Google Shape;929;p35"/>
              <p:cNvSpPr/>
              <p:nvPr/>
            </p:nvSpPr>
            <p:spPr>
              <a:xfrm>
                <a:off x="4926026" y="1502178"/>
                <a:ext cx="299440" cy="300397"/>
              </a:xfrm>
              <a:custGeom>
                <a:avLst/>
                <a:gdLst/>
                <a:ahLst/>
                <a:cxnLst/>
                <a:rect l="l" t="t" r="r" b="b"/>
                <a:pathLst>
                  <a:path w="342" h="343" extrusionOk="0">
                    <a:moveTo>
                      <a:pt x="209" y="5"/>
                    </a:moveTo>
                    <a:cubicBezTo>
                      <a:pt x="197" y="2"/>
                      <a:pt x="184" y="0"/>
                      <a:pt x="171" y="0"/>
                    </a:cubicBezTo>
                    <a:cubicBezTo>
                      <a:pt x="92" y="0"/>
                      <a:pt x="26" y="54"/>
                      <a:pt x="6" y="126"/>
                    </a:cubicBezTo>
                    <a:cubicBezTo>
                      <a:pt x="6" y="128"/>
                      <a:pt x="5" y="130"/>
                      <a:pt x="5" y="131"/>
                    </a:cubicBezTo>
                    <a:cubicBezTo>
                      <a:pt x="4" y="133"/>
                      <a:pt x="4" y="135"/>
                      <a:pt x="3" y="137"/>
                    </a:cubicBezTo>
                    <a:cubicBezTo>
                      <a:pt x="3" y="137"/>
                      <a:pt x="3" y="137"/>
                      <a:pt x="3" y="137"/>
                    </a:cubicBezTo>
                    <a:cubicBezTo>
                      <a:pt x="3" y="139"/>
                      <a:pt x="3" y="141"/>
                      <a:pt x="2" y="142"/>
                    </a:cubicBezTo>
                    <a:cubicBezTo>
                      <a:pt x="2" y="143"/>
                      <a:pt x="2" y="143"/>
                      <a:pt x="2" y="143"/>
                    </a:cubicBezTo>
                    <a:cubicBezTo>
                      <a:pt x="2" y="145"/>
                      <a:pt x="2" y="147"/>
                      <a:pt x="2" y="148"/>
                    </a:cubicBezTo>
                    <a:cubicBezTo>
                      <a:pt x="1" y="150"/>
                      <a:pt x="1" y="152"/>
                      <a:pt x="1" y="153"/>
                    </a:cubicBezTo>
                    <a:cubicBezTo>
                      <a:pt x="1" y="154"/>
                      <a:pt x="1" y="154"/>
                      <a:pt x="1" y="155"/>
                    </a:cubicBezTo>
                    <a:cubicBezTo>
                      <a:pt x="1" y="157"/>
                      <a:pt x="0" y="158"/>
                      <a:pt x="0" y="160"/>
                    </a:cubicBezTo>
                    <a:cubicBezTo>
                      <a:pt x="0" y="162"/>
                      <a:pt x="0" y="163"/>
                      <a:pt x="0" y="165"/>
                    </a:cubicBezTo>
                    <a:cubicBezTo>
                      <a:pt x="0" y="167"/>
                      <a:pt x="0" y="169"/>
                      <a:pt x="0" y="172"/>
                    </a:cubicBezTo>
                    <a:cubicBezTo>
                      <a:pt x="0" y="266"/>
                      <a:pt x="77" y="343"/>
                      <a:pt x="171" y="343"/>
                    </a:cubicBezTo>
                    <a:cubicBezTo>
                      <a:pt x="266" y="343"/>
                      <a:pt x="342" y="266"/>
                      <a:pt x="342" y="172"/>
                    </a:cubicBezTo>
                    <a:cubicBezTo>
                      <a:pt x="342" y="90"/>
                      <a:pt x="285" y="22"/>
                      <a:pt x="209" y="5"/>
                    </a:cubicBezTo>
                    <a:close/>
                    <a:moveTo>
                      <a:pt x="171" y="300"/>
                    </a:moveTo>
                    <a:cubicBezTo>
                      <a:pt x="100" y="300"/>
                      <a:pt x="43" y="242"/>
                      <a:pt x="43" y="172"/>
                    </a:cubicBezTo>
                    <a:cubicBezTo>
                      <a:pt x="43" y="170"/>
                      <a:pt x="43" y="168"/>
                      <a:pt x="43" y="167"/>
                    </a:cubicBezTo>
                    <a:cubicBezTo>
                      <a:pt x="43" y="165"/>
                      <a:pt x="43" y="164"/>
                      <a:pt x="43" y="162"/>
                    </a:cubicBezTo>
                    <a:cubicBezTo>
                      <a:pt x="44" y="159"/>
                      <a:pt x="44" y="155"/>
                      <a:pt x="45" y="152"/>
                    </a:cubicBezTo>
                    <a:cubicBezTo>
                      <a:pt x="45" y="151"/>
                      <a:pt x="45" y="149"/>
                      <a:pt x="45" y="148"/>
                    </a:cubicBezTo>
                    <a:cubicBezTo>
                      <a:pt x="46" y="147"/>
                      <a:pt x="46" y="146"/>
                      <a:pt x="46" y="144"/>
                    </a:cubicBezTo>
                    <a:cubicBezTo>
                      <a:pt x="46" y="143"/>
                      <a:pt x="47" y="142"/>
                      <a:pt x="47" y="140"/>
                    </a:cubicBezTo>
                    <a:cubicBezTo>
                      <a:pt x="48" y="138"/>
                      <a:pt x="48" y="135"/>
                      <a:pt x="49" y="133"/>
                    </a:cubicBezTo>
                    <a:cubicBezTo>
                      <a:pt x="65" y="81"/>
                      <a:pt x="114" y="44"/>
                      <a:pt x="171" y="44"/>
                    </a:cubicBezTo>
                    <a:cubicBezTo>
                      <a:pt x="180" y="44"/>
                      <a:pt x="188" y="44"/>
                      <a:pt x="196" y="46"/>
                    </a:cubicBezTo>
                    <a:cubicBezTo>
                      <a:pt x="197" y="46"/>
                      <a:pt x="199" y="47"/>
                      <a:pt x="200" y="47"/>
                    </a:cubicBezTo>
                    <a:cubicBezTo>
                      <a:pt x="201" y="47"/>
                      <a:pt x="201" y="47"/>
                      <a:pt x="202" y="47"/>
                    </a:cubicBezTo>
                    <a:cubicBezTo>
                      <a:pt x="203" y="48"/>
                      <a:pt x="205" y="48"/>
                      <a:pt x="206" y="48"/>
                    </a:cubicBezTo>
                    <a:cubicBezTo>
                      <a:pt x="206" y="49"/>
                      <a:pt x="206" y="49"/>
                      <a:pt x="206" y="49"/>
                    </a:cubicBezTo>
                    <a:cubicBezTo>
                      <a:pt x="208" y="49"/>
                      <a:pt x="210" y="50"/>
                      <a:pt x="212" y="50"/>
                    </a:cubicBezTo>
                    <a:cubicBezTo>
                      <a:pt x="212" y="50"/>
                      <a:pt x="212" y="50"/>
                      <a:pt x="212" y="50"/>
                    </a:cubicBezTo>
                    <a:cubicBezTo>
                      <a:pt x="214" y="51"/>
                      <a:pt x="215" y="51"/>
                      <a:pt x="217" y="52"/>
                    </a:cubicBezTo>
                    <a:cubicBezTo>
                      <a:pt x="218" y="53"/>
                      <a:pt x="220" y="53"/>
                      <a:pt x="222" y="54"/>
                    </a:cubicBezTo>
                    <a:cubicBezTo>
                      <a:pt x="224" y="55"/>
                      <a:pt x="225" y="56"/>
                      <a:pt x="227" y="56"/>
                    </a:cubicBezTo>
                    <a:cubicBezTo>
                      <a:pt x="227" y="56"/>
                      <a:pt x="227" y="56"/>
                      <a:pt x="227" y="56"/>
                    </a:cubicBezTo>
                    <a:cubicBezTo>
                      <a:pt x="229" y="57"/>
                      <a:pt x="230" y="58"/>
                      <a:pt x="232" y="59"/>
                    </a:cubicBezTo>
                    <a:cubicBezTo>
                      <a:pt x="232" y="59"/>
                      <a:pt x="232" y="59"/>
                      <a:pt x="232" y="59"/>
                    </a:cubicBezTo>
                    <a:cubicBezTo>
                      <a:pt x="234" y="60"/>
                      <a:pt x="235" y="61"/>
                      <a:pt x="237" y="62"/>
                    </a:cubicBezTo>
                    <a:cubicBezTo>
                      <a:pt x="238" y="63"/>
                      <a:pt x="240" y="64"/>
                      <a:pt x="241" y="65"/>
                    </a:cubicBezTo>
                    <a:cubicBezTo>
                      <a:pt x="243" y="65"/>
                      <a:pt x="244" y="66"/>
                      <a:pt x="245" y="67"/>
                    </a:cubicBezTo>
                    <a:cubicBezTo>
                      <a:pt x="246" y="68"/>
                      <a:pt x="246" y="68"/>
                      <a:pt x="246" y="68"/>
                    </a:cubicBezTo>
                    <a:cubicBezTo>
                      <a:pt x="249" y="70"/>
                      <a:pt x="252" y="72"/>
                      <a:pt x="254" y="74"/>
                    </a:cubicBezTo>
                    <a:cubicBezTo>
                      <a:pt x="256" y="75"/>
                      <a:pt x="257" y="77"/>
                      <a:pt x="258" y="78"/>
                    </a:cubicBezTo>
                    <a:cubicBezTo>
                      <a:pt x="260" y="79"/>
                      <a:pt x="261" y="80"/>
                      <a:pt x="262" y="82"/>
                    </a:cubicBezTo>
                    <a:cubicBezTo>
                      <a:pt x="264" y="83"/>
                      <a:pt x="265" y="84"/>
                      <a:pt x="266" y="86"/>
                    </a:cubicBezTo>
                    <a:cubicBezTo>
                      <a:pt x="267" y="87"/>
                      <a:pt x="269" y="89"/>
                      <a:pt x="270" y="90"/>
                    </a:cubicBezTo>
                    <a:cubicBezTo>
                      <a:pt x="271" y="91"/>
                      <a:pt x="272" y="92"/>
                      <a:pt x="273" y="93"/>
                    </a:cubicBezTo>
                    <a:cubicBezTo>
                      <a:pt x="274" y="95"/>
                      <a:pt x="275" y="97"/>
                      <a:pt x="276" y="99"/>
                    </a:cubicBezTo>
                    <a:cubicBezTo>
                      <a:pt x="277" y="100"/>
                      <a:pt x="278" y="101"/>
                      <a:pt x="279" y="103"/>
                    </a:cubicBezTo>
                    <a:cubicBezTo>
                      <a:pt x="279" y="103"/>
                      <a:pt x="279" y="103"/>
                      <a:pt x="279" y="103"/>
                    </a:cubicBezTo>
                    <a:cubicBezTo>
                      <a:pt x="280" y="104"/>
                      <a:pt x="281" y="106"/>
                      <a:pt x="282" y="107"/>
                    </a:cubicBezTo>
                    <a:cubicBezTo>
                      <a:pt x="282" y="108"/>
                      <a:pt x="282" y="108"/>
                      <a:pt x="282" y="108"/>
                    </a:cubicBezTo>
                    <a:cubicBezTo>
                      <a:pt x="283" y="109"/>
                      <a:pt x="284" y="111"/>
                      <a:pt x="285" y="112"/>
                    </a:cubicBezTo>
                    <a:cubicBezTo>
                      <a:pt x="286" y="114"/>
                      <a:pt x="286" y="116"/>
                      <a:pt x="287" y="117"/>
                    </a:cubicBezTo>
                    <a:cubicBezTo>
                      <a:pt x="288" y="119"/>
                      <a:pt x="289" y="120"/>
                      <a:pt x="289" y="122"/>
                    </a:cubicBezTo>
                    <a:cubicBezTo>
                      <a:pt x="289" y="122"/>
                      <a:pt x="289" y="122"/>
                      <a:pt x="289" y="122"/>
                    </a:cubicBezTo>
                    <a:cubicBezTo>
                      <a:pt x="290" y="124"/>
                      <a:pt x="291" y="126"/>
                      <a:pt x="291" y="127"/>
                    </a:cubicBezTo>
                    <a:cubicBezTo>
                      <a:pt x="292" y="129"/>
                      <a:pt x="293" y="131"/>
                      <a:pt x="293" y="133"/>
                    </a:cubicBezTo>
                    <a:cubicBezTo>
                      <a:pt x="294" y="135"/>
                      <a:pt x="294" y="136"/>
                      <a:pt x="295" y="138"/>
                    </a:cubicBezTo>
                    <a:cubicBezTo>
                      <a:pt x="295" y="139"/>
                      <a:pt x="296" y="141"/>
                      <a:pt x="296" y="142"/>
                    </a:cubicBezTo>
                    <a:cubicBezTo>
                      <a:pt x="296" y="143"/>
                      <a:pt x="296" y="144"/>
                      <a:pt x="296" y="144"/>
                    </a:cubicBezTo>
                    <a:cubicBezTo>
                      <a:pt x="297" y="146"/>
                      <a:pt x="297" y="147"/>
                      <a:pt x="297" y="149"/>
                    </a:cubicBezTo>
                    <a:cubicBezTo>
                      <a:pt x="297" y="149"/>
                      <a:pt x="297" y="149"/>
                      <a:pt x="297" y="149"/>
                    </a:cubicBezTo>
                    <a:cubicBezTo>
                      <a:pt x="298" y="151"/>
                      <a:pt x="298" y="152"/>
                      <a:pt x="298" y="154"/>
                    </a:cubicBezTo>
                    <a:cubicBezTo>
                      <a:pt x="298" y="154"/>
                      <a:pt x="298" y="155"/>
                      <a:pt x="298" y="155"/>
                    </a:cubicBezTo>
                    <a:cubicBezTo>
                      <a:pt x="298" y="157"/>
                      <a:pt x="299" y="158"/>
                      <a:pt x="299" y="160"/>
                    </a:cubicBezTo>
                    <a:cubicBezTo>
                      <a:pt x="299" y="160"/>
                      <a:pt x="299" y="160"/>
                      <a:pt x="299" y="160"/>
                    </a:cubicBezTo>
                    <a:cubicBezTo>
                      <a:pt x="299" y="164"/>
                      <a:pt x="299" y="168"/>
                      <a:pt x="299" y="172"/>
                    </a:cubicBezTo>
                    <a:cubicBezTo>
                      <a:pt x="299" y="242"/>
                      <a:pt x="242" y="300"/>
                      <a:pt x="171" y="3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0" name="Google Shape;930;p35"/>
              <p:cNvSpPr/>
              <p:nvPr/>
            </p:nvSpPr>
            <p:spPr>
              <a:xfrm>
                <a:off x="4926026" y="1506961"/>
                <a:ext cx="299440" cy="295613"/>
              </a:xfrm>
              <a:custGeom>
                <a:avLst/>
                <a:gdLst/>
                <a:ahLst/>
                <a:cxnLst/>
                <a:rect l="l" t="t" r="r" b="b"/>
                <a:pathLst>
                  <a:path w="342" h="338" extrusionOk="0">
                    <a:moveTo>
                      <a:pt x="209" y="0"/>
                    </a:moveTo>
                    <a:cubicBezTo>
                      <a:pt x="196" y="41"/>
                      <a:pt x="196" y="41"/>
                      <a:pt x="196" y="41"/>
                    </a:cubicBezTo>
                    <a:cubicBezTo>
                      <a:pt x="197" y="41"/>
                      <a:pt x="199" y="42"/>
                      <a:pt x="200" y="42"/>
                    </a:cubicBezTo>
                    <a:cubicBezTo>
                      <a:pt x="201" y="42"/>
                      <a:pt x="201" y="42"/>
                      <a:pt x="202" y="42"/>
                    </a:cubicBezTo>
                    <a:cubicBezTo>
                      <a:pt x="203" y="43"/>
                      <a:pt x="205" y="43"/>
                      <a:pt x="206" y="43"/>
                    </a:cubicBezTo>
                    <a:cubicBezTo>
                      <a:pt x="206" y="44"/>
                      <a:pt x="206" y="44"/>
                      <a:pt x="206" y="44"/>
                    </a:cubicBezTo>
                    <a:cubicBezTo>
                      <a:pt x="208" y="44"/>
                      <a:pt x="210" y="45"/>
                      <a:pt x="212" y="45"/>
                    </a:cubicBezTo>
                    <a:cubicBezTo>
                      <a:pt x="212" y="45"/>
                      <a:pt x="212" y="45"/>
                      <a:pt x="212" y="45"/>
                    </a:cubicBezTo>
                    <a:cubicBezTo>
                      <a:pt x="214" y="46"/>
                      <a:pt x="215" y="46"/>
                      <a:pt x="217" y="47"/>
                    </a:cubicBezTo>
                    <a:cubicBezTo>
                      <a:pt x="219" y="48"/>
                      <a:pt x="220" y="48"/>
                      <a:pt x="222" y="49"/>
                    </a:cubicBezTo>
                    <a:cubicBezTo>
                      <a:pt x="224" y="50"/>
                      <a:pt x="225" y="51"/>
                      <a:pt x="227" y="51"/>
                    </a:cubicBezTo>
                    <a:cubicBezTo>
                      <a:pt x="227" y="51"/>
                      <a:pt x="227" y="51"/>
                      <a:pt x="227" y="51"/>
                    </a:cubicBezTo>
                    <a:cubicBezTo>
                      <a:pt x="229" y="52"/>
                      <a:pt x="230" y="53"/>
                      <a:pt x="232" y="54"/>
                    </a:cubicBezTo>
                    <a:cubicBezTo>
                      <a:pt x="232" y="54"/>
                      <a:pt x="232" y="54"/>
                      <a:pt x="232" y="54"/>
                    </a:cubicBezTo>
                    <a:cubicBezTo>
                      <a:pt x="234" y="55"/>
                      <a:pt x="235" y="56"/>
                      <a:pt x="237" y="57"/>
                    </a:cubicBezTo>
                    <a:cubicBezTo>
                      <a:pt x="238" y="58"/>
                      <a:pt x="240" y="58"/>
                      <a:pt x="241" y="60"/>
                    </a:cubicBezTo>
                    <a:cubicBezTo>
                      <a:pt x="243" y="60"/>
                      <a:pt x="244" y="61"/>
                      <a:pt x="245" y="62"/>
                    </a:cubicBezTo>
                    <a:cubicBezTo>
                      <a:pt x="246" y="63"/>
                      <a:pt x="246" y="63"/>
                      <a:pt x="246" y="63"/>
                    </a:cubicBezTo>
                    <a:cubicBezTo>
                      <a:pt x="249" y="65"/>
                      <a:pt x="252" y="67"/>
                      <a:pt x="254" y="69"/>
                    </a:cubicBezTo>
                    <a:cubicBezTo>
                      <a:pt x="256" y="70"/>
                      <a:pt x="257" y="72"/>
                      <a:pt x="258" y="73"/>
                    </a:cubicBezTo>
                    <a:cubicBezTo>
                      <a:pt x="260" y="74"/>
                      <a:pt x="261" y="75"/>
                      <a:pt x="262" y="77"/>
                    </a:cubicBezTo>
                    <a:cubicBezTo>
                      <a:pt x="264" y="78"/>
                      <a:pt x="265" y="79"/>
                      <a:pt x="266" y="81"/>
                    </a:cubicBezTo>
                    <a:cubicBezTo>
                      <a:pt x="267" y="82"/>
                      <a:pt x="269" y="84"/>
                      <a:pt x="270" y="85"/>
                    </a:cubicBezTo>
                    <a:cubicBezTo>
                      <a:pt x="271" y="86"/>
                      <a:pt x="272" y="87"/>
                      <a:pt x="273" y="88"/>
                    </a:cubicBezTo>
                    <a:cubicBezTo>
                      <a:pt x="274" y="90"/>
                      <a:pt x="275" y="92"/>
                      <a:pt x="276" y="93"/>
                    </a:cubicBezTo>
                    <a:cubicBezTo>
                      <a:pt x="277" y="95"/>
                      <a:pt x="278" y="96"/>
                      <a:pt x="279" y="98"/>
                    </a:cubicBezTo>
                    <a:cubicBezTo>
                      <a:pt x="279" y="98"/>
                      <a:pt x="279" y="98"/>
                      <a:pt x="279" y="98"/>
                    </a:cubicBezTo>
                    <a:cubicBezTo>
                      <a:pt x="280" y="99"/>
                      <a:pt x="281" y="101"/>
                      <a:pt x="282" y="102"/>
                    </a:cubicBezTo>
                    <a:cubicBezTo>
                      <a:pt x="282" y="103"/>
                      <a:pt x="282" y="103"/>
                      <a:pt x="282" y="103"/>
                    </a:cubicBezTo>
                    <a:cubicBezTo>
                      <a:pt x="283" y="104"/>
                      <a:pt x="284" y="106"/>
                      <a:pt x="285" y="107"/>
                    </a:cubicBezTo>
                    <a:cubicBezTo>
                      <a:pt x="286" y="109"/>
                      <a:pt x="286" y="110"/>
                      <a:pt x="287" y="112"/>
                    </a:cubicBezTo>
                    <a:cubicBezTo>
                      <a:pt x="288" y="114"/>
                      <a:pt x="289" y="115"/>
                      <a:pt x="289" y="117"/>
                    </a:cubicBezTo>
                    <a:cubicBezTo>
                      <a:pt x="289" y="117"/>
                      <a:pt x="289" y="117"/>
                      <a:pt x="289" y="117"/>
                    </a:cubicBezTo>
                    <a:cubicBezTo>
                      <a:pt x="290" y="119"/>
                      <a:pt x="291" y="121"/>
                      <a:pt x="291" y="122"/>
                    </a:cubicBezTo>
                    <a:cubicBezTo>
                      <a:pt x="292" y="124"/>
                      <a:pt x="293" y="126"/>
                      <a:pt x="293" y="128"/>
                    </a:cubicBezTo>
                    <a:cubicBezTo>
                      <a:pt x="294" y="130"/>
                      <a:pt x="294" y="131"/>
                      <a:pt x="295" y="133"/>
                    </a:cubicBezTo>
                    <a:cubicBezTo>
                      <a:pt x="295" y="134"/>
                      <a:pt x="296" y="136"/>
                      <a:pt x="296" y="137"/>
                    </a:cubicBezTo>
                    <a:cubicBezTo>
                      <a:pt x="296" y="138"/>
                      <a:pt x="296" y="139"/>
                      <a:pt x="296" y="139"/>
                    </a:cubicBezTo>
                    <a:cubicBezTo>
                      <a:pt x="297" y="141"/>
                      <a:pt x="297" y="142"/>
                      <a:pt x="297" y="144"/>
                    </a:cubicBezTo>
                    <a:cubicBezTo>
                      <a:pt x="297" y="144"/>
                      <a:pt x="297" y="144"/>
                      <a:pt x="297" y="144"/>
                    </a:cubicBezTo>
                    <a:cubicBezTo>
                      <a:pt x="298" y="146"/>
                      <a:pt x="298" y="147"/>
                      <a:pt x="298" y="149"/>
                    </a:cubicBezTo>
                    <a:cubicBezTo>
                      <a:pt x="298" y="149"/>
                      <a:pt x="298" y="150"/>
                      <a:pt x="298" y="150"/>
                    </a:cubicBezTo>
                    <a:cubicBezTo>
                      <a:pt x="298" y="152"/>
                      <a:pt x="299" y="153"/>
                      <a:pt x="299" y="155"/>
                    </a:cubicBezTo>
                    <a:cubicBezTo>
                      <a:pt x="299" y="155"/>
                      <a:pt x="299" y="155"/>
                      <a:pt x="299" y="155"/>
                    </a:cubicBezTo>
                    <a:cubicBezTo>
                      <a:pt x="299" y="159"/>
                      <a:pt x="299" y="163"/>
                      <a:pt x="299" y="167"/>
                    </a:cubicBezTo>
                    <a:cubicBezTo>
                      <a:pt x="299" y="170"/>
                      <a:pt x="299" y="172"/>
                      <a:pt x="299" y="175"/>
                    </a:cubicBezTo>
                    <a:cubicBezTo>
                      <a:pt x="295" y="242"/>
                      <a:pt x="239" y="295"/>
                      <a:pt x="171" y="295"/>
                    </a:cubicBezTo>
                    <a:cubicBezTo>
                      <a:pt x="100" y="295"/>
                      <a:pt x="43" y="237"/>
                      <a:pt x="43" y="167"/>
                    </a:cubicBezTo>
                    <a:cubicBezTo>
                      <a:pt x="43" y="165"/>
                      <a:pt x="43" y="163"/>
                      <a:pt x="43" y="162"/>
                    </a:cubicBezTo>
                    <a:cubicBezTo>
                      <a:pt x="43" y="160"/>
                      <a:pt x="43" y="159"/>
                      <a:pt x="43" y="157"/>
                    </a:cubicBezTo>
                    <a:cubicBezTo>
                      <a:pt x="44" y="154"/>
                      <a:pt x="44" y="150"/>
                      <a:pt x="45" y="147"/>
                    </a:cubicBezTo>
                    <a:cubicBezTo>
                      <a:pt x="45" y="146"/>
                      <a:pt x="45" y="144"/>
                      <a:pt x="45" y="143"/>
                    </a:cubicBezTo>
                    <a:cubicBezTo>
                      <a:pt x="45" y="142"/>
                      <a:pt x="46" y="140"/>
                      <a:pt x="46" y="139"/>
                    </a:cubicBezTo>
                    <a:cubicBezTo>
                      <a:pt x="46" y="138"/>
                      <a:pt x="47" y="137"/>
                      <a:pt x="47" y="135"/>
                    </a:cubicBezTo>
                    <a:cubicBezTo>
                      <a:pt x="48" y="133"/>
                      <a:pt x="48" y="131"/>
                      <a:pt x="49" y="128"/>
                    </a:cubicBezTo>
                    <a:cubicBezTo>
                      <a:pt x="6" y="121"/>
                      <a:pt x="6" y="121"/>
                      <a:pt x="6" y="121"/>
                    </a:cubicBezTo>
                    <a:cubicBezTo>
                      <a:pt x="6" y="123"/>
                      <a:pt x="5" y="125"/>
                      <a:pt x="5" y="126"/>
                    </a:cubicBezTo>
                    <a:cubicBezTo>
                      <a:pt x="4" y="128"/>
                      <a:pt x="4" y="130"/>
                      <a:pt x="3" y="132"/>
                    </a:cubicBezTo>
                    <a:cubicBezTo>
                      <a:pt x="3" y="132"/>
                      <a:pt x="3" y="132"/>
                      <a:pt x="3" y="132"/>
                    </a:cubicBezTo>
                    <a:cubicBezTo>
                      <a:pt x="3" y="134"/>
                      <a:pt x="3" y="136"/>
                      <a:pt x="2" y="137"/>
                    </a:cubicBezTo>
                    <a:cubicBezTo>
                      <a:pt x="2" y="138"/>
                      <a:pt x="2" y="138"/>
                      <a:pt x="2" y="138"/>
                    </a:cubicBezTo>
                    <a:cubicBezTo>
                      <a:pt x="2" y="140"/>
                      <a:pt x="2" y="142"/>
                      <a:pt x="2" y="143"/>
                    </a:cubicBezTo>
                    <a:cubicBezTo>
                      <a:pt x="1" y="145"/>
                      <a:pt x="1" y="147"/>
                      <a:pt x="1" y="148"/>
                    </a:cubicBezTo>
                    <a:cubicBezTo>
                      <a:pt x="1" y="149"/>
                      <a:pt x="1" y="149"/>
                      <a:pt x="1" y="150"/>
                    </a:cubicBezTo>
                    <a:cubicBezTo>
                      <a:pt x="1" y="151"/>
                      <a:pt x="0" y="153"/>
                      <a:pt x="0" y="155"/>
                    </a:cubicBezTo>
                    <a:cubicBezTo>
                      <a:pt x="0" y="157"/>
                      <a:pt x="0" y="158"/>
                      <a:pt x="0" y="160"/>
                    </a:cubicBezTo>
                    <a:cubicBezTo>
                      <a:pt x="0" y="162"/>
                      <a:pt x="0" y="164"/>
                      <a:pt x="0" y="167"/>
                    </a:cubicBezTo>
                    <a:cubicBezTo>
                      <a:pt x="0" y="261"/>
                      <a:pt x="77" y="338"/>
                      <a:pt x="171" y="338"/>
                    </a:cubicBezTo>
                    <a:cubicBezTo>
                      <a:pt x="263" y="338"/>
                      <a:pt x="338" y="266"/>
                      <a:pt x="342" y="175"/>
                    </a:cubicBezTo>
                    <a:cubicBezTo>
                      <a:pt x="342" y="172"/>
                      <a:pt x="342" y="170"/>
                      <a:pt x="342" y="167"/>
                    </a:cubicBezTo>
                    <a:cubicBezTo>
                      <a:pt x="342" y="85"/>
                      <a:pt x="285" y="17"/>
                      <a:pt x="20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1" name="Google Shape;931;p35"/>
              <p:cNvSpPr/>
              <p:nvPr/>
            </p:nvSpPr>
            <p:spPr>
              <a:xfrm>
                <a:off x="5076224" y="1660030"/>
                <a:ext cx="149241" cy="142545"/>
              </a:xfrm>
              <a:custGeom>
                <a:avLst/>
                <a:gdLst/>
                <a:ahLst/>
                <a:cxnLst/>
                <a:rect l="l" t="t" r="r" b="b"/>
                <a:pathLst>
                  <a:path w="171" h="163" extrusionOk="0">
                    <a:moveTo>
                      <a:pt x="171" y="0"/>
                    </a:moveTo>
                    <a:cubicBezTo>
                      <a:pt x="167" y="91"/>
                      <a:pt x="92" y="163"/>
                      <a:pt x="0" y="163"/>
                    </a:cubicBezTo>
                    <a:cubicBezTo>
                      <a:pt x="0" y="120"/>
                      <a:pt x="0" y="120"/>
                      <a:pt x="0" y="120"/>
                    </a:cubicBezTo>
                    <a:cubicBezTo>
                      <a:pt x="68" y="120"/>
                      <a:pt x="124" y="67"/>
                      <a:pt x="128" y="0"/>
                    </a:cubicBezTo>
                    <a:lnTo>
                      <a:pt x="17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2" name="Google Shape;932;p35"/>
              <p:cNvSpPr/>
              <p:nvPr/>
            </p:nvSpPr>
            <p:spPr>
              <a:xfrm>
                <a:off x="5313479" y="1549055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3" name="Google Shape;933;p35"/>
              <p:cNvSpPr/>
              <p:nvPr/>
            </p:nvSpPr>
            <p:spPr>
              <a:xfrm>
                <a:off x="5313479" y="1610282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4" name="Google Shape;934;p35"/>
              <p:cNvSpPr/>
              <p:nvPr/>
            </p:nvSpPr>
            <p:spPr>
              <a:xfrm>
                <a:off x="5313479" y="1671510"/>
                <a:ext cx="3234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5" name="Google Shape;935;p35"/>
              <p:cNvSpPr/>
              <p:nvPr/>
            </p:nvSpPr>
            <p:spPr>
              <a:xfrm>
                <a:off x="5313479" y="1732737"/>
                <a:ext cx="205800" cy="240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6" name="Google Shape;936;p35"/>
              <p:cNvSpPr/>
              <p:nvPr/>
            </p:nvSpPr>
            <p:spPr>
              <a:xfrm>
                <a:off x="4970989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7" name="Google Shape;937;p35"/>
              <p:cNvSpPr/>
              <p:nvPr/>
            </p:nvSpPr>
            <p:spPr>
              <a:xfrm>
                <a:off x="4889672" y="1867628"/>
                <a:ext cx="57600" cy="57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8" name="Google Shape;938;p35"/>
              <p:cNvSpPr/>
              <p:nvPr/>
            </p:nvSpPr>
            <p:spPr>
              <a:xfrm>
                <a:off x="5257036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9" name="Google Shape;939;p35"/>
              <p:cNvSpPr/>
              <p:nvPr/>
            </p:nvSpPr>
            <p:spPr>
              <a:xfrm>
                <a:off x="5175718" y="1867628"/>
                <a:ext cx="57600" cy="57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0" name="Google Shape;940;p35"/>
              <p:cNvSpPr/>
              <p:nvPr/>
            </p:nvSpPr>
            <p:spPr>
              <a:xfrm>
                <a:off x="5543081" y="1884848"/>
                <a:ext cx="1446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1" name="Google Shape;941;p35"/>
              <p:cNvSpPr/>
              <p:nvPr/>
            </p:nvSpPr>
            <p:spPr>
              <a:xfrm>
                <a:off x="5461764" y="1867628"/>
                <a:ext cx="56400" cy="5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42" name="Google Shape;942;p35"/>
            <p:cNvGrpSpPr/>
            <p:nvPr/>
          </p:nvGrpSpPr>
          <p:grpSpPr>
            <a:xfrm flipH="1">
              <a:off x="7510651" y="1762507"/>
              <a:ext cx="1203970" cy="2537416"/>
              <a:chOff x="3168951" y="1861557"/>
              <a:chExt cx="1203970" cy="2537416"/>
            </a:xfrm>
          </p:grpSpPr>
          <p:grpSp>
            <p:nvGrpSpPr>
              <p:cNvPr id="943" name="Google Shape;943;p35"/>
              <p:cNvGrpSpPr/>
              <p:nvPr/>
            </p:nvGrpSpPr>
            <p:grpSpPr>
              <a:xfrm>
                <a:off x="3168951" y="1861557"/>
                <a:ext cx="1203970" cy="2537416"/>
                <a:chOff x="3196688" y="1859757"/>
                <a:chExt cx="1203970" cy="2537416"/>
              </a:xfrm>
            </p:grpSpPr>
            <p:sp>
              <p:nvSpPr>
                <p:cNvPr id="944" name="Google Shape;944;p35"/>
                <p:cNvSpPr/>
                <p:nvPr/>
              </p:nvSpPr>
              <p:spPr>
                <a:xfrm>
                  <a:off x="4019743" y="2373432"/>
                  <a:ext cx="380915" cy="3481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915" h="348197" extrusionOk="0">
                      <a:moveTo>
                        <a:pt x="71723" y="348198"/>
                      </a:moveTo>
                      <a:cubicBezTo>
                        <a:pt x="124492" y="302383"/>
                        <a:pt x="235267" y="221515"/>
                        <a:pt x="235267" y="221515"/>
                      </a:cubicBezTo>
                      <a:cubicBezTo>
                        <a:pt x="235267" y="221515"/>
                        <a:pt x="385477" y="81307"/>
                        <a:pt x="380809" y="71687"/>
                      </a:cubicBezTo>
                      <a:cubicBezTo>
                        <a:pt x="376142" y="62067"/>
                        <a:pt x="318135" y="96452"/>
                        <a:pt x="318135" y="96452"/>
                      </a:cubicBezTo>
                      <a:cubicBezTo>
                        <a:pt x="321755" y="86451"/>
                        <a:pt x="373475" y="45779"/>
                        <a:pt x="370427" y="39969"/>
                      </a:cubicBezTo>
                      <a:cubicBezTo>
                        <a:pt x="367379" y="34254"/>
                        <a:pt x="301276" y="82545"/>
                        <a:pt x="297656" y="79974"/>
                      </a:cubicBezTo>
                      <a:cubicBezTo>
                        <a:pt x="294132" y="77402"/>
                        <a:pt x="363188" y="27586"/>
                        <a:pt x="357759" y="20157"/>
                      </a:cubicBezTo>
                      <a:cubicBezTo>
                        <a:pt x="352330" y="12727"/>
                        <a:pt x="283369" y="62543"/>
                        <a:pt x="278987" y="61114"/>
                      </a:cubicBezTo>
                      <a:cubicBezTo>
                        <a:pt x="274606" y="59781"/>
                        <a:pt x="342995" y="5869"/>
                        <a:pt x="332708" y="250"/>
                      </a:cubicBezTo>
                      <a:cubicBezTo>
                        <a:pt x="322421" y="-5370"/>
                        <a:pt x="229838" y="85784"/>
                        <a:pt x="220408" y="85213"/>
                      </a:cubicBezTo>
                      <a:cubicBezTo>
                        <a:pt x="210979" y="84641"/>
                        <a:pt x="237172" y="34540"/>
                        <a:pt x="232886" y="14347"/>
                      </a:cubicBezTo>
                      <a:cubicBezTo>
                        <a:pt x="228600" y="-5846"/>
                        <a:pt x="168783" y="107120"/>
                        <a:pt x="168783" y="107120"/>
                      </a:cubicBezTo>
                      <a:cubicBezTo>
                        <a:pt x="151638" y="126456"/>
                        <a:pt x="0" y="234184"/>
                        <a:pt x="0" y="234184"/>
                      </a:cubicBezTo>
                      <a:lnTo>
                        <a:pt x="71723" y="348198"/>
                      </a:ln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5" name="Google Shape;945;p35"/>
                <p:cNvSpPr/>
                <p:nvPr/>
              </p:nvSpPr>
              <p:spPr>
                <a:xfrm>
                  <a:off x="4229198" y="2451120"/>
                  <a:ext cx="20478" cy="559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78" h="55911" extrusionOk="0">
                      <a:moveTo>
                        <a:pt x="20479" y="2572"/>
                      </a:moveTo>
                      <a:lnTo>
                        <a:pt x="0" y="55912"/>
                      </a:lnTo>
                      <a:cubicBezTo>
                        <a:pt x="0" y="55912"/>
                        <a:pt x="5905" y="3620"/>
                        <a:pt x="2191" y="0"/>
                      </a:cubicBezTo>
                      <a:lnTo>
                        <a:pt x="20479" y="2572"/>
                      </a:lnTo>
                      <a:close/>
                    </a:path>
                  </a:pathLst>
                </a:custGeom>
                <a:solidFill>
                  <a:srgbClr val="8F5D4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6" name="Google Shape;946;p35"/>
                <p:cNvSpPr/>
                <p:nvPr/>
              </p:nvSpPr>
              <p:spPr>
                <a:xfrm>
                  <a:off x="3602037" y="2283261"/>
                  <a:ext cx="655354" cy="5714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5354" h="571433" extrusionOk="0">
                      <a:moveTo>
                        <a:pt x="383321" y="277492"/>
                      </a:moveTo>
                      <a:cubicBezTo>
                        <a:pt x="383321" y="277492"/>
                        <a:pt x="142434" y="-113414"/>
                        <a:pt x="10417" y="32700"/>
                      </a:cubicBezTo>
                      <a:cubicBezTo>
                        <a:pt x="-63402" y="114329"/>
                        <a:pt x="276927" y="536763"/>
                        <a:pt x="345412" y="571434"/>
                      </a:cubicBezTo>
                      <a:lnTo>
                        <a:pt x="655355" y="349501"/>
                      </a:lnTo>
                      <a:lnTo>
                        <a:pt x="558390" y="183576"/>
                      </a:lnTo>
                      <a:lnTo>
                        <a:pt x="383321" y="277492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7" name="Google Shape;947;p35"/>
                <p:cNvSpPr/>
                <p:nvPr/>
              </p:nvSpPr>
              <p:spPr>
                <a:xfrm>
                  <a:off x="3602034" y="2289855"/>
                  <a:ext cx="581157" cy="5647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1157" h="564744" extrusionOk="0">
                      <a:moveTo>
                        <a:pt x="10420" y="26105"/>
                      </a:moveTo>
                      <a:cubicBezTo>
                        <a:pt x="46710" y="-14090"/>
                        <a:pt x="88620" y="-1231"/>
                        <a:pt x="134149" y="20486"/>
                      </a:cubicBezTo>
                      <a:cubicBezTo>
                        <a:pt x="173773" y="70111"/>
                        <a:pt x="219779" y="104115"/>
                        <a:pt x="256164" y="156503"/>
                      </a:cubicBezTo>
                      <a:cubicBezTo>
                        <a:pt x="294169" y="211271"/>
                        <a:pt x="328555" y="268421"/>
                        <a:pt x="365321" y="323952"/>
                      </a:cubicBezTo>
                      <a:cubicBezTo>
                        <a:pt x="374751" y="338144"/>
                        <a:pt x="384562" y="351956"/>
                        <a:pt x="394753" y="365576"/>
                      </a:cubicBezTo>
                      <a:cubicBezTo>
                        <a:pt x="401897" y="375006"/>
                        <a:pt x="407136" y="385674"/>
                        <a:pt x="418852" y="390151"/>
                      </a:cubicBezTo>
                      <a:cubicBezTo>
                        <a:pt x="438187" y="397485"/>
                        <a:pt x="448188" y="388913"/>
                        <a:pt x="465334" y="380245"/>
                      </a:cubicBezTo>
                      <a:cubicBezTo>
                        <a:pt x="488098" y="368815"/>
                        <a:pt x="521341" y="352718"/>
                        <a:pt x="542581" y="338811"/>
                      </a:cubicBezTo>
                      <a:cubicBezTo>
                        <a:pt x="556774" y="329477"/>
                        <a:pt x="562012" y="322714"/>
                        <a:pt x="562012" y="322714"/>
                      </a:cubicBezTo>
                      <a:cubicBezTo>
                        <a:pt x="562012" y="322714"/>
                        <a:pt x="575633" y="348050"/>
                        <a:pt x="581158" y="360147"/>
                      </a:cubicBezTo>
                      <a:lnTo>
                        <a:pt x="345509" y="564744"/>
                      </a:lnTo>
                      <a:cubicBezTo>
                        <a:pt x="276834" y="530073"/>
                        <a:pt x="-63399" y="107735"/>
                        <a:pt x="10420" y="2610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8" name="Google Shape;948;p35"/>
                <p:cNvSpPr/>
                <p:nvPr/>
              </p:nvSpPr>
              <p:spPr>
                <a:xfrm>
                  <a:off x="3677224" y="4259632"/>
                  <a:ext cx="126301" cy="1101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301" h="110108" extrusionOk="0">
                      <a:moveTo>
                        <a:pt x="114300" y="31813"/>
                      </a:moveTo>
                      <a:lnTo>
                        <a:pt x="98203" y="0"/>
                      </a:lnTo>
                      <a:lnTo>
                        <a:pt x="2191" y="3429"/>
                      </a:lnTo>
                      <a:lnTo>
                        <a:pt x="0" y="31813"/>
                      </a:lnTo>
                      <a:lnTo>
                        <a:pt x="45149" y="110109"/>
                      </a:lnTo>
                      <a:lnTo>
                        <a:pt x="126301" y="47435"/>
                      </a:ln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9" name="Google Shape;949;p35"/>
                <p:cNvSpPr/>
                <p:nvPr/>
              </p:nvSpPr>
              <p:spPr>
                <a:xfrm>
                  <a:off x="3662175" y="4290397"/>
                  <a:ext cx="291750" cy="1067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750" h="106776" extrusionOk="0">
                      <a:moveTo>
                        <a:pt x="135160" y="1"/>
                      </a:moveTo>
                      <a:cubicBezTo>
                        <a:pt x="135160" y="1"/>
                        <a:pt x="106966" y="-570"/>
                        <a:pt x="74104" y="24385"/>
                      </a:cubicBezTo>
                      <a:cubicBezTo>
                        <a:pt x="54578" y="39244"/>
                        <a:pt x="25051" y="8669"/>
                        <a:pt x="16002" y="763"/>
                      </a:cubicBezTo>
                      <a:cubicBezTo>
                        <a:pt x="14192" y="-856"/>
                        <a:pt x="11621" y="573"/>
                        <a:pt x="11335" y="3430"/>
                      </a:cubicBezTo>
                      <a:lnTo>
                        <a:pt x="0" y="106776"/>
                      </a:lnTo>
                      <a:lnTo>
                        <a:pt x="285750" y="106776"/>
                      </a:lnTo>
                      <a:cubicBezTo>
                        <a:pt x="289084" y="106776"/>
                        <a:pt x="291751" y="103252"/>
                        <a:pt x="291751" y="98966"/>
                      </a:cubicBezTo>
                      <a:lnTo>
                        <a:pt x="291751" y="77249"/>
                      </a:lnTo>
                      <a:cubicBezTo>
                        <a:pt x="291751" y="73915"/>
                        <a:pt x="290131" y="70867"/>
                        <a:pt x="287655" y="69819"/>
                      </a:cubicBezTo>
                      <a:lnTo>
                        <a:pt x="13516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0" name="Google Shape;950;p35"/>
                <p:cNvSpPr/>
                <p:nvPr/>
              </p:nvSpPr>
              <p:spPr>
                <a:xfrm rot="-1801764">
                  <a:off x="3763940" y="4307141"/>
                  <a:ext cx="53103" cy="40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150" h="4095" extrusionOk="0">
                      <a:moveTo>
                        <a:pt x="0" y="0"/>
                      </a:moveTo>
                      <a:lnTo>
                        <a:pt x="53151" y="0"/>
                      </a:lnTo>
                      <a:lnTo>
                        <a:pt x="53151" y="4096"/>
                      </a:lnTo>
                      <a:lnTo>
                        <a:pt x="0" y="409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1" name="Google Shape;951;p35"/>
                <p:cNvSpPr/>
                <p:nvPr/>
              </p:nvSpPr>
              <p:spPr>
                <a:xfrm rot="-1801764">
                  <a:off x="3784050" y="4317400"/>
                  <a:ext cx="53103" cy="40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150" h="4095" extrusionOk="0">
                      <a:moveTo>
                        <a:pt x="0" y="0"/>
                      </a:moveTo>
                      <a:lnTo>
                        <a:pt x="53151" y="0"/>
                      </a:lnTo>
                      <a:lnTo>
                        <a:pt x="53151" y="4096"/>
                      </a:lnTo>
                      <a:lnTo>
                        <a:pt x="0" y="409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2" name="Google Shape;952;p35"/>
                <p:cNvSpPr/>
                <p:nvPr/>
              </p:nvSpPr>
              <p:spPr>
                <a:xfrm>
                  <a:off x="3211833" y="4246392"/>
                  <a:ext cx="126301" cy="1233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301" h="123348" extrusionOk="0">
                      <a:moveTo>
                        <a:pt x="114205" y="45053"/>
                      </a:moveTo>
                      <a:lnTo>
                        <a:pt x="98108" y="13240"/>
                      </a:lnTo>
                      <a:lnTo>
                        <a:pt x="10001" y="0"/>
                      </a:lnTo>
                      <a:lnTo>
                        <a:pt x="0" y="45053"/>
                      </a:lnTo>
                      <a:lnTo>
                        <a:pt x="45053" y="123349"/>
                      </a:lnTo>
                      <a:lnTo>
                        <a:pt x="126301" y="60674"/>
                      </a:ln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3" name="Google Shape;953;p35"/>
                <p:cNvSpPr/>
                <p:nvPr/>
              </p:nvSpPr>
              <p:spPr>
                <a:xfrm>
                  <a:off x="3196688" y="4290397"/>
                  <a:ext cx="291655" cy="1067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655" h="106776" extrusionOk="0">
                      <a:moveTo>
                        <a:pt x="135160" y="1"/>
                      </a:moveTo>
                      <a:cubicBezTo>
                        <a:pt x="135160" y="1"/>
                        <a:pt x="106966" y="-570"/>
                        <a:pt x="74104" y="24385"/>
                      </a:cubicBezTo>
                      <a:cubicBezTo>
                        <a:pt x="54578" y="39244"/>
                        <a:pt x="25051" y="8669"/>
                        <a:pt x="16002" y="763"/>
                      </a:cubicBezTo>
                      <a:cubicBezTo>
                        <a:pt x="14192" y="-856"/>
                        <a:pt x="11621" y="573"/>
                        <a:pt x="11335" y="3430"/>
                      </a:cubicBezTo>
                      <a:lnTo>
                        <a:pt x="0" y="106776"/>
                      </a:lnTo>
                      <a:lnTo>
                        <a:pt x="285655" y="106776"/>
                      </a:lnTo>
                      <a:cubicBezTo>
                        <a:pt x="288988" y="106776"/>
                        <a:pt x="291655" y="103252"/>
                        <a:pt x="291655" y="98966"/>
                      </a:cubicBezTo>
                      <a:lnTo>
                        <a:pt x="291655" y="77249"/>
                      </a:lnTo>
                      <a:cubicBezTo>
                        <a:pt x="291655" y="73915"/>
                        <a:pt x="290036" y="70867"/>
                        <a:pt x="287560" y="69819"/>
                      </a:cubicBezTo>
                      <a:lnTo>
                        <a:pt x="13516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4" name="Google Shape;954;p35"/>
                <p:cNvSpPr/>
                <p:nvPr/>
              </p:nvSpPr>
              <p:spPr>
                <a:xfrm rot="-1801764">
                  <a:off x="3304896" y="4309167"/>
                  <a:ext cx="53103" cy="40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150" h="4095" extrusionOk="0">
                      <a:moveTo>
                        <a:pt x="0" y="0"/>
                      </a:moveTo>
                      <a:lnTo>
                        <a:pt x="53151" y="0"/>
                      </a:lnTo>
                      <a:lnTo>
                        <a:pt x="53151" y="4096"/>
                      </a:lnTo>
                      <a:lnTo>
                        <a:pt x="0" y="409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5" name="Google Shape;955;p35"/>
                <p:cNvSpPr/>
                <p:nvPr/>
              </p:nvSpPr>
              <p:spPr>
                <a:xfrm rot="-1801764">
                  <a:off x="3325007" y="4319417"/>
                  <a:ext cx="53103" cy="40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150" h="4095" extrusionOk="0">
                      <a:moveTo>
                        <a:pt x="0" y="0"/>
                      </a:moveTo>
                      <a:lnTo>
                        <a:pt x="53151" y="0"/>
                      </a:lnTo>
                      <a:lnTo>
                        <a:pt x="53151" y="4096"/>
                      </a:lnTo>
                      <a:lnTo>
                        <a:pt x="0" y="409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6" name="Google Shape;956;p35"/>
                <p:cNvSpPr/>
                <p:nvPr/>
              </p:nvSpPr>
              <p:spPr>
                <a:xfrm>
                  <a:off x="3384902" y="3040527"/>
                  <a:ext cx="429336" cy="12263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9336" h="1226343" extrusionOk="0">
                      <a:moveTo>
                        <a:pt x="388811" y="0"/>
                      </a:moveTo>
                      <a:cubicBezTo>
                        <a:pt x="388811" y="0"/>
                        <a:pt x="425577" y="439483"/>
                        <a:pt x="429006" y="560927"/>
                      </a:cubicBezTo>
                      <a:cubicBezTo>
                        <a:pt x="432435" y="682371"/>
                        <a:pt x="408051" y="1223677"/>
                        <a:pt x="408051" y="1223677"/>
                      </a:cubicBezTo>
                      <a:lnTo>
                        <a:pt x="255175" y="1226344"/>
                      </a:lnTo>
                      <a:cubicBezTo>
                        <a:pt x="255175" y="1226344"/>
                        <a:pt x="148400" y="318230"/>
                        <a:pt x="0" y="25337"/>
                      </a:cubicBezTo>
                      <a:lnTo>
                        <a:pt x="388811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7" name="Google Shape;957;p35"/>
                <p:cNvSpPr/>
                <p:nvPr/>
              </p:nvSpPr>
              <p:spPr>
                <a:xfrm>
                  <a:off x="3586355" y="3063292"/>
                  <a:ext cx="124015" cy="1199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015" h="1199768" extrusionOk="0">
                      <a:moveTo>
                        <a:pt x="119920" y="1199769"/>
                      </a:moveTo>
                      <a:cubicBezTo>
                        <a:pt x="119729" y="1194435"/>
                        <a:pt x="104489" y="663130"/>
                        <a:pt x="104489" y="586073"/>
                      </a:cubicBezTo>
                      <a:cubicBezTo>
                        <a:pt x="104489" y="509206"/>
                        <a:pt x="1048" y="5905"/>
                        <a:pt x="0" y="857"/>
                      </a:cubicBezTo>
                      <a:lnTo>
                        <a:pt x="4001" y="0"/>
                      </a:lnTo>
                      <a:cubicBezTo>
                        <a:pt x="5048" y="5048"/>
                        <a:pt x="108585" y="508826"/>
                        <a:pt x="108585" y="586073"/>
                      </a:cubicBezTo>
                      <a:cubicBezTo>
                        <a:pt x="108585" y="663130"/>
                        <a:pt x="123825" y="1194340"/>
                        <a:pt x="124016" y="1199674"/>
                      </a:cubicBezTo>
                      <a:lnTo>
                        <a:pt x="119920" y="119976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8" name="Google Shape;958;p35"/>
                <p:cNvSpPr/>
                <p:nvPr/>
              </p:nvSpPr>
              <p:spPr>
                <a:xfrm>
                  <a:off x="3632361" y="4205721"/>
                  <a:ext cx="161925" cy="40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925" h="4095" extrusionOk="0">
                      <a:moveTo>
                        <a:pt x="0" y="0"/>
                      </a:moveTo>
                      <a:lnTo>
                        <a:pt x="161925" y="0"/>
                      </a:lnTo>
                      <a:lnTo>
                        <a:pt x="161925" y="4096"/>
                      </a:lnTo>
                      <a:lnTo>
                        <a:pt x="0" y="4096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9" name="Google Shape;959;p35"/>
                <p:cNvSpPr/>
                <p:nvPr/>
              </p:nvSpPr>
              <p:spPr>
                <a:xfrm>
                  <a:off x="3207261" y="3040527"/>
                  <a:ext cx="566737" cy="1236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6737" h="1236059" extrusionOk="0">
                      <a:moveTo>
                        <a:pt x="566738" y="0"/>
                      </a:moveTo>
                      <a:cubicBezTo>
                        <a:pt x="566738" y="0"/>
                        <a:pt x="481775" y="366331"/>
                        <a:pt x="395478" y="625507"/>
                      </a:cubicBezTo>
                      <a:cubicBezTo>
                        <a:pt x="325755" y="834962"/>
                        <a:pt x="171355" y="1236059"/>
                        <a:pt x="171355" y="1236059"/>
                      </a:cubicBezTo>
                      <a:lnTo>
                        <a:pt x="0" y="1231773"/>
                      </a:lnTo>
                      <a:lnTo>
                        <a:pt x="148876" y="631698"/>
                      </a:lnTo>
                      <a:cubicBezTo>
                        <a:pt x="156781" y="600456"/>
                        <a:pt x="161830" y="568452"/>
                        <a:pt x="163830" y="536257"/>
                      </a:cubicBezTo>
                      <a:cubicBezTo>
                        <a:pt x="171450" y="414528"/>
                        <a:pt x="146494" y="168592"/>
                        <a:pt x="136017" y="11049"/>
                      </a:cubicBezTo>
                      <a:lnTo>
                        <a:pt x="56673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60" name="Google Shape;960;p35"/>
                <p:cNvGrpSpPr/>
                <p:nvPr/>
              </p:nvGrpSpPr>
              <p:grpSpPr>
                <a:xfrm>
                  <a:off x="3224406" y="3042051"/>
                  <a:ext cx="397573" cy="1229773"/>
                  <a:chOff x="6448806" y="4285201"/>
                  <a:chExt cx="397573" cy="1229773"/>
                </a:xfrm>
              </p:grpSpPr>
              <p:sp>
                <p:nvSpPr>
                  <p:cNvPr id="961" name="Google Shape;961;p35"/>
                  <p:cNvSpPr/>
                  <p:nvPr/>
                </p:nvSpPr>
                <p:spPr>
                  <a:xfrm>
                    <a:off x="6490811" y="4290250"/>
                    <a:ext cx="231076" cy="12247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1076" h="1224724" extrusionOk="0">
                        <a:moveTo>
                          <a:pt x="3905" y="1224724"/>
                        </a:moveTo>
                        <a:lnTo>
                          <a:pt x="0" y="1223581"/>
                        </a:lnTo>
                        <a:cubicBezTo>
                          <a:pt x="1715" y="1217581"/>
                          <a:pt x="176403" y="621221"/>
                          <a:pt x="212122" y="548068"/>
                        </a:cubicBezTo>
                        <a:cubicBezTo>
                          <a:pt x="247555" y="475583"/>
                          <a:pt x="208312" y="5143"/>
                          <a:pt x="207836" y="381"/>
                        </a:cubicBezTo>
                        <a:lnTo>
                          <a:pt x="211836" y="0"/>
                        </a:lnTo>
                        <a:cubicBezTo>
                          <a:pt x="213455" y="19431"/>
                          <a:pt x="251650" y="476250"/>
                          <a:pt x="215741" y="549783"/>
                        </a:cubicBezTo>
                        <a:cubicBezTo>
                          <a:pt x="180213" y="622744"/>
                          <a:pt x="5715" y="1218724"/>
                          <a:pt x="3905" y="1224724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62" name="Google Shape;962;p35"/>
                  <p:cNvSpPr/>
                  <p:nvPr/>
                </p:nvSpPr>
                <p:spPr>
                  <a:xfrm>
                    <a:off x="6448806" y="5459158"/>
                    <a:ext cx="171926" cy="40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926" h="4095" extrusionOk="0">
                        <a:moveTo>
                          <a:pt x="0" y="0"/>
                        </a:moveTo>
                        <a:lnTo>
                          <a:pt x="171926" y="0"/>
                        </a:lnTo>
                        <a:lnTo>
                          <a:pt x="171926" y="4096"/>
                        </a:lnTo>
                        <a:lnTo>
                          <a:pt x="0" y="4096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63" name="Google Shape;963;p35"/>
                  <p:cNvSpPr/>
                  <p:nvPr/>
                </p:nvSpPr>
                <p:spPr>
                  <a:xfrm>
                    <a:off x="6715125" y="4285201"/>
                    <a:ext cx="131254" cy="1703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254" h="170306" extrusionOk="0">
                        <a:moveTo>
                          <a:pt x="3238" y="170307"/>
                        </a:moveTo>
                        <a:lnTo>
                          <a:pt x="0" y="167830"/>
                        </a:lnTo>
                        <a:lnTo>
                          <a:pt x="128016" y="0"/>
                        </a:lnTo>
                        <a:lnTo>
                          <a:pt x="131254" y="2476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964" name="Google Shape;964;p35"/>
                <p:cNvSpPr/>
                <p:nvPr/>
              </p:nvSpPr>
              <p:spPr>
                <a:xfrm>
                  <a:off x="3256436" y="2224425"/>
                  <a:ext cx="581474" cy="8883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1474" h="888396" extrusionOk="0">
                      <a:moveTo>
                        <a:pt x="259" y="237649"/>
                      </a:moveTo>
                      <a:cubicBezTo>
                        <a:pt x="4355" y="134207"/>
                        <a:pt x="169613" y="41053"/>
                        <a:pt x="169613" y="41053"/>
                      </a:cubicBezTo>
                      <a:lnTo>
                        <a:pt x="227811" y="0"/>
                      </a:lnTo>
                      <a:lnTo>
                        <a:pt x="227335" y="3238"/>
                      </a:lnTo>
                      <a:lnTo>
                        <a:pt x="352493" y="82487"/>
                      </a:lnTo>
                      <a:lnTo>
                        <a:pt x="362399" y="61150"/>
                      </a:lnTo>
                      <a:lnTo>
                        <a:pt x="360685" y="43434"/>
                      </a:lnTo>
                      <a:lnTo>
                        <a:pt x="391927" y="54007"/>
                      </a:lnTo>
                      <a:cubicBezTo>
                        <a:pt x="405262" y="55626"/>
                        <a:pt x="466889" y="123349"/>
                        <a:pt x="486986" y="154686"/>
                      </a:cubicBezTo>
                      <a:cubicBezTo>
                        <a:pt x="508703" y="188595"/>
                        <a:pt x="521181" y="227838"/>
                        <a:pt x="523181" y="268319"/>
                      </a:cubicBezTo>
                      <a:lnTo>
                        <a:pt x="581475" y="853345"/>
                      </a:lnTo>
                      <a:lnTo>
                        <a:pt x="104367" y="888397"/>
                      </a:lnTo>
                      <a:cubicBezTo>
                        <a:pt x="104272" y="888397"/>
                        <a:pt x="-6028" y="396907"/>
                        <a:pt x="259" y="23764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5" name="Google Shape;965;p35"/>
                <p:cNvSpPr/>
                <p:nvPr/>
              </p:nvSpPr>
              <p:spPr>
                <a:xfrm>
                  <a:off x="3316036" y="3028526"/>
                  <a:ext cx="517207" cy="391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7207" h="39147" extrusionOk="0">
                      <a:moveTo>
                        <a:pt x="95" y="39148"/>
                      </a:moveTo>
                      <a:lnTo>
                        <a:pt x="0" y="37433"/>
                      </a:lnTo>
                      <a:lnTo>
                        <a:pt x="517017" y="0"/>
                      </a:lnTo>
                      <a:lnTo>
                        <a:pt x="517207" y="171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6" name="Google Shape;966;p35"/>
                <p:cNvSpPr/>
                <p:nvPr/>
              </p:nvSpPr>
              <p:spPr>
                <a:xfrm>
                  <a:off x="3243480" y="2269764"/>
                  <a:ext cx="430791" cy="10361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0791" h="1036129" extrusionOk="0">
                      <a:moveTo>
                        <a:pt x="159996" y="0"/>
                      </a:moveTo>
                      <a:cubicBezTo>
                        <a:pt x="159996" y="0"/>
                        <a:pt x="276201" y="75629"/>
                        <a:pt x="343257" y="305753"/>
                      </a:cubicBezTo>
                      <a:cubicBezTo>
                        <a:pt x="402979" y="510540"/>
                        <a:pt x="430792" y="1003363"/>
                        <a:pt x="430792" y="1003363"/>
                      </a:cubicBezTo>
                      <a:lnTo>
                        <a:pt x="33028" y="1036130"/>
                      </a:lnTo>
                      <a:cubicBezTo>
                        <a:pt x="33028" y="1036130"/>
                        <a:pt x="56554" y="688753"/>
                        <a:pt x="63794" y="639985"/>
                      </a:cubicBezTo>
                      <a:cubicBezTo>
                        <a:pt x="70937" y="591217"/>
                        <a:pt x="-111181" y="115919"/>
                        <a:pt x="109799" y="34766"/>
                      </a:cubicBezTo>
                      <a:lnTo>
                        <a:pt x="159996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67" name="Google Shape;967;p35"/>
                <p:cNvGrpSpPr/>
                <p:nvPr/>
              </p:nvGrpSpPr>
              <p:grpSpPr>
                <a:xfrm>
                  <a:off x="3613121" y="2256906"/>
                  <a:ext cx="264222" cy="1022984"/>
                  <a:chOff x="6837521" y="3500056"/>
                  <a:chExt cx="264222" cy="1022984"/>
                </a:xfrm>
              </p:grpSpPr>
              <p:sp>
                <p:nvSpPr>
                  <p:cNvPr id="968" name="Google Shape;968;p35"/>
                  <p:cNvSpPr/>
                  <p:nvPr/>
                </p:nvSpPr>
                <p:spPr>
                  <a:xfrm>
                    <a:off x="6856380" y="3519106"/>
                    <a:ext cx="245363" cy="10039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5363" h="1003934" extrusionOk="0">
                        <a:moveTo>
                          <a:pt x="13621" y="94393"/>
                        </a:moveTo>
                        <a:lnTo>
                          <a:pt x="14954" y="107442"/>
                        </a:lnTo>
                        <a:lnTo>
                          <a:pt x="82772" y="1003935"/>
                        </a:lnTo>
                        <a:lnTo>
                          <a:pt x="245364" y="982885"/>
                        </a:lnTo>
                        <a:lnTo>
                          <a:pt x="191929" y="580263"/>
                        </a:lnTo>
                        <a:cubicBezTo>
                          <a:pt x="191929" y="580263"/>
                          <a:pt x="169259" y="193262"/>
                          <a:pt x="153543" y="161639"/>
                        </a:cubicBezTo>
                        <a:cubicBezTo>
                          <a:pt x="129159" y="112871"/>
                          <a:pt x="71533" y="10954"/>
                          <a:pt x="0" y="0"/>
                        </a:cubicBezTo>
                        <a:lnTo>
                          <a:pt x="13621" y="94393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69" name="Google Shape;969;p35"/>
                  <p:cNvSpPr/>
                  <p:nvPr/>
                </p:nvSpPr>
                <p:spPr>
                  <a:xfrm>
                    <a:off x="6878574" y="3529678"/>
                    <a:ext cx="112299" cy="5455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299" h="545591" extrusionOk="0">
                        <a:moveTo>
                          <a:pt x="0" y="0"/>
                        </a:moveTo>
                        <a:lnTo>
                          <a:pt x="101727" y="190690"/>
                        </a:lnTo>
                        <a:lnTo>
                          <a:pt x="86582" y="238696"/>
                        </a:lnTo>
                        <a:lnTo>
                          <a:pt x="112300" y="266700"/>
                        </a:lnTo>
                        <a:lnTo>
                          <a:pt x="47911" y="545592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70" name="Google Shape;970;p35"/>
                  <p:cNvSpPr/>
                  <p:nvPr/>
                </p:nvSpPr>
                <p:spPr>
                  <a:xfrm>
                    <a:off x="6837521" y="3500056"/>
                    <a:ext cx="123539" cy="5486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539" h="548639" extrusionOk="0">
                        <a:moveTo>
                          <a:pt x="92107" y="548640"/>
                        </a:moveTo>
                        <a:lnTo>
                          <a:pt x="123539" y="289750"/>
                        </a:lnTo>
                        <a:lnTo>
                          <a:pt x="76200" y="243935"/>
                        </a:lnTo>
                        <a:lnTo>
                          <a:pt x="116396" y="186500"/>
                        </a:lnTo>
                        <a:lnTo>
                          <a:pt x="44672" y="2305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971" name="Google Shape;971;p35"/>
                <p:cNvSpPr/>
                <p:nvPr/>
              </p:nvSpPr>
              <p:spPr>
                <a:xfrm>
                  <a:off x="3646100" y="2816007"/>
                  <a:ext cx="10526" cy="303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26" h="30321" extrusionOk="0">
                      <a:moveTo>
                        <a:pt x="10169" y="14494"/>
                      </a:moveTo>
                      <a:cubicBezTo>
                        <a:pt x="11216" y="22876"/>
                        <a:pt x="9883" y="29924"/>
                        <a:pt x="7216" y="30305"/>
                      </a:cubicBezTo>
                      <a:cubicBezTo>
                        <a:pt x="4453" y="30687"/>
                        <a:pt x="1406" y="24210"/>
                        <a:pt x="358" y="15828"/>
                      </a:cubicBezTo>
                      <a:cubicBezTo>
                        <a:pt x="-690" y="7445"/>
                        <a:pt x="644" y="397"/>
                        <a:pt x="3311" y="16"/>
                      </a:cubicBezTo>
                      <a:cubicBezTo>
                        <a:pt x="5978" y="-365"/>
                        <a:pt x="9121" y="6112"/>
                        <a:pt x="10169" y="1449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2" name="Google Shape;972;p35"/>
                <p:cNvSpPr/>
                <p:nvPr/>
              </p:nvSpPr>
              <p:spPr>
                <a:xfrm>
                  <a:off x="3330704" y="2298053"/>
                  <a:ext cx="305943" cy="4973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943" h="497395" extrusionOk="0">
                      <a:moveTo>
                        <a:pt x="93345" y="0"/>
                      </a:moveTo>
                      <a:lnTo>
                        <a:pt x="0" y="70771"/>
                      </a:lnTo>
                      <a:lnTo>
                        <a:pt x="157353" y="243554"/>
                      </a:lnTo>
                      <a:lnTo>
                        <a:pt x="146780" y="285655"/>
                      </a:lnTo>
                      <a:lnTo>
                        <a:pt x="267271" y="497396"/>
                      </a:lnTo>
                      <a:lnTo>
                        <a:pt x="305943" y="475107"/>
                      </a:lnTo>
                      <a:lnTo>
                        <a:pt x="218218" y="18735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3" name="Google Shape;973;p35"/>
                <p:cNvSpPr/>
                <p:nvPr/>
              </p:nvSpPr>
              <p:spPr>
                <a:xfrm>
                  <a:off x="3475715" y="2175730"/>
                  <a:ext cx="25487" cy="385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87" h="38598" extrusionOk="0">
                      <a:moveTo>
                        <a:pt x="25487" y="22"/>
                      </a:moveTo>
                      <a:cubicBezTo>
                        <a:pt x="25487" y="22"/>
                        <a:pt x="1198" y="-359"/>
                        <a:pt x="55" y="2023"/>
                      </a:cubicBezTo>
                      <a:cubicBezTo>
                        <a:pt x="-1088" y="4404"/>
                        <a:pt x="15867" y="38599"/>
                        <a:pt x="15867" y="38599"/>
                      </a:cubicBezTo>
                      <a:lnTo>
                        <a:pt x="25487" y="22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4" name="Google Shape;974;p35"/>
                <p:cNvSpPr/>
                <p:nvPr/>
              </p:nvSpPr>
              <p:spPr>
                <a:xfrm>
                  <a:off x="3466918" y="1859757"/>
                  <a:ext cx="260554" cy="2761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554" h="276176" extrusionOk="0">
                      <a:moveTo>
                        <a:pt x="69717" y="275324"/>
                      </a:moveTo>
                      <a:cubicBezTo>
                        <a:pt x="7137" y="291802"/>
                        <a:pt x="-28962" y="64059"/>
                        <a:pt x="29712" y="51200"/>
                      </a:cubicBezTo>
                      <a:cubicBezTo>
                        <a:pt x="29712" y="51200"/>
                        <a:pt x="33331" y="19673"/>
                        <a:pt x="64859" y="11957"/>
                      </a:cubicBezTo>
                      <a:cubicBezTo>
                        <a:pt x="96387" y="4242"/>
                        <a:pt x="110579" y="23864"/>
                        <a:pt x="110579" y="23864"/>
                      </a:cubicBezTo>
                      <a:cubicBezTo>
                        <a:pt x="110579" y="23864"/>
                        <a:pt x="116484" y="9005"/>
                        <a:pt x="125438" y="9576"/>
                      </a:cubicBezTo>
                      <a:cubicBezTo>
                        <a:pt x="134391" y="10148"/>
                        <a:pt x="142107" y="17291"/>
                        <a:pt x="142107" y="17291"/>
                      </a:cubicBezTo>
                      <a:cubicBezTo>
                        <a:pt x="142107" y="17291"/>
                        <a:pt x="161157" y="-1092"/>
                        <a:pt x="183064" y="51"/>
                      </a:cubicBezTo>
                      <a:cubicBezTo>
                        <a:pt x="205067" y="1194"/>
                        <a:pt x="218116" y="13672"/>
                        <a:pt x="220497" y="23197"/>
                      </a:cubicBezTo>
                      <a:cubicBezTo>
                        <a:pt x="220497" y="23197"/>
                        <a:pt x="255549" y="4814"/>
                        <a:pt x="260312" y="46914"/>
                      </a:cubicBezTo>
                      <a:cubicBezTo>
                        <a:pt x="262407" y="65964"/>
                        <a:pt x="250215" y="74822"/>
                        <a:pt x="250215" y="74822"/>
                      </a:cubicBezTo>
                      <a:cubicBezTo>
                        <a:pt x="250215" y="74822"/>
                        <a:pt x="253740" y="109303"/>
                        <a:pt x="235928" y="116351"/>
                      </a:cubicBezTo>
                      <a:cubicBezTo>
                        <a:pt x="235928" y="116351"/>
                        <a:pt x="241262" y="138926"/>
                        <a:pt x="231737" y="139021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5" name="Google Shape;975;p35"/>
                <p:cNvSpPr/>
                <p:nvPr/>
              </p:nvSpPr>
              <p:spPr>
                <a:xfrm>
                  <a:off x="3482667" y="1956646"/>
                  <a:ext cx="218559" cy="3677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559" h="367703" extrusionOk="0">
                      <a:moveTo>
                        <a:pt x="212940" y="10128"/>
                      </a:moveTo>
                      <a:cubicBezTo>
                        <a:pt x="212940" y="10128"/>
                        <a:pt x="235514" y="165481"/>
                        <a:pt x="190175" y="227774"/>
                      </a:cubicBezTo>
                      <a:cubicBezTo>
                        <a:pt x="177888" y="238061"/>
                        <a:pt x="142455" y="229965"/>
                        <a:pt x="131215" y="228536"/>
                      </a:cubicBezTo>
                      <a:cubicBezTo>
                        <a:pt x="130263" y="221869"/>
                        <a:pt x="122929" y="279400"/>
                        <a:pt x="137693" y="329311"/>
                      </a:cubicBezTo>
                      <a:cubicBezTo>
                        <a:pt x="153599" y="378841"/>
                        <a:pt x="86543" y="379507"/>
                        <a:pt x="54444" y="336740"/>
                      </a:cubicBezTo>
                      <a:lnTo>
                        <a:pt x="5962" y="278447"/>
                      </a:lnTo>
                      <a:cubicBezTo>
                        <a:pt x="5962" y="278447"/>
                        <a:pt x="17487" y="191389"/>
                        <a:pt x="19678" y="162052"/>
                      </a:cubicBezTo>
                      <a:cubicBezTo>
                        <a:pt x="20821" y="146335"/>
                        <a:pt x="21202" y="131000"/>
                        <a:pt x="19868" y="122713"/>
                      </a:cubicBezTo>
                      <a:cubicBezTo>
                        <a:pt x="1390" y="121094"/>
                        <a:pt x="-4040" y="86899"/>
                        <a:pt x="2914" y="68326"/>
                      </a:cubicBezTo>
                      <a:cubicBezTo>
                        <a:pt x="9581" y="50609"/>
                        <a:pt x="44824" y="75850"/>
                        <a:pt x="51206" y="91662"/>
                      </a:cubicBezTo>
                      <a:cubicBezTo>
                        <a:pt x="53206" y="96710"/>
                        <a:pt x="59016" y="101949"/>
                        <a:pt x="65398" y="94424"/>
                      </a:cubicBezTo>
                      <a:cubicBezTo>
                        <a:pt x="69303" y="89757"/>
                        <a:pt x="70160" y="47275"/>
                        <a:pt x="75685" y="20891"/>
                      </a:cubicBezTo>
                      <a:cubicBezTo>
                        <a:pt x="81781" y="36893"/>
                        <a:pt x="106641" y="27368"/>
                        <a:pt x="106736" y="27368"/>
                      </a:cubicBezTo>
                      <a:cubicBezTo>
                        <a:pt x="115594" y="26987"/>
                        <a:pt x="122738" y="11938"/>
                        <a:pt x="122072" y="11652"/>
                      </a:cubicBezTo>
                      <a:cubicBezTo>
                        <a:pt x="133216" y="24701"/>
                        <a:pt x="167887" y="24701"/>
                        <a:pt x="178650" y="23844"/>
                      </a:cubicBezTo>
                      <a:cubicBezTo>
                        <a:pt x="188365" y="22987"/>
                        <a:pt x="194652" y="10414"/>
                        <a:pt x="197700" y="7175"/>
                      </a:cubicBezTo>
                      <a:cubicBezTo>
                        <a:pt x="213893" y="-10541"/>
                        <a:pt x="212940" y="10128"/>
                        <a:pt x="212940" y="10128"/>
                      </a:cubicBez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6" name="Google Shape;976;p35"/>
                <p:cNvSpPr/>
                <p:nvPr/>
              </p:nvSpPr>
              <p:spPr>
                <a:xfrm>
                  <a:off x="3580545" y="2180039"/>
                  <a:ext cx="44005" cy="112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005" h="112585" extrusionOk="0">
                      <a:moveTo>
                        <a:pt x="44006" y="6477"/>
                      </a:moveTo>
                      <a:lnTo>
                        <a:pt x="0" y="0"/>
                      </a:lnTo>
                      <a:lnTo>
                        <a:pt x="37529" y="112586"/>
                      </a:lnTo>
                      <a:close/>
                    </a:path>
                  </a:pathLst>
                </a:custGeom>
                <a:solidFill>
                  <a:srgbClr val="8F5D4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7" name="Google Shape;977;p35"/>
                <p:cNvSpPr/>
                <p:nvPr/>
              </p:nvSpPr>
              <p:spPr>
                <a:xfrm>
                  <a:off x="3401094" y="2183753"/>
                  <a:ext cx="255174" cy="6468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174" h="646842" extrusionOk="0">
                      <a:moveTo>
                        <a:pt x="0" y="87535"/>
                      </a:moveTo>
                      <a:lnTo>
                        <a:pt x="87440" y="301276"/>
                      </a:lnTo>
                      <a:lnTo>
                        <a:pt x="155924" y="307562"/>
                      </a:lnTo>
                      <a:lnTo>
                        <a:pt x="125540" y="347377"/>
                      </a:lnTo>
                      <a:lnTo>
                        <a:pt x="255175" y="646843"/>
                      </a:lnTo>
                      <a:cubicBezTo>
                        <a:pt x="255175" y="646843"/>
                        <a:pt x="204311" y="375476"/>
                        <a:pt x="154877" y="222504"/>
                      </a:cubicBezTo>
                      <a:cubicBezTo>
                        <a:pt x="115919" y="102108"/>
                        <a:pt x="72866" y="0"/>
                        <a:pt x="72866" y="0"/>
                      </a:cubicBezTo>
                      <a:lnTo>
                        <a:pt x="0" y="87535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78" name="Google Shape;978;p35"/>
                <p:cNvGrpSpPr/>
                <p:nvPr/>
              </p:nvGrpSpPr>
              <p:grpSpPr>
                <a:xfrm>
                  <a:off x="3766471" y="2402281"/>
                  <a:ext cx="459096" cy="418904"/>
                  <a:chOff x="6987571" y="3640156"/>
                  <a:chExt cx="459096" cy="418904"/>
                </a:xfrm>
              </p:grpSpPr>
              <p:sp>
                <p:nvSpPr>
                  <p:cNvPr id="979" name="Google Shape;979;p35"/>
                  <p:cNvSpPr/>
                  <p:nvPr/>
                </p:nvSpPr>
                <p:spPr>
                  <a:xfrm>
                    <a:off x="6987571" y="3640156"/>
                    <a:ext cx="435292" cy="4163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5292" h="416369" extrusionOk="0">
                        <a:moveTo>
                          <a:pt x="159" y="408349"/>
                        </a:moveTo>
                        <a:lnTo>
                          <a:pt x="84836" y="120694"/>
                        </a:lnTo>
                        <a:cubicBezTo>
                          <a:pt x="88742" y="107835"/>
                          <a:pt x="98171" y="97453"/>
                          <a:pt x="110554" y="92309"/>
                        </a:cubicBezTo>
                        <a:lnTo>
                          <a:pt x="404781" y="2013"/>
                        </a:lnTo>
                        <a:cubicBezTo>
                          <a:pt x="425450" y="-6750"/>
                          <a:pt x="440881" y="14681"/>
                          <a:pt x="433356" y="35826"/>
                        </a:cubicBezTo>
                        <a:lnTo>
                          <a:pt x="356394" y="266903"/>
                        </a:lnTo>
                        <a:cubicBezTo>
                          <a:pt x="351346" y="282238"/>
                          <a:pt x="340392" y="294716"/>
                          <a:pt x="326104" y="301383"/>
                        </a:cubicBezTo>
                        <a:lnTo>
                          <a:pt x="21209" y="415493"/>
                        </a:lnTo>
                        <a:cubicBezTo>
                          <a:pt x="15589" y="418160"/>
                          <a:pt x="-1841" y="414445"/>
                          <a:pt x="159" y="408349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80" name="Google Shape;980;p35"/>
                  <p:cNvSpPr/>
                  <p:nvPr/>
                </p:nvSpPr>
                <p:spPr>
                  <a:xfrm>
                    <a:off x="7003440" y="3647750"/>
                    <a:ext cx="443227" cy="4113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3227" h="411310" extrusionOk="0">
                        <a:moveTo>
                          <a:pt x="6" y="411137"/>
                        </a:moveTo>
                        <a:lnTo>
                          <a:pt x="89732" y="119005"/>
                        </a:lnTo>
                        <a:cubicBezTo>
                          <a:pt x="92875" y="109195"/>
                          <a:pt x="100019" y="101289"/>
                          <a:pt x="109449" y="97193"/>
                        </a:cubicBezTo>
                        <a:lnTo>
                          <a:pt x="424059" y="1086"/>
                        </a:lnTo>
                        <a:cubicBezTo>
                          <a:pt x="436632" y="-4058"/>
                          <a:pt x="446252" y="10039"/>
                          <a:pt x="442347" y="22994"/>
                        </a:cubicBezTo>
                        <a:lnTo>
                          <a:pt x="361956" y="262833"/>
                        </a:lnTo>
                        <a:cubicBezTo>
                          <a:pt x="355956" y="279026"/>
                          <a:pt x="351765" y="286645"/>
                          <a:pt x="336239" y="294265"/>
                        </a:cubicBezTo>
                        <a:cubicBezTo>
                          <a:pt x="282042" y="321031"/>
                          <a:pt x="-1518" y="415900"/>
                          <a:pt x="6" y="411137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981" name="Google Shape;981;p35"/>
                <p:cNvSpPr/>
                <p:nvPr/>
              </p:nvSpPr>
              <p:spPr>
                <a:xfrm>
                  <a:off x="3647125" y="2564995"/>
                  <a:ext cx="345900" cy="328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5900" h="328180" extrusionOk="0">
                      <a:moveTo>
                        <a:pt x="46482" y="328180"/>
                      </a:moveTo>
                      <a:cubicBezTo>
                        <a:pt x="200977" y="222357"/>
                        <a:pt x="287941" y="139395"/>
                        <a:pt x="304514" y="124726"/>
                      </a:cubicBezTo>
                      <a:cubicBezTo>
                        <a:pt x="313944" y="116344"/>
                        <a:pt x="339852" y="88150"/>
                        <a:pt x="337757" y="83388"/>
                      </a:cubicBezTo>
                      <a:cubicBezTo>
                        <a:pt x="332994" y="72529"/>
                        <a:pt x="280321" y="128155"/>
                        <a:pt x="281654" y="124441"/>
                      </a:cubicBezTo>
                      <a:cubicBezTo>
                        <a:pt x="282988" y="120726"/>
                        <a:pt x="349377" y="63290"/>
                        <a:pt x="345758" y="54432"/>
                      </a:cubicBezTo>
                      <a:cubicBezTo>
                        <a:pt x="340233" y="41097"/>
                        <a:pt x="267367" y="106438"/>
                        <a:pt x="266033" y="107486"/>
                      </a:cubicBezTo>
                      <a:cubicBezTo>
                        <a:pt x="246602" y="123298"/>
                        <a:pt x="338233" y="47669"/>
                        <a:pt x="336709" y="37573"/>
                      </a:cubicBezTo>
                      <a:cubicBezTo>
                        <a:pt x="335185" y="27476"/>
                        <a:pt x="290989" y="59099"/>
                        <a:pt x="289369" y="60242"/>
                      </a:cubicBezTo>
                      <a:cubicBezTo>
                        <a:pt x="289369" y="60242"/>
                        <a:pt x="253175" y="89579"/>
                        <a:pt x="250412" y="87388"/>
                      </a:cubicBezTo>
                      <a:cubicBezTo>
                        <a:pt x="247745" y="85198"/>
                        <a:pt x="309753" y="1758"/>
                        <a:pt x="298894" y="44"/>
                      </a:cubicBezTo>
                      <a:cubicBezTo>
                        <a:pt x="288036" y="-1670"/>
                        <a:pt x="246412" y="47193"/>
                        <a:pt x="233839" y="59004"/>
                      </a:cubicBezTo>
                      <a:cubicBezTo>
                        <a:pt x="221266" y="70815"/>
                        <a:pt x="193358" y="80054"/>
                        <a:pt x="182975" y="88055"/>
                      </a:cubicBezTo>
                      <a:cubicBezTo>
                        <a:pt x="168592" y="99009"/>
                        <a:pt x="168497" y="61195"/>
                        <a:pt x="174498" y="47859"/>
                      </a:cubicBezTo>
                      <a:cubicBezTo>
                        <a:pt x="174498" y="47859"/>
                        <a:pt x="147352" y="79673"/>
                        <a:pt x="138017" y="106724"/>
                      </a:cubicBezTo>
                      <a:cubicBezTo>
                        <a:pt x="133159" y="120916"/>
                        <a:pt x="130111" y="139014"/>
                        <a:pt x="130111" y="139014"/>
                      </a:cubicBezTo>
                      <a:lnTo>
                        <a:pt x="0" y="225024"/>
                      </a:lnTo>
                      <a:lnTo>
                        <a:pt x="46482" y="328180"/>
                      </a:ln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2" name="Google Shape;982;p35"/>
                <p:cNvSpPr/>
                <p:nvPr/>
              </p:nvSpPr>
              <p:spPr>
                <a:xfrm>
                  <a:off x="3241122" y="2335393"/>
                  <a:ext cx="596026" cy="6557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6026" h="655791" extrusionOk="0">
                      <a:moveTo>
                        <a:pt x="191214" y="71341"/>
                      </a:moveTo>
                      <a:cubicBezTo>
                        <a:pt x="191214" y="71341"/>
                        <a:pt x="128254" y="-27719"/>
                        <a:pt x="70342" y="7619"/>
                      </a:cubicBezTo>
                      <a:cubicBezTo>
                        <a:pt x="-27670" y="67531"/>
                        <a:pt x="-43863" y="302418"/>
                        <a:pt x="156924" y="597978"/>
                      </a:cubicBezTo>
                      <a:cubicBezTo>
                        <a:pt x="202454" y="665034"/>
                        <a:pt x="329898" y="676178"/>
                        <a:pt x="386953" y="618647"/>
                      </a:cubicBezTo>
                      <a:lnTo>
                        <a:pt x="596027" y="489488"/>
                      </a:lnTo>
                      <a:lnTo>
                        <a:pt x="506777" y="349566"/>
                      </a:lnTo>
                      <a:lnTo>
                        <a:pt x="370760" y="440816"/>
                      </a:lnTo>
                      <a:lnTo>
                        <a:pt x="191214" y="7134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3" name="Google Shape;983;p35"/>
                <p:cNvSpPr/>
                <p:nvPr/>
              </p:nvSpPr>
              <p:spPr>
                <a:xfrm>
                  <a:off x="3367376" y="2872120"/>
                  <a:ext cx="228409" cy="118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409" h="118924" extrusionOk="0">
                      <a:moveTo>
                        <a:pt x="187357" y="39249"/>
                      </a:moveTo>
                      <a:cubicBezTo>
                        <a:pt x="158877" y="10293"/>
                        <a:pt x="121158" y="-280"/>
                        <a:pt x="81343" y="6"/>
                      </a:cubicBezTo>
                      <a:cubicBezTo>
                        <a:pt x="57626" y="196"/>
                        <a:pt x="25432" y="2768"/>
                        <a:pt x="0" y="13912"/>
                      </a:cubicBezTo>
                      <a:cubicBezTo>
                        <a:pt x="9620" y="29533"/>
                        <a:pt x="19717" y="45249"/>
                        <a:pt x="30575" y="61252"/>
                      </a:cubicBezTo>
                      <a:cubicBezTo>
                        <a:pt x="68866" y="117639"/>
                        <a:pt x="164878" y="134308"/>
                        <a:pt x="228409" y="104019"/>
                      </a:cubicBezTo>
                      <a:cubicBezTo>
                        <a:pt x="218789" y="79921"/>
                        <a:pt x="205550" y="57727"/>
                        <a:pt x="187357" y="3924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84" name="Google Shape;984;p35"/>
                <p:cNvGrpSpPr/>
                <p:nvPr/>
              </p:nvGrpSpPr>
              <p:grpSpPr>
                <a:xfrm rot="235659">
                  <a:off x="3523788" y="2021240"/>
                  <a:ext cx="197177" cy="63248"/>
                  <a:chOff x="3535016" y="2018114"/>
                  <a:chExt cx="197167" cy="63245"/>
                </a:xfrm>
              </p:grpSpPr>
              <p:sp>
                <p:nvSpPr>
                  <p:cNvPr id="985" name="Google Shape;985;p35"/>
                  <p:cNvSpPr/>
                  <p:nvPr/>
                </p:nvSpPr>
                <p:spPr>
                  <a:xfrm>
                    <a:off x="3610835" y="2018114"/>
                    <a:ext cx="62674" cy="632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74" h="63245" extrusionOk="0">
                        <a:moveTo>
                          <a:pt x="31337" y="63246"/>
                        </a:moveTo>
                        <a:cubicBezTo>
                          <a:pt x="14097" y="63246"/>
                          <a:pt x="0" y="49054"/>
                          <a:pt x="0" y="31623"/>
                        </a:cubicBezTo>
                        <a:cubicBezTo>
                          <a:pt x="0" y="14192"/>
                          <a:pt x="14002" y="0"/>
                          <a:pt x="31337" y="0"/>
                        </a:cubicBezTo>
                        <a:cubicBezTo>
                          <a:pt x="48673" y="0"/>
                          <a:pt x="62675" y="14192"/>
                          <a:pt x="62675" y="31623"/>
                        </a:cubicBezTo>
                        <a:cubicBezTo>
                          <a:pt x="62579" y="49054"/>
                          <a:pt x="48578" y="63246"/>
                          <a:pt x="31337" y="63246"/>
                        </a:cubicBezTo>
                        <a:close/>
                        <a:moveTo>
                          <a:pt x="31337" y="2286"/>
                        </a:moveTo>
                        <a:cubicBezTo>
                          <a:pt x="15335" y="2286"/>
                          <a:pt x="2381" y="15430"/>
                          <a:pt x="2381" y="31623"/>
                        </a:cubicBezTo>
                        <a:cubicBezTo>
                          <a:pt x="2381" y="47816"/>
                          <a:pt x="15430" y="60960"/>
                          <a:pt x="31337" y="60960"/>
                        </a:cubicBezTo>
                        <a:cubicBezTo>
                          <a:pt x="47244" y="60960"/>
                          <a:pt x="60293" y="47816"/>
                          <a:pt x="60293" y="31623"/>
                        </a:cubicBezTo>
                        <a:cubicBezTo>
                          <a:pt x="60293" y="15430"/>
                          <a:pt x="47244" y="2286"/>
                          <a:pt x="31337" y="2286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86" name="Google Shape;986;p35"/>
                  <p:cNvSpPr/>
                  <p:nvPr/>
                </p:nvSpPr>
                <p:spPr>
                  <a:xfrm>
                    <a:off x="3682082" y="2018209"/>
                    <a:ext cx="50101" cy="615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101" h="61531" extrusionOk="0">
                        <a:moveTo>
                          <a:pt x="25051" y="61532"/>
                        </a:moveTo>
                        <a:cubicBezTo>
                          <a:pt x="11240" y="61532"/>
                          <a:pt x="0" y="47720"/>
                          <a:pt x="0" y="30766"/>
                        </a:cubicBezTo>
                        <a:cubicBezTo>
                          <a:pt x="0" y="13811"/>
                          <a:pt x="11240" y="0"/>
                          <a:pt x="25051" y="0"/>
                        </a:cubicBezTo>
                        <a:cubicBezTo>
                          <a:pt x="38862" y="0"/>
                          <a:pt x="50102" y="13811"/>
                          <a:pt x="50102" y="30766"/>
                        </a:cubicBezTo>
                        <a:cubicBezTo>
                          <a:pt x="50102" y="47720"/>
                          <a:pt x="38862" y="61532"/>
                          <a:pt x="25051" y="61532"/>
                        </a:cubicBezTo>
                        <a:close/>
                        <a:moveTo>
                          <a:pt x="25051" y="2096"/>
                        </a:moveTo>
                        <a:cubicBezTo>
                          <a:pt x="12383" y="2096"/>
                          <a:pt x="2000" y="14954"/>
                          <a:pt x="2000" y="30766"/>
                        </a:cubicBezTo>
                        <a:cubicBezTo>
                          <a:pt x="2000" y="46577"/>
                          <a:pt x="12287" y="59436"/>
                          <a:pt x="25051" y="59436"/>
                        </a:cubicBezTo>
                        <a:cubicBezTo>
                          <a:pt x="37814" y="59436"/>
                          <a:pt x="48101" y="46577"/>
                          <a:pt x="48101" y="30766"/>
                        </a:cubicBezTo>
                        <a:cubicBezTo>
                          <a:pt x="48101" y="14954"/>
                          <a:pt x="37719" y="2096"/>
                          <a:pt x="25051" y="2096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87" name="Google Shape;987;p35"/>
                  <p:cNvSpPr/>
                  <p:nvPr/>
                </p:nvSpPr>
                <p:spPr>
                  <a:xfrm>
                    <a:off x="3670937" y="2045832"/>
                    <a:ext cx="13144" cy="75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44" h="7524" extrusionOk="0">
                        <a:moveTo>
                          <a:pt x="2096" y="7525"/>
                        </a:moveTo>
                        <a:lnTo>
                          <a:pt x="0" y="6572"/>
                        </a:lnTo>
                        <a:cubicBezTo>
                          <a:pt x="286" y="5905"/>
                          <a:pt x="2953" y="0"/>
                          <a:pt x="6858" y="0"/>
                        </a:cubicBezTo>
                        <a:cubicBezTo>
                          <a:pt x="6858" y="0"/>
                          <a:pt x="6858" y="0"/>
                          <a:pt x="6953" y="0"/>
                        </a:cubicBezTo>
                        <a:cubicBezTo>
                          <a:pt x="9334" y="0"/>
                          <a:pt x="11430" y="2191"/>
                          <a:pt x="13145" y="6667"/>
                        </a:cubicBezTo>
                        <a:lnTo>
                          <a:pt x="10954" y="7525"/>
                        </a:lnTo>
                        <a:cubicBezTo>
                          <a:pt x="9620" y="4191"/>
                          <a:pt x="8192" y="2381"/>
                          <a:pt x="6858" y="2381"/>
                        </a:cubicBezTo>
                        <a:cubicBezTo>
                          <a:pt x="6858" y="2381"/>
                          <a:pt x="6858" y="2381"/>
                          <a:pt x="6858" y="2381"/>
                        </a:cubicBezTo>
                        <a:cubicBezTo>
                          <a:pt x="4763" y="2381"/>
                          <a:pt x="2667" y="6191"/>
                          <a:pt x="2096" y="7525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988" name="Google Shape;988;p35"/>
                  <p:cNvGrpSpPr/>
                  <p:nvPr/>
                </p:nvGrpSpPr>
                <p:grpSpPr>
                  <a:xfrm>
                    <a:off x="3601215" y="2041545"/>
                    <a:ext cx="11334" cy="10286"/>
                    <a:chOff x="6825615" y="3284695"/>
                    <a:chExt cx="11334" cy="10286"/>
                  </a:xfrm>
                </p:grpSpPr>
                <p:sp>
                  <p:nvSpPr>
                    <p:cNvPr id="989" name="Google Shape;989;p35"/>
                    <p:cNvSpPr/>
                    <p:nvPr/>
                  </p:nvSpPr>
                  <p:spPr>
                    <a:xfrm>
                      <a:off x="6826758" y="3285743"/>
                      <a:ext cx="9239" cy="819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239" h="8191" extrusionOk="0">
                          <a:moveTo>
                            <a:pt x="9239" y="8192"/>
                          </a:moveTo>
                          <a:lnTo>
                            <a:pt x="4096" y="8192"/>
                          </a:lnTo>
                          <a:cubicBezTo>
                            <a:pt x="1810" y="8192"/>
                            <a:pt x="0" y="6382"/>
                            <a:pt x="0" y="4096"/>
                          </a:cubicBezTo>
                          <a:lnTo>
                            <a:pt x="0" y="4096"/>
                          </a:lnTo>
                          <a:cubicBezTo>
                            <a:pt x="0" y="1810"/>
                            <a:pt x="1810" y="0"/>
                            <a:pt x="4096" y="0"/>
                          </a:cubicBezTo>
                          <a:lnTo>
                            <a:pt x="9239" y="0"/>
                          </a:lnTo>
                          <a:lnTo>
                            <a:pt x="9239" y="8192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90" name="Google Shape;990;p35"/>
                    <p:cNvSpPr/>
                    <p:nvPr/>
                  </p:nvSpPr>
                  <p:spPr>
                    <a:xfrm>
                      <a:off x="6825615" y="3284695"/>
                      <a:ext cx="11334" cy="1028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334" h="10286" extrusionOk="0">
                          <a:moveTo>
                            <a:pt x="11335" y="10287"/>
                          </a:moveTo>
                          <a:lnTo>
                            <a:pt x="5143" y="10287"/>
                          </a:lnTo>
                          <a:cubicBezTo>
                            <a:pt x="2286" y="10287"/>
                            <a:pt x="0" y="8001"/>
                            <a:pt x="0" y="5143"/>
                          </a:cubicBezTo>
                          <a:cubicBezTo>
                            <a:pt x="0" y="2286"/>
                            <a:pt x="2286" y="0"/>
                            <a:pt x="5143" y="0"/>
                          </a:cubicBezTo>
                          <a:lnTo>
                            <a:pt x="11335" y="0"/>
                          </a:lnTo>
                          <a:lnTo>
                            <a:pt x="11335" y="10287"/>
                          </a:lnTo>
                          <a:close/>
                          <a:moveTo>
                            <a:pt x="5239" y="2000"/>
                          </a:moveTo>
                          <a:cubicBezTo>
                            <a:pt x="3524" y="2000"/>
                            <a:pt x="2096" y="3429"/>
                            <a:pt x="2096" y="5143"/>
                          </a:cubicBezTo>
                          <a:cubicBezTo>
                            <a:pt x="2096" y="6858"/>
                            <a:pt x="3524" y="8287"/>
                            <a:pt x="5239" y="8287"/>
                          </a:cubicBezTo>
                          <a:lnTo>
                            <a:pt x="9334" y="8287"/>
                          </a:lnTo>
                          <a:lnTo>
                            <a:pt x="9334" y="2096"/>
                          </a:lnTo>
                          <a:lnTo>
                            <a:pt x="5239" y="2096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991" name="Google Shape;991;p35"/>
                  <p:cNvSpPr/>
                  <p:nvPr/>
                </p:nvSpPr>
                <p:spPr>
                  <a:xfrm>
                    <a:off x="3535016" y="2040498"/>
                    <a:ext cx="76485" cy="71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485" h="7143" extrusionOk="0">
                        <a:moveTo>
                          <a:pt x="76391" y="7144"/>
                        </a:moveTo>
                        <a:lnTo>
                          <a:pt x="0" y="2096"/>
                        </a:lnTo>
                        <a:lnTo>
                          <a:pt x="95" y="0"/>
                        </a:lnTo>
                        <a:lnTo>
                          <a:pt x="76486" y="5143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992" name="Google Shape;992;p35"/>
                <p:cNvSpPr/>
                <p:nvPr/>
              </p:nvSpPr>
              <p:spPr>
                <a:xfrm flipH="1">
                  <a:off x="3487528" y="2039079"/>
                  <a:ext cx="30156" cy="308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34" extrusionOk="0">
                      <a:moveTo>
                        <a:pt x="2" y="34"/>
                      </a:moveTo>
                      <a:cubicBezTo>
                        <a:pt x="3" y="34"/>
                        <a:pt x="4" y="33"/>
                        <a:pt x="4" y="32"/>
                      </a:cubicBezTo>
                      <a:cubicBezTo>
                        <a:pt x="4" y="32"/>
                        <a:pt x="4" y="22"/>
                        <a:pt x="10" y="18"/>
                      </a:cubicBezTo>
                      <a:cubicBezTo>
                        <a:pt x="12" y="17"/>
                        <a:pt x="16" y="17"/>
                        <a:pt x="20" y="19"/>
                      </a:cubicBezTo>
                      <a:cubicBezTo>
                        <a:pt x="21" y="19"/>
                        <a:pt x="22" y="19"/>
                        <a:pt x="22" y="18"/>
                      </a:cubicBezTo>
                      <a:cubicBezTo>
                        <a:pt x="22" y="17"/>
                        <a:pt x="22" y="16"/>
                        <a:pt x="21" y="16"/>
                      </a:cubicBezTo>
                      <a:cubicBezTo>
                        <a:pt x="16" y="14"/>
                        <a:pt x="12" y="14"/>
                        <a:pt x="8" y="16"/>
                      </a:cubicBezTo>
                      <a:cubicBezTo>
                        <a:pt x="7" y="16"/>
                        <a:pt x="6" y="17"/>
                        <a:pt x="6" y="18"/>
                      </a:cubicBezTo>
                      <a:cubicBezTo>
                        <a:pt x="8" y="10"/>
                        <a:pt x="13" y="4"/>
                        <a:pt x="18" y="4"/>
                      </a:cubicBezTo>
                      <a:cubicBezTo>
                        <a:pt x="21" y="3"/>
                        <a:pt x="24" y="5"/>
                        <a:pt x="27" y="8"/>
                      </a:cubicBezTo>
                      <a:cubicBezTo>
                        <a:pt x="29" y="10"/>
                        <a:pt x="30" y="13"/>
                        <a:pt x="30" y="13"/>
                      </a:cubicBezTo>
                      <a:cubicBezTo>
                        <a:pt x="31" y="13"/>
                        <a:pt x="31" y="14"/>
                        <a:pt x="32" y="13"/>
                      </a:cubicBezTo>
                      <a:cubicBezTo>
                        <a:pt x="33" y="13"/>
                        <a:pt x="33" y="12"/>
                        <a:pt x="33" y="11"/>
                      </a:cubicBezTo>
                      <a:cubicBezTo>
                        <a:pt x="33" y="11"/>
                        <a:pt x="28" y="0"/>
                        <a:pt x="18" y="1"/>
                      </a:cubicBezTo>
                      <a:cubicBezTo>
                        <a:pt x="8" y="2"/>
                        <a:pt x="0" y="16"/>
                        <a:pt x="1" y="32"/>
                      </a:cubicBezTo>
                      <a:cubicBezTo>
                        <a:pt x="1" y="33"/>
                        <a:pt x="1" y="34"/>
                        <a:pt x="2" y="34"/>
                      </a:cubicBezTo>
                      <a:close/>
                    </a:path>
                  </a:pathLst>
                </a:custGeom>
                <a:solidFill>
                  <a:srgbClr val="8F5D4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93" name="Google Shape;993;p35"/>
                <p:cNvGrpSpPr/>
                <p:nvPr/>
              </p:nvGrpSpPr>
              <p:grpSpPr>
                <a:xfrm flipH="1">
                  <a:off x="3608347" y="1986575"/>
                  <a:ext cx="95784" cy="80518"/>
                  <a:chOff x="5551897" y="1383249"/>
                  <a:chExt cx="166378" cy="139861"/>
                </a:xfrm>
              </p:grpSpPr>
              <p:sp>
                <p:nvSpPr>
                  <p:cNvPr id="994" name="Google Shape;994;p35"/>
                  <p:cNvSpPr/>
                  <p:nvPr/>
                </p:nvSpPr>
                <p:spPr>
                  <a:xfrm>
                    <a:off x="5560156" y="1474947"/>
                    <a:ext cx="24082" cy="481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" h="43" extrusionOk="0">
                        <a:moveTo>
                          <a:pt x="19" y="20"/>
                        </a:moveTo>
                        <a:cubicBezTo>
                          <a:pt x="21" y="31"/>
                          <a:pt x="18" y="41"/>
                          <a:pt x="14" y="42"/>
                        </a:cubicBezTo>
                        <a:cubicBezTo>
                          <a:pt x="9" y="43"/>
                          <a:pt x="4" y="34"/>
                          <a:pt x="2" y="23"/>
                        </a:cubicBezTo>
                        <a:cubicBezTo>
                          <a:pt x="0" y="12"/>
                          <a:pt x="2" y="2"/>
                          <a:pt x="7" y="1"/>
                        </a:cubicBezTo>
                        <a:cubicBezTo>
                          <a:pt x="11" y="0"/>
                          <a:pt x="17" y="9"/>
                          <a:pt x="19" y="2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95" name="Google Shape;995;p35"/>
                  <p:cNvSpPr/>
                  <p:nvPr/>
                </p:nvSpPr>
                <p:spPr>
                  <a:xfrm>
                    <a:off x="5647751" y="1471248"/>
                    <a:ext cx="23222" cy="481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" h="43" extrusionOk="0">
                        <a:moveTo>
                          <a:pt x="18" y="20"/>
                        </a:moveTo>
                        <a:cubicBezTo>
                          <a:pt x="20" y="31"/>
                          <a:pt x="18" y="41"/>
                          <a:pt x="13" y="42"/>
                        </a:cubicBezTo>
                        <a:cubicBezTo>
                          <a:pt x="9" y="43"/>
                          <a:pt x="3" y="34"/>
                          <a:pt x="2" y="23"/>
                        </a:cubicBezTo>
                        <a:cubicBezTo>
                          <a:pt x="0" y="12"/>
                          <a:pt x="2" y="2"/>
                          <a:pt x="6" y="1"/>
                        </a:cubicBezTo>
                        <a:cubicBezTo>
                          <a:pt x="11" y="0"/>
                          <a:pt x="16" y="9"/>
                          <a:pt x="18" y="2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96" name="Google Shape;996;p35"/>
                  <p:cNvSpPr/>
                  <p:nvPr/>
                </p:nvSpPr>
                <p:spPr>
                  <a:xfrm>
                    <a:off x="5639150" y="1383249"/>
                    <a:ext cx="79125" cy="731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" h="65" extrusionOk="0">
                        <a:moveTo>
                          <a:pt x="0" y="51"/>
                        </a:moveTo>
                        <a:cubicBezTo>
                          <a:pt x="0" y="51"/>
                          <a:pt x="36" y="30"/>
                          <a:pt x="70" y="65"/>
                        </a:cubicBezTo>
                        <a:cubicBezTo>
                          <a:pt x="70" y="65"/>
                          <a:pt x="32" y="0"/>
                          <a:pt x="0" y="5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97" name="Google Shape;997;p35"/>
                  <p:cNvSpPr/>
                  <p:nvPr/>
                </p:nvSpPr>
                <p:spPr>
                  <a:xfrm>
                    <a:off x="5551897" y="1393579"/>
                    <a:ext cx="55044" cy="627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" h="56" extrusionOk="0">
                        <a:moveTo>
                          <a:pt x="49" y="30"/>
                        </a:moveTo>
                        <a:cubicBezTo>
                          <a:pt x="49" y="30"/>
                          <a:pt x="16" y="24"/>
                          <a:pt x="0" y="56"/>
                        </a:cubicBezTo>
                        <a:cubicBezTo>
                          <a:pt x="0" y="56"/>
                          <a:pt x="14" y="0"/>
                          <a:pt x="49" y="3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998" name="Google Shape;998;p35"/>
              <p:cNvSpPr/>
              <p:nvPr/>
            </p:nvSpPr>
            <p:spPr>
              <a:xfrm rot="-9414398">
                <a:off x="3519847" y="2067982"/>
                <a:ext cx="41373" cy="23141"/>
              </a:xfrm>
              <a:custGeom>
                <a:avLst/>
                <a:gdLst/>
                <a:ahLst/>
                <a:cxnLst/>
                <a:rect l="l" t="t" r="r" b="b"/>
                <a:pathLst>
                  <a:path w="45" h="25" extrusionOk="0">
                    <a:moveTo>
                      <a:pt x="27" y="0"/>
                    </a:moveTo>
                    <a:cubicBezTo>
                      <a:pt x="24" y="0"/>
                      <a:pt x="21" y="1"/>
                      <a:pt x="18" y="2"/>
                    </a:cubicBezTo>
                    <a:cubicBezTo>
                      <a:pt x="6" y="7"/>
                      <a:pt x="0" y="21"/>
                      <a:pt x="0" y="21"/>
                    </a:cubicBezTo>
                    <a:cubicBezTo>
                      <a:pt x="0" y="21"/>
                      <a:pt x="8" y="25"/>
                      <a:pt x="17" y="25"/>
                    </a:cubicBezTo>
                    <a:cubicBezTo>
                      <a:pt x="20" y="25"/>
                      <a:pt x="23" y="25"/>
                      <a:pt x="26" y="24"/>
                    </a:cubicBezTo>
                    <a:cubicBezTo>
                      <a:pt x="39" y="19"/>
                      <a:pt x="45" y="4"/>
                      <a:pt x="45" y="4"/>
                    </a:cubicBezTo>
                    <a:cubicBezTo>
                      <a:pt x="45" y="4"/>
                      <a:pt x="37" y="0"/>
                      <a:pt x="27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99" name="Google Shape;999;p35"/>
            <p:cNvGrpSpPr/>
            <p:nvPr/>
          </p:nvGrpSpPr>
          <p:grpSpPr>
            <a:xfrm>
              <a:off x="7132778" y="2868989"/>
              <a:ext cx="471946" cy="712345"/>
              <a:chOff x="2047101" y="2145599"/>
              <a:chExt cx="407553" cy="615151"/>
            </a:xfrm>
          </p:grpSpPr>
          <p:sp>
            <p:nvSpPr>
              <p:cNvPr id="1000" name="Google Shape;1000;p35"/>
              <p:cNvSpPr/>
              <p:nvPr/>
            </p:nvSpPr>
            <p:spPr>
              <a:xfrm>
                <a:off x="2047101" y="2145599"/>
                <a:ext cx="407553" cy="615151"/>
              </a:xfrm>
              <a:custGeom>
                <a:avLst/>
                <a:gdLst/>
                <a:ahLst/>
                <a:cxnLst/>
                <a:rect l="l" t="t" r="r" b="b"/>
                <a:pathLst>
                  <a:path w="879" h="1325" extrusionOk="0">
                    <a:moveTo>
                      <a:pt x="879" y="55"/>
                    </a:moveTo>
                    <a:cubicBezTo>
                      <a:pt x="879" y="1270"/>
                      <a:pt x="879" y="1270"/>
                      <a:pt x="879" y="1270"/>
                    </a:cubicBezTo>
                    <a:cubicBezTo>
                      <a:pt x="879" y="1300"/>
                      <a:pt x="854" y="1325"/>
                      <a:pt x="824" y="1325"/>
                    </a:cubicBezTo>
                    <a:cubicBezTo>
                      <a:pt x="55" y="1325"/>
                      <a:pt x="55" y="1325"/>
                      <a:pt x="55" y="1325"/>
                    </a:cubicBezTo>
                    <a:cubicBezTo>
                      <a:pt x="25" y="1325"/>
                      <a:pt x="0" y="1300"/>
                      <a:pt x="0" y="1270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1" name="Google Shape;1001;p35"/>
              <p:cNvSpPr/>
              <p:nvPr/>
            </p:nvSpPr>
            <p:spPr>
              <a:xfrm>
                <a:off x="2047101" y="2145599"/>
                <a:ext cx="407553" cy="203528"/>
              </a:xfrm>
              <a:custGeom>
                <a:avLst/>
                <a:gdLst/>
                <a:ahLst/>
                <a:cxnLst/>
                <a:rect l="l" t="t" r="r" b="b"/>
                <a:pathLst>
                  <a:path w="879" h="439" extrusionOk="0">
                    <a:moveTo>
                      <a:pt x="879" y="55"/>
                    </a:moveTo>
                    <a:cubicBezTo>
                      <a:pt x="879" y="439"/>
                      <a:pt x="879" y="439"/>
                      <a:pt x="879" y="439"/>
                    </a:cubicBezTo>
                    <a:cubicBezTo>
                      <a:pt x="0" y="439"/>
                      <a:pt x="0" y="439"/>
                      <a:pt x="0" y="439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2" name="Google Shape;1002;p35"/>
              <p:cNvSpPr/>
              <p:nvPr/>
            </p:nvSpPr>
            <p:spPr>
              <a:xfrm>
                <a:off x="2080091" y="2234928"/>
                <a:ext cx="341100" cy="864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3" name="Google Shape;1003;p35"/>
              <p:cNvSpPr/>
              <p:nvPr/>
            </p:nvSpPr>
            <p:spPr>
              <a:xfrm>
                <a:off x="2207483" y="2234928"/>
                <a:ext cx="194894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384" h="170" extrusionOk="0">
                    <a:moveTo>
                      <a:pt x="384" y="0"/>
                    </a:moveTo>
                    <a:lnTo>
                      <a:pt x="270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4" name="Google Shape;1004;p35"/>
              <p:cNvSpPr/>
              <p:nvPr/>
            </p:nvSpPr>
            <p:spPr>
              <a:xfrm>
                <a:off x="2089734" y="2234928"/>
                <a:ext cx="125869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248" h="170" extrusionOk="0">
                    <a:moveTo>
                      <a:pt x="248" y="0"/>
                    </a:moveTo>
                    <a:lnTo>
                      <a:pt x="135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2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5" name="Google Shape;1005;p35"/>
              <p:cNvSpPr/>
              <p:nvPr/>
            </p:nvSpPr>
            <p:spPr>
              <a:xfrm>
                <a:off x="2080091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6" name="Google Shape;1006;p35"/>
              <p:cNvSpPr/>
              <p:nvPr/>
            </p:nvSpPr>
            <p:spPr>
              <a:xfrm>
                <a:off x="2169925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7" name="Google Shape;1007;p35"/>
              <p:cNvSpPr/>
              <p:nvPr/>
            </p:nvSpPr>
            <p:spPr>
              <a:xfrm>
                <a:off x="2259252" y="242069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8" name="Google Shape;1008;p35"/>
              <p:cNvSpPr/>
              <p:nvPr/>
            </p:nvSpPr>
            <p:spPr>
              <a:xfrm>
                <a:off x="2349086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9" name="Google Shape;1009;p35"/>
              <p:cNvSpPr/>
              <p:nvPr/>
            </p:nvSpPr>
            <p:spPr>
              <a:xfrm>
                <a:off x="2080091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0" name="Google Shape;1010;p35"/>
              <p:cNvSpPr/>
              <p:nvPr/>
            </p:nvSpPr>
            <p:spPr>
              <a:xfrm>
                <a:off x="2169925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1" name="Google Shape;1011;p35"/>
              <p:cNvSpPr/>
              <p:nvPr/>
            </p:nvSpPr>
            <p:spPr>
              <a:xfrm>
                <a:off x="2259252" y="2486165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2" name="Google Shape;1012;p35"/>
              <p:cNvSpPr/>
              <p:nvPr/>
            </p:nvSpPr>
            <p:spPr>
              <a:xfrm>
                <a:off x="2349086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3" name="Google Shape;1013;p35"/>
              <p:cNvSpPr/>
              <p:nvPr/>
            </p:nvSpPr>
            <p:spPr>
              <a:xfrm>
                <a:off x="2080091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4" name="Google Shape;1014;p35"/>
              <p:cNvSpPr/>
              <p:nvPr/>
            </p:nvSpPr>
            <p:spPr>
              <a:xfrm>
                <a:off x="2169925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5" name="Google Shape;1015;p35"/>
              <p:cNvSpPr/>
              <p:nvPr/>
            </p:nvSpPr>
            <p:spPr>
              <a:xfrm>
                <a:off x="2259252" y="255113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6" name="Google Shape;1016;p35"/>
              <p:cNvSpPr/>
              <p:nvPr/>
            </p:nvSpPr>
            <p:spPr>
              <a:xfrm>
                <a:off x="2349086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7" name="Google Shape;1017;p35"/>
              <p:cNvSpPr/>
              <p:nvPr/>
            </p:nvSpPr>
            <p:spPr>
              <a:xfrm>
                <a:off x="2080091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8" name="Google Shape;1018;p35"/>
              <p:cNvSpPr/>
              <p:nvPr/>
            </p:nvSpPr>
            <p:spPr>
              <a:xfrm>
                <a:off x="2169925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9" name="Google Shape;1019;p35"/>
              <p:cNvSpPr/>
              <p:nvPr/>
            </p:nvSpPr>
            <p:spPr>
              <a:xfrm>
                <a:off x="2259252" y="2616098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0" name="Google Shape;1020;p35"/>
              <p:cNvSpPr/>
              <p:nvPr/>
            </p:nvSpPr>
            <p:spPr>
              <a:xfrm>
                <a:off x="2080091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6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4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1" name="Google Shape;1021;p35"/>
              <p:cNvSpPr/>
              <p:nvPr/>
            </p:nvSpPr>
            <p:spPr>
              <a:xfrm>
                <a:off x="2169925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2" name="Google Shape;1022;p35"/>
              <p:cNvSpPr/>
              <p:nvPr/>
            </p:nvSpPr>
            <p:spPr>
              <a:xfrm>
                <a:off x="2259252" y="2681572"/>
                <a:ext cx="72578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3" name="Google Shape;1023;p35"/>
              <p:cNvSpPr/>
              <p:nvPr/>
            </p:nvSpPr>
            <p:spPr>
              <a:xfrm>
                <a:off x="2349086" y="2616098"/>
                <a:ext cx="72070" cy="114706"/>
              </a:xfrm>
              <a:custGeom>
                <a:avLst/>
                <a:gdLst/>
                <a:ahLst/>
                <a:cxnLst/>
                <a:rect l="l" t="t" r="r" b="b"/>
                <a:pathLst>
                  <a:path w="156" h="247" extrusionOk="0">
                    <a:moveTo>
                      <a:pt x="156" y="26"/>
                    </a:moveTo>
                    <a:cubicBezTo>
                      <a:pt x="156" y="12"/>
                      <a:pt x="145" y="0"/>
                      <a:pt x="131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3"/>
                      <a:pt x="1" y="84"/>
                      <a:pt x="1" y="84"/>
                    </a:cubicBezTo>
                    <a:cubicBezTo>
                      <a:pt x="1" y="86"/>
                      <a:pt x="0" y="87"/>
                      <a:pt x="0" y="88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0" y="165"/>
                      <a:pt x="0" y="165"/>
                      <a:pt x="0" y="165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222"/>
                      <a:pt x="0" y="222"/>
                      <a:pt x="0" y="222"/>
                    </a:cubicBezTo>
                    <a:cubicBezTo>
                      <a:pt x="0" y="236"/>
                      <a:pt x="11" y="247"/>
                      <a:pt x="25" y="247"/>
                    </a:cubicBezTo>
                    <a:cubicBezTo>
                      <a:pt x="131" y="247"/>
                      <a:pt x="131" y="247"/>
                      <a:pt x="131" y="247"/>
                    </a:cubicBezTo>
                    <a:cubicBezTo>
                      <a:pt x="145" y="247"/>
                      <a:pt x="156" y="236"/>
                      <a:pt x="156" y="222"/>
                    </a:cubicBezTo>
                    <a:cubicBezTo>
                      <a:pt x="156" y="166"/>
                      <a:pt x="156" y="166"/>
                      <a:pt x="156" y="166"/>
                    </a:cubicBezTo>
                    <a:cubicBezTo>
                      <a:pt x="156" y="165"/>
                      <a:pt x="156" y="165"/>
                      <a:pt x="156" y="165"/>
                    </a:cubicBezTo>
                    <a:cubicBezTo>
                      <a:pt x="156" y="164"/>
                      <a:pt x="156" y="164"/>
                      <a:pt x="156" y="164"/>
                    </a:cubicBezTo>
                    <a:cubicBezTo>
                      <a:pt x="156" y="88"/>
                      <a:pt x="156" y="88"/>
                      <a:pt x="156" y="88"/>
                    </a:cubicBezTo>
                    <a:cubicBezTo>
                      <a:pt x="156" y="87"/>
                      <a:pt x="156" y="86"/>
                      <a:pt x="156" y="84"/>
                    </a:cubicBezTo>
                    <a:cubicBezTo>
                      <a:pt x="156" y="84"/>
                      <a:pt x="156" y="83"/>
                      <a:pt x="156" y="82"/>
                    </a:cubicBezTo>
                    <a:lnTo>
                      <a:pt x="156" y="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4" name="Google Shape;1024;p35"/>
              <p:cNvSpPr/>
              <p:nvPr/>
            </p:nvSpPr>
            <p:spPr>
              <a:xfrm>
                <a:off x="2080091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5" name="Google Shape;1025;p35"/>
              <p:cNvSpPr/>
              <p:nvPr/>
            </p:nvSpPr>
            <p:spPr>
              <a:xfrm>
                <a:off x="2355684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6" name="Google Shape;1026;p35"/>
              <p:cNvSpPr/>
              <p:nvPr/>
            </p:nvSpPr>
            <p:spPr>
              <a:xfrm>
                <a:off x="2163327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7" name="Google Shape;1027;p35"/>
              <p:cNvSpPr/>
              <p:nvPr/>
            </p:nvSpPr>
            <p:spPr>
              <a:xfrm>
                <a:off x="2226262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8" name="Google Shape;1028;p35"/>
              <p:cNvSpPr/>
              <p:nvPr/>
            </p:nvSpPr>
            <p:spPr>
              <a:xfrm>
                <a:off x="2289704" y="2368413"/>
                <a:ext cx="48724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9" name="Google Shape;1029;p35"/>
              <p:cNvSpPr/>
              <p:nvPr/>
            </p:nvSpPr>
            <p:spPr>
              <a:xfrm>
                <a:off x="2080091" y="2179097"/>
                <a:ext cx="121302" cy="26900"/>
              </a:xfrm>
              <a:custGeom>
                <a:avLst/>
                <a:gdLst/>
                <a:ahLst/>
                <a:cxnLst/>
                <a:rect l="l" t="t" r="r" b="b"/>
                <a:pathLst>
                  <a:path w="261" h="58" extrusionOk="0">
                    <a:moveTo>
                      <a:pt x="232" y="0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13" y="0"/>
                      <a:pt x="0" y="13"/>
                      <a:pt x="0" y="29"/>
                    </a:cubicBezTo>
                    <a:cubicBezTo>
                      <a:pt x="0" y="45"/>
                      <a:pt x="13" y="58"/>
                      <a:pt x="29" y="58"/>
                    </a:cubicBezTo>
                    <a:cubicBezTo>
                      <a:pt x="232" y="58"/>
                      <a:pt x="232" y="58"/>
                      <a:pt x="232" y="58"/>
                    </a:cubicBezTo>
                    <a:cubicBezTo>
                      <a:pt x="248" y="58"/>
                      <a:pt x="261" y="45"/>
                      <a:pt x="261" y="29"/>
                    </a:cubicBezTo>
                    <a:cubicBezTo>
                      <a:pt x="261" y="13"/>
                      <a:pt x="248" y="0"/>
                      <a:pt x="2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30" name="Google Shape;1030;p35"/>
            <p:cNvGrpSpPr/>
            <p:nvPr/>
          </p:nvGrpSpPr>
          <p:grpSpPr>
            <a:xfrm>
              <a:off x="7429496" y="661136"/>
              <a:ext cx="928597" cy="953998"/>
              <a:chOff x="777043" y="2258113"/>
              <a:chExt cx="819663" cy="842085"/>
            </a:xfrm>
          </p:grpSpPr>
          <p:sp>
            <p:nvSpPr>
              <p:cNvPr id="1031" name="Google Shape;1031;p35"/>
              <p:cNvSpPr/>
              <p:nvPr/>
            </p:nvSpPr>
            <p:spPr>
              <a:xfrm>
                <a:off x="1263102" y="2750450"/>
                <a:ext cx="79814" cy="83402"/>
              </a:xfrm>
              <a:custGeom>
                <a:avLst/>
                <a:gdLst/>
                <a:ahLst/>
                <a:cxnLst/>
                <a:rect l="l" t="t" r="r" b="b"/>
                <a:pathLst>
                  <a:path w="89" h="93" extrusionOk="0">
                    <a:moveTo>
                      <a:pt x="0" y="0"/>
                    </a:moveTo>
                    <a:lnTo>
                      <a:pt x="89" y="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32" name="Google Shape;1032;p35"/>
              <p:cNvCxnSpPr/>
              <p:nvPr/>
            </p:nvCxnSpPr>
            <p:spPr>
              <a:xfrm>
                <a:off x="1263102" y="2750450"/>
                <a:ext cx="79800" cy="831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sp>
            <p:nvSpPr>
              <p:cNvPr id="1033" name="Google Shape;1033;p35"/>
              <p:cNvSpPr/>
              <p:nvPr/>
            </p:nvSpPr>
            <p:spPr>
              <a:xfrm>
                <a:off x="1247856" y="2735204"/>
                <a:ext cx="111202" cy="112996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26" extrusionOk="0">
                    <a:moveTo>
                      <a:pt x="89" y="126"/>
                    </a:moveTo>
                    <a:lnTo>
                      <a:pt x="124" y="93"/>
                    </a:lnTo>
                    <a:lnTo>
                      <a:pt x="36" y="0"/>
                    </a:lnTo>
                    <a:lnTo>
                      <a:pt x="0" y="33"/>
                    </a:lnTo>
                    <a:lnTo>
                      <a:pt x="89" y="12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4" name="Google Shape;1034;p35"/>
              <p:cNvSpPr/>
              <p:nvPr/>
            </p:nvSpPr>
            <p:spPr>
              <a:xfrm>
                <a:off x="1302560" y="2791702"/>
                <a:ext cx="294146" cy="308496"/>
              </a:xfrm>
              <a:custGeom>
                <a:avLst/>
                <a:gdLst/>
                <a:ahLst/>
                <a:cxnLst/>
                <a:rect l="l" t="t" r="r" b="b"/>
                <a:pathLst>
                  <a:path w="359" h="376" extrusionOk="0">
                    <a:moveTo>
                      <a:pt x="358" y="296"/>
                    </a:moveTo>
                    <a:cubicBezTo>
                      <a:pt x="359" y="306"/>
                      <a:pt x="355" y="316"/>
                      <a:pt x="347" y="323"/>
                    </a:cubicBezTo>
                    <a:cubicBezTo>
                      <a:pt x="321" y="348"/>
                      <a:pt x="321" y="348"/>
                      <a:pt x="321" y="348"/>
                    </a:cubicBezTo>
                    <a:cubicBezTo>
                      <a:pt x="307" y="361"/>
                      <a:pt x="307" y="361"/>
                      <a:pt x="307" y="361"/>
                    </a:cubicBezTo>
                    <a:cubicBezTo>
                      <a:pt x="292" y="376"/>
                      <a:pt x="268" y="375"/>
                      <a:pt x="254" y="359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93" y="3"/>
                      <a:pt x="93" y="3"/>
                      <a:pt x="93" y="3"/>
                    </a:cubicBezTo>
                    <a:cubicBezTo>
                      <a:pt x="347" y="269"/>
                      <a:pt x="347" y="269"/>
                      <a:pt x="347" y="269"/>
                    </a:cubicBezTo>
                    <a:cubicBezTo>
                      <a:pt x="355" y="277"/>
                      <a:pt x="358" y="287"/>
                      <a:pt x="358" y="296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5" name="Google Shape;1035;p35"/>
              <p:cNvSpPr/>
              <p:nvPr/>
            </p:nvSpPr>
            <p:spPr>
              <a:xfrm>
                <a:off x="1302560" y="2867033"/>
                <a:ext cx="293250" cy="228681"/>
              </a:xfrm>
              <a:custGeom>
                <a:avLst/>
                <a:gdLst/>
                <a:ahLst/>
                <a:cxnLst/>
                <a:rect l="l" t="t" r="r" b="b"/>
                <a:pathLst>
                  <a:path w="358" h="279" extrusionOk="0">
                    <a:moveTo>
                      <a:pt x="0" y="0"/>
                    </a:moveTo>
                    <a:cubicBezTo>
                      <a:pt x="254" y="267"/>
                      <a:pt x="254" y="267"/>
                      <a:pt x="254" y="267"/>
                    </a:cubicBezTo>
                    <a:cubicBezTo>
                      <a:pt x="261" y="275"/>
                      <a:pt x="272" y="279"/>
                      <a:pt x="282" y="279"/>
                    </a:cubicBezTo>
                    <a:cubicBezTo>
                      <a:pt x="291" y="279"/>
                      <a:pt x="300" y="276"/>
                      <a:pt x="307" y="269"/>
                    </a:cubicBezTo>
                    <a:cubicBezTo>
                      <a:pt x="321" y="256"/>
                      <a:pt x="321" y="256"/>
                      <a:pt x="321" y="256"/>
                    </a:cubicBezTo>
                    <a:cubicBezTo>
                      <a:pt x="347" y="231"/>
                      <a:pt x="347" y="231"/>
                      <a:pt x="347" y="231"/>
                    </a:cubicBezTo>
                    <a:cubicBezTo>
                      <a:pt x="355" y="224"/>
                      <a:pt x="358" y="214"/>
                      <a:pt x="358" y="205"/>
                    </a:cubicBezTo>
                    <a:cubicBezTo>
                      <a:pt x="358" y="205"/>
                      <a:pt x="358" y="204"/>
                      <a:pt x="358" y="204"/>
                    </a:cubicBezTo>
                    <a:cubicBezTo>
                      <a:pt x="358" y="204"/>
                      <a:pt x="358" y="204"/>
                      <a:pt x="358" y="204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6" name="Google Shape;1036;p35"/>
              <p:cNvSpPr/>
              <p:nvPr/>
            </p:nvSpPr>
            <p:spPr>
              <a:xfrm>
                <a:off x="845199" y="2327166"/>
                <a:ext cx="483367" cy="481576"/>
              </a:xfrm>
              <a:custGeom>
                <a:avLst/>
                <a:gdLst/>
                <a:ahLst/>
                <a:cxnLst/>
                <a:rect l="l" t="t" r="r" b="b"/>
                <a:pathLst>
                  <a:path w="589" h="588" extrusionOk="0">
                    <a:moveTo>
                      <a:pt x="295" y="0"/>
                    </a:moveTo>
                    <a:cubicBezTo>
                      <a:pt x="293" y="0"/>
                      <a:pt x="291" y="0"/>
                      <a:pt x="290" y="0"/>
                    </a:cubicBezTo>
                    <a:cubicBezTo>
                      <a:pt x="129" y="2"/>
                      <a:pt x="0" y="133"/>
                      <a:pt x="0" y="294"/>
                    </a:cubicBezTo>
                    <a:cubicBezTo>
                      <a:pt x="0" y="334"/>
                      <a:pt x="8" y="373"/>
                      <a:pt x="23" y="408"/>
                    </a:cubicBezTo>
                    <a:cubicBezTo>
                      <a:pt x="37" y="441"/>
                      <a:pt x="56" y="471"/>
                      <a:pt x="81" y="496"/>
                    </a:cubicBezTo>
                    <a:cubicBezTo>
                      <a:pt x="97" y="513"/>
                      <a:pt x="115" y="528"/>
                      <a:pt x="134" y="541"/>
                    </a:cubicBezTo>
                    <a:cubicBezTo>
                      <a:pt x="180" y="571"/>
                      <a:pt x="235" y="588"/>
                      <a:pt x="295" y="588"/>
                    </a:cubicBezTo>
                    <a:cubicBezTo>
                      <a:pt x="309" y="588"/>
                      <a:pt x="323" y="587"/>
                      <a:pt x="337" y="585"/>
                    </a:cubicBezTo>
                    <a:cubicBezTo>
                      <a:pt x="479" y="565"/>
                      <a:pt x="589" y="442"/>
                      <a:pt x="589" y="294"/>
                    </a:cubicBezTo>
                    <a:cubicBezTo>
                      <a:pt x="589" y="267"/>
                      <a:pt x="585" y="241"/>
                      <a:pt x="578" y="216"/>
                    </a:cubicBezTo>
                    <a:cubicBezTo>
                      <a:pt x="559" y="146"/>
                      <a:pt x="515" y="87"/>
                      <a:pt x="457" y="48"/>
                    </a:cubicBezTo>
                    <a:cubicBezTo>
                      <a:pt x="437" y="35"/>
                      <a:pt x="416" y="25"/>
                      <a:pt x="394" y="17"/>
                    </a:cubicBezTo>
                    <a:cubicBezTo>
                      <a:pt x="363" y="6"/>
                      <a:pt x="330" y="0"/>
                      <a:pt x="295" y="0"/>
                    </a:cubicBezTo>
                  </a:path>
                </a:pathLst>
              </a:custGeom>
              <a:solidFill>
                <a:srgbClr val="FDFDFD">
                  <a:alpha val="303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7" name="Google Shape;1037;p35"/>
              <p:cNvSpPr/>
              <p:nvPr/>
            </p:nvSpPr>
            <p:spPr>
              <a:xfrm>
                <a:off x="955503" y="2366625"/>
                <a:ext cx="364096" cy="442117"/>
              </a:xfrm>
              <a:custGeom>
                <a:avLst/>
                <a:gdLst/>
                <a:ahLst/>
                <a:cxnLst/>
                <a:rect l="l" t="t" r="r" b="b"/>
                <a:pathLst>
                  <a:path w="444" h="540" extrusionOk="0">
                    <a:moveTo>
                      <a:pt x="444" y="168"/>
                    </a:moveTo>
                    <a:cubicBezTo>
                      <a:pt x="203" y="537"/>
                      <a:pt x="203" y="537"/>
                      <a:pt x="203" y="537"/>
                    </a:cubicBezTo>
                    <a:cubicBezTo>
                      <a:pt x="189" y="539"/>
                      <a:pt x="175" y="540"/>
                      <a:pt x="161" y="540"/>
                    </a:cubicBezTo>
                    <a:cubicBezTo>
                      <a:pt x="101" y="540"/>
                      <a:pt x="46" y="523"/>
                      <a:pt x="0" y="493"/>
                    </a:cubicBezTo>
                    <a:cubicBezTo>
                      <a:pt x="323" y="0"/>
                      <a:pt x="323" y="0"/>
                      <a:pt x="323" y="0"/>
                    </a:cubicBezTo>
                    <a:cubicBezTo>
                      <a:pt x="381" y="39"/>
                      <a:pt x="425" y="98"/>
                      <a:pt x="444" y="1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8" name="Google Shape;1038;p35"/>
              <p:cNvSpPr/>
              <p:nvPr/>
            </p:nvSpPr>
            <p:spPr>
              <a:xfrm>
                <a:off x="864031" y="2327166"/>
                <a:ext cx="304011" cy="406246"/>
              </a:xfrm>
              <a:custGeom>
                <a:avLst/>
                <a:gdLst/>
                <a:ahLst/>
                <a:cxnLst/>
                <a:rect l="l" t="t" r="r" b="b"/>
                <a:pathLst>
                  <a:path w="371" h="496" extrusionOk="0">
                    <a:moveTo>
                      <a:pt x="371" y="17"/>
                    </a:moveTo>
                    <a:cubicBezTo>
                      <a:pt x="58" y="496"/>
                      <a:pt x="58" y="496"/>
                      <a:pt x="58" y="496"/>
                    </a:cubicBezTo>
                    <a:cubicBezTo>
                      <a:pt x="33" y="471"/>
                      <a:pt x="14" y="441"/>
                      <a:pt x="0" y="408"/>
                    </a:cubicBezTo>
                    <a:cubicBezTo>
                      <a:pt x="267" y="0"/>
                      <a:pt x="267" y="0"/>
                      <a:pt x="267" y="0"/>
                    </a:cubicBezTo>
                    <a:cubicBezTo>
                      <a:pt x="268" y="0"/>
                      <a:pt x="270" y="0"/>
                      <a:pt x="272" y="0"/>
                    </a:cubicBezTo>
                    <a:cubicBezTo>
                      <a:pt x="307" y="0"/>
                      <a:pt x="340" y="6"/>
                      <a:pt x="371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9" name="Google Shape;1039;p35"/>
              <p:cNvSpPr/>
              <p:nvPr/>
            </p:nvSpPr>
            <p:spPr>
              <a:xfrm>
                <a:off x="777043" y="2258113"/>
                <a:ext cx="618783" cy="618783"/>
              </a:xfrm>
              <a:custGeom>
                <a:avLst/>
                <a:gdLst/>
                <a:ahLst/>
                <a:cxnLst/>
                <a:rect l="l" t="t" r="r" b="b"/>
                <a:pathLst>
                  <a:path w="755" h="755" extrusionOk="0">
                    <a:moveTo>
                      <a:pt x="246" y="683"/>
                    </a:moveTo>
                    <a:cubicBezTo>
                      <a:pt x="414" y="755"/>
                      <a:pt x="609" y="678"/>
                      <a:pt x="682" y="510"/>
                    </a:cubicBezTo>
                    <a:cubicBezTo>
                      <a:pt x="755" y="342"/>
                      <a:pt x="678" y="146"/>
                      <a:pt x="509" y="73"/>
                    </a:cubicBezTo>
                    <a:cubicBezTo>
                      <a:pt x="341" y="0"/>
                      <a:pt x="146" y="78"/>
                      <a:pt x="73" y="246"/>
                    </a:cubicBezTo>
                    <a:cubicBezTo>
                      <a:pt x="0" y="414"/>
                      <a:pt x="77" y="610"/>
                      <a:pt x="246" y="683"/>
                    </a:cubicBezTo>
                    <a:close/>
                    <a:moveTo>
                      <a:pt x="626" y="485"/>
                    </a:moveTo>
                    <a:cubicBezTo>
                      <a:pt x="566" y="622"/>
                      <a:pt x="407" y="685"/>
                      <a:pt x="270" y="626"/>
                    </a:cubicBezTo>
                    <a:cubicBezTo>
                      <a:pt x="133" y="567"/>
                      <a:pt x="70" y="407"/>
                      <a:pt x="129" y="271"/>
                    </a:cubicBezTo>
                    <a:cubicBezTo>
                      <a:pt x="189" y="134"/>
                      <a:pt x="348" y="71"/>
                      <a:pt x="485" y="130"/>
                    </a:cubicBezTo>
                    <a:cubicBezTo>
                      <a:pt x="622" y="189"/>
                      <a:pt x="685" y="349"/>
                      <a:pt x="626" y="48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40" name="Google Shape;1040;p35"/>
            <p:cNvSpPr/>
            <p:nvPr/>
          </p:nvSpPr>
          <p:spPr>
            <a:xfrm>
              <a:off x="6775158" y="290718"/>
              <a:ext cx="301600" cy="49757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1" name="Google Shape;1041;p35"/>
            <p:cNvSpPr/>
            <p:nvPr/>
          </p:nvSpPr>
          <p:spPr>
            <a:xfrm>
              <a:off x="8466784" y="1008263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42" name="Google Shape;1042;p35"/>
            <p:cNvGrpSpPr/>
            <p:nvPr/>
          </p:nvGrpSpPr>
          <p:grpSpPr>
            <a:xfrm>
              <a:off x="5755594" y="2823602"/>
              <a:ext cx="415198" cy="415198"/>
              <a:chOff x="1404969" y="1106377"/>
              <a:chExt cx="415198" cy="415198"/>
            </a:xfrm>
          </p:grpSpPr>
          <p:sp>
            <p:nvSpPr>
              <p:cNvPr id="1043" name="Google Shape;1043;p35"/>
              <p:cNvSpPr/>
              <p:nvPr/>
            </p:nvSpPr>
            <p:spPr>
              <a:xfrm>
                <a:off x="1404969" y="1106377"/>
                <a:ext cx="415198" cy="415198"/>
              </a:xfrm>
              <a:custGeom>
                <a:avLst/>
                <a:gdLst/>
                <a:ahLst/>
                <a:cxnLst/>
                <a:rect l="l" t="t" r="r" b="b"/>
                <a:pathLst>
                  <a:path w="474" h="474" extrusionOk="0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4" name="Google Shape;1044;p35"/>
              <p:cNvSpPr/>
              <p:nvPr/>
            </p:nvSpPr>
            <p:spPr>
              <a:xfrm>
                <a:off x="1460456" y="1163778"/>
                <a:ext cx="304223" cy="29944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43" extrusionOk="0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45" name="Google Shape;1045;p35"/>
            <p:cNvGrpSpPr/>
            <p:nvPr/>
          </p:nvGrpSpPr>
          <p:grpSpPr>
            <a:xfrm>
              <a:off x="6293473" y="2569111"/>
              <a:ext cx="653332" cy="924225"/>
              <a:chOff x="6000261" y="1225220"/>
              <a:chExt cx="627600" cy="887824"/>
            </a:xfrm>
          </p:grpSpPr>
          <p:sp>
            <p:nvSpPr>
              <p:cNvPr id="1046" name="Google Shape;1046;p35"/>
              <p:cNvSpPr/>
              <p:nvPr/>
            </p:nvSpPr>
            <p:spPr>
              <a:xfrm>
                <a:off x="6000261" y="1293145"/>
                <a:ext cx="627600" cy="8199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7" name="Google Shape;1047;p35"/>
              <p:cNvSpPr/>
              <p:nvPr/>
            </p:nvSpPr>
            <p:spPr>
              <a:xfrm>
                <a:off x="6000261" y="1225220"/>
                <a:ext cx="627579" cy="6792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8" name="Google Shape;1048;p35"/>
              <p:cNvSpPr/>
              <p:nvPr/>
            </p:nvSpPr>
            <p:spPr>
              <a:xfrm>
                <a:off x="6029918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9" name="Google Shape;1049;p35"/>
              <p:cNvSpPr/>
              <p:nvPr/>
            </p:nvSpPr>
            <p:spPr>
              <a:xfrm>
                <a:off x="6077752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0" name="Google Shape;1050;p35"/>
              <p:cNvSpPr/>
              <p:nvPr/>
            </p:nvSpPr>
            <p:spPr>
              <a:xfrm>
                <a:off x="6126543" y="1243398"/>
                <a:ext cx="306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1" name="Google Shape;1051;p35"/>
              <p:cNvSpPr/>
              <p:nvPr/>
            </p:nvSpPr>
            <p:spPr>
              <a:xfrm>
                <a:off x="6100712" y="1671989"/>
                <a:ext cx="97500" cy="142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2" name="Google Shape;1052;p35"/>
              <p:cNvSpPr/>
              <p:nvPr/>
            </p:nvSpPr>
            <p:spPr>
              <a:xfrm>
                <a:off x="6248997" y="1573451"/>
                <a:ext cx="98400" cy="241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3" name="Google Shape;1053;p35"/>
              <p:cNvSpPr/>
              <p:nvPr/>
            </p:nvSpPr>
            <p:spPr>
              <a:xfrm>
                <a:off x="6397281" y="1484480"/>
                <a:ext cx="97500" cy="330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4" name="Google Shape;1054;p35"/>
              <p:cNvSpPr/>
              <p:nvPr/>
            </p:nvSpPr>
            <p:spPr>
              <a:xfrm>
                <a:off x="6135152" y="1338108"/>
                <a:ext cx="308049" cy="309007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5" name="Google Shape;1055;p35"/>
              <p:cNvSpPr/>
              <p:nvPr/>
            </p:nvSpPr>
            <p:spPr>
              <a:xfrm>
                <a:off x="6072012" y="1876717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6" name="Google Shape;1056;p35"/>
              <p:cNvSpPr/>
              <p:nvPr/>
            </p:nvSpPr>
            <p:spPr>
              <a:xfrm>
                <a:off x="6072012" y="1929334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7" name="Google Shape;1057;p35"/>
              <p:cNvSpPr/>
              <p:nvPr/>
            </p:nvSpPr>
            <p:spPr>
              <a:xfrm>
                <a:off x="6124629" y="1981952"/>
                <a:ext cx="3777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8" name="Google Shape;1058;p35"/>
              <p:cNvSpPr/>
              <p:nvPr/>
            </p:nvSpPr>
            <p:spPr>
              <a:xfrm>
                <a:off x="6192553" y="2034569"/>
                <a:ext cx="2421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1">
          <a:extLst>
            <a:ext uri="{FF2B5EF4-FFF2-40B4-BE49-F238E27FC236}">
              <a16:creationId xmlns:a16="http://schemas.microsoft.com/office/drawing/2014/main" id="{BC721223-D9DB-F82D-1086-201534C76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upo 25">
            <a:extLst>
              <a:ext uri="{FF2B5EF4-FFF2-40B4-BE49-F238E27FC236}">
                <a16:creationId xmlns:a16="http://schemas.microsoft.com/office/drawing/2014/main" id="{625F6E21-E7FF-CBF7-3E2D-89736A4D5145}"/>
              </a:ext>
            </a:extLst>
          </p:cNvPr>
          <p:cNvGrpSpPr/>
          <p:nvPr/>
        </p:nvGrpSpPr>
        <p:grpSpPr>
          <a:xfrm>
            <a:off x="797858" y="289870"/>
            <a:ext cx="7826189" cy="3668690"/>
            <a:chOff x="382851" y="941163"/>
            <a:chExt cx="11170580" cy="5022610"/>
          </a:xfrm>
        </p:grpSpPr>
        <p:pic>
          <p:nvPicPr>
            <p:cNvPr id="28" name="Imagen 27">
              <a:extLst>
                <a:ext uri="{FF2B5EF4-FFF2-40B4-BE49-F238E27FC236}">
                  <a16:creationId xmlns:a16="http://schemas.microsoft.com/office/drawing/2014/main" id="{D9BA9DE7-D551-0B52-B9BC-4D6BAC4A4B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2851" y="1969870"/>
              <a:ext cx="2553056" cy="1486107"/>
            </a:xfrm>
            <a:prstGeom prst="rect">
              <a:avLst/>
            </a:prstGeom>
          </p:spPr>
        </p:pic>
        <p:sp>
          <p:nvSpPr>
            <p:cNvPr id="29" name="Rectángulo: esquinas redondeadas 28">
              <a:extLst>
                <a:ext uri="{FF2B5EF4-FFF2-40B4-BE49-F238E27FC236}">
                  <a16:creationId xmlns:a16="http://schemas.microsoft.com/office/drawing/2014/main" id="{7925C979-978B-62D1-FF5F-B19FBDCC1737}"/>
                </a:ext>
              </a:extLst>
            </p:cNvPr>
            <p:cNvSpPr/>
            <p:nvPr/>
          </p:nvSpPr>
          <p:spPr>
            <a:xfrm>
              <a:off x="404882" y="941163"/>
              <a:ext cx="2890973" cy="933109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9896ED62-497A-46CF-C0EB-64BDA964CB6B}"/>
                </a:ext>
              </a:extLst>
            </p:cNvPr>
            <p:cNvSpPr txBox="1"/>
            <p:nvPr/>
          </p:nvSpPr>
          <p:spPr>
            <a:xfrm>
              <a:off x="927813" y="1235527"/>
              <a:ext cx="1995612" cy="4213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b="1" dirty="0">
                  <a:solidFill>
                    <a:schemeClr val="bg2"/>
                  </a:solidFill>
                </a:rPr>
                <a:t>Estructurados</a:t>
              </a:r>
            </a:p>
          </p:txBody>
        </p:sp>
        <p:sp>
          <p:nvSpPr>
            <p:cNvPr id="31" name="Rectángulo: esquinas redondeadas 30">
              <a:extLst>
                <a:ext uri="{FF2B5EF4-FFF2-40B4-BE49-F238E27FC236}">
                  <a16:creationId xmlns:a16="http://schemas.microsoft.com/office/drawing/2014/main" id="{372CF9EB-2D3C-23DA-0C19-E97AFD89B92F}"/>
                </a:ext>
              </a:extLst>
            </p:cNvPr>
            <p:cNvSpPr/>
            <p:nvPr/>
          </p:nvSpPr>
          <p:spPr>
            <a:xfrm>
              <a:off x="3366196" y="1450987"/>
              <a:ext cx="4009291" cy="385483"/>
            </a:xfrm>
            <a:prstGeom prst="roundRect">
              <a:avLst/>
            </a:prstGeom>
            <a:solidFill>
              <a:schemeClr val="bg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>
                <a:solidFill>
                  <a:schemeClr val="bg2"/>
                </a:solidFill>
              </a:endParaRPr>
            </a:p>
          </p:txBody>
        </p:sp>
        <p:sp>
          <p:nvSpPr>
            <p:cNvPr id="32" name="Rectángulo: esquinas redondeadas 31">
              <a:extLst>
                <a:ext uri="{FF2B5EF4-FFF2-40B4-BE49-F238E27FC236}">
                  <a16:creationId xmlns:a16="http://schemas.microsoft.com/office/drawing/2014/main" id="{E3F7716F-BEBC-2854-0353-758541871090}"/>
                </a:ext>
              </a:extLst>
            </p:cNvPr>
            <p:cNvSpPr/>
            <p:nvPr/>
          </p:nvSpPr>
          <p:spPr>
            <a:xfrm>
              <a:off x="3366197" y="976018"/>
              <a:ext cx="8182212" cy="385483"/>
            </a:xfrm>
            <a:prstGeom prst="roundRect">
              <a:avLst/>
            </a:prstGeom>
            <a:solidFill>
              <a:schemeClr val="tx2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33" name="CuadroTexto 32">
              <a:extLst>
                <a:ext uri="{FF2B5EF4-FFF2-40B4-BE49-F238E27FC236}">
                  <a16:creationId xmlns:a16="http://schemas.microsoft.com/office/drawing/2014/main" id="{A617BD68-B0E9-F6F4-8439-4FBB8059477B}"/>
                </a:ext>
              </a:extLst>
            </p:cNvPr>
            <p:cNvSpPr txBox="1"/>
            <p:nvPr/>
          </p:nvSpPr>
          <p:spPr>
            <a:xfrm>
              <a:off x="6392621" y="980550"/>
              <a:ext cx="2579056" cy="4213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b="1" dirty="0">
                  <a:solidFill>
                    <a:schemeClr val="bg2"/>
                  </a:solidFill>
                </a:rPr>
                <a:t>Semiestructurados</a:t>
              </a:r>
            </a:p>
          </p:txBody>
        </p:sp>
        <p:sp>
          <p:nvSpPr>
            <p:cNvPr id="34" name="Rectángulo: esquinas redondeadas 33">
              <a:extLst>
                <a:ext uri="{FF2B5EF4-FFF2-40B4-BE49-F238E27FC236}">
                  <a16:creationId xmlns:a16="http://schemas.microsoft.com/office/drawing/2014/main" id="{21CF7A0A-78A0-A8E5-30E2-F6A201B601B7}"/>
                </a:ext>
              </a:extLst>
            </p:cNvPr>
            <p:cNvSpPr/>
            <p:nvPr/>
          </p:nvSpPr>
          <p:spPr>
            <a:xfrm>
              <a:off x="7544140" y="1450986"/>
              <a:ext cx="4009291" cy="38548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4A89AFF7-FE51-48F4-EC92-349B4431A3B8}"/>
                </a:ext>
              </a:extLst>
            </p:cNvPr>
            <p:cNvSpPr txBox="1"/>
            <p:nvPr/>
          </p:nvSpPr>
          <p:spPr>
            <a:xfrm>
              <a:off x="5113305" y="1459061"/>
              <a:ext cx="803553" cy="4213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b="1" dirty="0">
                  <a:solidFill>
                    <a:schemeClr val="tx1">
                      <a:lumMod val="50000"/>
                    </a:schemeClr>
                  </a:solidFill>
                </a:rPr>
                <a:t>XML</a:t>
              </a:r>
            </a:p>
          </p:txBody>
        </p:sp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225DADF7-7140-2303-1B16-E3405172E808}"/>
                </a:ext>
              </a:extLst>
            </p:cNvPr>
            <p:cNvSpPr txBox="1"/>
            <p:nvPr/>
          </p:nvSpPr>
          <p:spPr>
            <a:xfrm>
              <a:off x="9176728" y="1446209"/>
              <a:ext cx="7441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b="1" dirty="0">
                  <a:solidFill>
                    <a:schemeClr val="bg1"/>
                  </a:solidFill>
                </a:rPr>
                <a:t>JSON</a:t>
              </a:r>
            </a:p>
          </p:txBody>
        </p:sp>
        <p:sp>
          <p:nvSpPr>
            <p:cNvPr id="37" name="CuadroTexto 36">
              <a:extLst>
                <a:ext uri="{FF2B5EF4-FFF2-40B4-BE49-F238E27FC236}">
                  <a16:creationId xmlns:a16="http://schemas.microsoft.com/office/drawing/2014/main" id="{EC9C2F9D-445B-38FD-C8F2-EB15CE560315}"/>
                </a:ext>
              </a:extLst>
            </p:cNvPr>
            <p:cNvSpPr txBox="1"/>
            <p:nvPr/>
          </p:nvSpPr>
          <p:spPr>
            <a:xfrm>
              <a:off x="3294253" y="1897642"/>
              <a:ext cx="4126949" cy="4066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s-MX" sz="1100" dirty="0">
                  <a:solidFill>
                    <a:schemeClr val="accent1">
                      <a:lumMod val="50000"/>
                    </a:schemeClr>
                  </a:solidFill>
                </a:rPr>
                <a:t>&lt;hospital&gt;</a:t>
              </a:r>
            </a:p>
            <a:p>
              <a:pPr>
                <a:buNone/>
              </a:pPr>
              <a:r>
                <a:rPr lang="es-MX" sz="1100" dirty="0">
                  <a:solidFill>
                    <a:schemeClr val="accent1">
                      <a:lumMod val="50000"/>
                    </a:schemeClr>
                  </a:solidFill>
                </a:rPr>
                <a:t>     &lt;paciente id=‘1’&gt;</a:t>
              </a:r>
            </a:p>
            <a:p>
              <a:pPr>
                <a:buNone/>
              </a:pPr>
              <a:r>
                <a:rPr lang="es-MX" sz="1100" dirty="0">
                  <a:solidFill>
                    <a:schemeClr val="accent1">
                      <a:lumMod val="50000"/>
                    </a:schemeClr>
                  </a:solidFill>
                </a:rPr>
                <a:t>          &lt;nombre&gt;Ana&lt;/nombre&gt;</a:t>
              </a:r>
            </a:p>
            <a:p>
              <a:pPr>
                <a:buNone/>
              </a:pPr>
              <a:r>
                <a:rPr lang="es-MX" sz="1100" dirty="0">
                  <a:solidFill>
                    <a:schemeClr val="accent1">
                      <a:lumMod val="50000"/>
                    </a:schemeClr>
                  </a:solidFill>
                </a:rPr>
                <a:t>          &lt;edad&gt;35&lt;/edad&gt;</a:t>
              </a:r>
            </a:p>
            <a:p>
              <a:pPr>
                <a:buNone/>
              </a:pPr>
              <a:r>
                <a:rPr lang="es-MX" sz="1100" dirty="0">
                  <a:solidFill>
                    <a:schemeClr val="accent1">
                      <a:lumMod val="50000"/>
                    </a:schemeClr>
                  </a:solidFill>
                </a:rPr>
                <a:t>          &lt;alergias&gt;</a:t>
              </a:r>
            </a:p>
            <a:p>
              <a:pPr>
                <a:buNone/>
              </a:pPr>
              <a:r>
                <a:rPr lang="es-MX" sz="1100" dirty="0">
                  <a:solidFill>
                    <a:schemeClr val="accent1">
                      <a:lumMod val="50000"/>
                    </a:schemeClr>
                  </a:solidFill>
                </a:rPr>
                <a:t>                  &lt;alergia&gt;Penicilina&lt;/alergia&gt;</a:t>
              </a:r>
            </a:p>
            <a:p>
              <a:pPr>
                <a:buNone/>
              </a:pPr>
              <a:r>
                <a:rPr lang="es-MX" sz="1100" dirty="0">
                  <a:solidFill>
                    <a:schemeClr val="accent1">
                      <a:lumMod val="50000"/>
                    </a:schemeClr>
                  </a:solidFill>
                </a:rPr>
                <a:t>          &lt;/alergias&gt;</a:t>
              </a:r>
            </a:p>
            <a:p>
              <a:pPr>
                <a:buNone/>
              </a:pPr>
              <a:r>
                <a:rPr lang="es-MX" sz="1100" dirty="0">
                  <a:solidFill>
                    <a:schemeClr val="accent1">
                      <a:lumMod val="50000"/>
                    </a:schemeClr>
                  </a:solidFill>
                </a:rPr>
                <a:t>       &lt;/paciente&gt;</a:t>
              </a:r>
            </a:p>
            <a:p>
              <a:pPr>
                <a:buNone/>
              </a:pPr>
              <a:r>
                <a:rPr lang="es-MX" sz="1100" dirty="0">
                  <a:solidFill>
                    <a:schemeClr val="accent1">
                      <a:lumMod val="50000"/>
                    </a:schemeClr>
                  </a:solidFill>
                </a:rPr>
                <a:t>       &lt;paciente  id=‘2’&gt;             </a:t>
              </a:r>
              <a:br>
                <a:rPr lang="es-MX" sz="1100" dirty="0">
                  <a:solidFill>
                    <a:schemeClr val="accent1">
                      <a:lumMod val="50000"/>
                    </a:schemeClr>
                  </a:solidFill>
                </a:rPr>
              </a:br>
              <a:r>
                <a:rPr lang="es-MX" sz="1100" dirty="0">
                  <a:solidFill>
                    <a:schemeClr val="accent1">
                      <a:lumMod val="50000"/>
                    </a:schemeClr>
                  </a:solidFill>
                </a:rPr>
                <a:t>             &lt;nombre&gt;Carlos&lt;/nombre&gt;</a:t>
              </a:r>
            </a:p>
            <a:p>
              <a:pPr>
                <a:buNone/>
              </a:pPr>
              <a:r>
                <a:rPr lang="es-MX" sz="1100" dirty="0">
                  <a:solidFill>
                    <a:schemeClr val="accent1">
                      <a:lumMod val="50000"/>
                    </a:schemeClr>
                  </a:solidFill>
                </a:rPr>
                <a:t>             &lt;edad&gt;40&lt;/edad&gt;</a:t>
              </a:r>
              <a:endParaRPr lang="es-MX" sz="1100" dirty="0"/>
            </a:p>
            <a:p>
              <a:r>
                <a:rPr lang="es-MX" sz="1100" dirty="0">
                  <a:solidFill>
                    <a:schemeClr val="accent1">
                      <a:lumMod val="50000"/>
                    </a:schemeClr>
                  </a:solidFill>
                </a:rPr>
                <a:t>             &lt;estudios&gt;</a:t>
              </a:r>
            </a:p>
            <a:p>
              <a:r>
                <a:rPr lang="es-MX" sz="1100" dirty="0">
                  <a:solidFill>
                    <a:schemeClr val="accent1">
                      <a:lumMod val="50000"/>
                    </a:schemeClr>
                  </a:solidFill>
                </a:rPr>
                <a:t>                  &lt;estudio&gt;Tomografía&lt;/estudio&gt;</a:t>
              </a:r>
            </a:p>
            <a:p>
              <a:r>
                <a:rPr lang="es-MX" sz="1100" dirty="0">
                  <a:solidFill>
                    <a:schemeClr val="accent1">
                      <a:lumMod val="50000"/>
                    </a:schemeClr>
                  </a:solidFill>
                </a:rPr>
                <a:t>                  &lt;estudio&gt;Resonancia&lt;/estudio&gt;</a:t>
              </a:r>
            </a:p>
            <a:p>
              <a:r>
                <a:rPr lang="es-MX" sz="1100" dirty="0">
                  <a:solidFill>
                    <a:schemeClr val="accent1">
                      <a:lumMod val="50000"/>
                    </a:schemeClr>
                  </a:solidFill>
                </a:rPr>
                <a:t>              &lt;/estudios&gt;</a:t>
              </a:r>
              <a:endParaRPr lang="es-MX" sz="1100" dirty="0"/>
            </a:p>
            <a:p>
              <a:pPr>
                <a:buNone/>
              </a:pPr>
              <a:r>
                <a:rPr lang="es-MX" sz="1100" dirty="0">
                  <a:solidFill>
                    <a:schemeClr val="accent1">
                      <a:lumMod val="50000"/>
                    </a:schemeClr>
                  </a:solidFill>
                </a:rPr>
                <a:t>&lt;/paciente&gt;</a:t>
              </a:r>
            </a:p>
            <a:p>
              <a:r>
                <a:rPr lang="es-MX" sz="1100" dirty="0">
                  <a:solidFill>
                    <a:schemeClr val="accent1">
                      <a:lumMod val="50000"/>
                    </a:schemeClr>
                  </a:solidFill>
                </a:rPr>
                <a:t>&lt;/hospital&gt;</a:t>
              </a:r>
            </a:p>
          </p:txBody>
        </p: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F5EF4886-41BA-3958-E92D-4AA472082532}"/>
                </a:ext>
              </a:extLst>
            </p:cNvPr>
            <p:cNvSpPr txBox="1"/>
            <p:nvPr/>
          </p:nvSpPr>
          <p:spPr>
            <a:xfrm>
              <a:off x="7501425" y="1932316"/>
              <a:ext cx="4046984" cy="31085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s-MX" sz="1400" dirty="0">
                  <a:solidFill>
                    <a:schemeClr val="accent1">
                      <a:lumMod val="50000"/>
                    </a:schemeClr>
                  </a:solidFill>
                </a:rPr>
                <a:t>{</a:t>
              </a:r>
            </a:p>
            <a:p>
              <a:pPr>
                <a:buNone/>
              </a:pPr>
              <a:r>
                <a:rPr lang="es-MX" sz="1400" dirty="0">
                  <a:solidFill>
                    <a:schemeClr val="accent1">
                      <a:lumMod val="50000"/>
                    </a:schemeClr>
                  </a:solidFill>
                </a:rPr>
                <a:t>       "id": 1,</a:t>
              </a:r>
              <a:br>
                <a:rPr lang="es-MX" sz="1400" dirty="0">
                  <a:solidFill>
                    <a:schemeClr val="accent1">
                      <a:lumMod val="50000"/>
                    </a:schemeClr>
                  </a:solidFill>
                </a:rPr>
              </a:br>
              <a:endParaRPr lang="es-MX" sz="1400" dirty="0">
                <a:solidFill>
                  <a:schemeClr val="accent1">
                    <a:lumMod val="50000"/>
                  </a:schemeClr>
                </a:solidFill>
              </a:endParaRPr>
            </a:p>
            <a:p>
              <a:pPr>
                <a:buNone/>
              </a:pPr>
              <a:r>
                <a:rPr lang="es-MX" sz="1400" dirty="0">
                  <a:solidFill>
                    <a:schemeClr val="accent1">
                      <a:lumMod val="50000"/>
                    </a:schemeClr>
                  </a:solidFill>
                </a:rPr>
                <a:t>         "nombre": "Ana",</a:t>
              </a:r>
              <a:br>
                <a:rPr lang="es-MX" sz="1400" dirty="0">
                  <a:solidFill>
                    <a:schemeClr val="accent1">
                      <a:lumMod val="50000"/>
                    </a:schemeClr>
                  </a:solidFill>
                </a:rPr>
              </a:br>
              <a:endParaRPr lang="es-MX" sz="1400" dirty="0">
                <a:solidFill>
                  <a:schemeClr val="accent1">
                    <a:lumMod val="50000"/>
                  </a:schemeClr>
                </a:solidFill>
              </a:endParaRPr>
            </a:p>
            <a:p>
              <a:pPr>
                <a:buNone/>
              </a:pPr>
              <a:r>
                <a:rPr lang="es-MX" sz="1400" dirty="0">
                  <a:solidFill>
                    <a:schemeClr val="accent1">
                      <a:lumMod val="50000"/>
                    </a:schemeClr>
                  </a:solidFill>
                </a:rPr>
                <a:t>         "edad": 35,</a:t>
              </a:r>
              <a:br>
                <a:rPr lang="es-MX" sz="1400" dirty="0">
                  <a:solidFill>
                    <a:schemeClr val="accent1">
                      <a:lumMod val="50000"/>
                    </a:schemeClr>
                  </a:solidFill>
                </a:rPr>
              </a:br>
              <a:endParaRPr lang="es-MX" sz="1400" dirty="0">
                <a:solidFill>
                  <a:schemeClr val="accent1">
                    <a:lumMod val="50000"/>
                  </a:schemeClr>
                </a:solidFill>
              </a:endParaRPr>
            </a:p>
            <a:p>
              <a:pPr>
                <a:buNone/>
              </a:pPr>
              <a:r>
                <a:rPr lang="es-MX" sz="1400" dirty="0">
                  <a:solidFill>
                    <a:schemeClr val="accent1">
                      <a:lumMod val="50000"/>
                    </a:schemeClr>
                  </a:solidFill>
                </a:rPr>
                <a:t>         "alergias":</a:t>
              </a:r>
            </a:p>
            <a:p>
              <a:pPr>
                <a:buNone/>
              </a:pPr>
              <a:r>
                <a:rPr lang="es-MX" sz="1400" dirty="0">
                  <a:solidFill>
                    <a:schemeClr val="accent1">
                      <a:lumMod val="50000"/>
                    </a:schemeClr>
                  </a:solidFill>
                </a:rPr>
                <a:t>         [</a:t>
              </a:r>
              <a:br>
                <a:rPr lang="es-MX" sz="1400" dirty="0">
                  <a:solidFill>
                    <a:schemeClr val="accent1">
                      <a:lumMod val="50000"/>
                    </a:schemeClr>
                  </a:solidFill>
                </a:rPr>
              </a:br>
              <a:endParaRPr lang="es-MX" sz="1400" dirty="0">
                <a:solidFill>
                  <a:schemeClr val="accent1">
                    <a:lumMod val="50000"/>
                  </a:schemeClr>
                </a:solidFill>
              </a:endParaRPr>
            </a:p>
            <a:p>
              <a:pPr>
                <a:buNone/>
              </a:pPr>
              <a:r>
                <a:rPr lang="es-MX" sz="1400" dirty="0">
                  <a:solidFill>
                    <a:schemeClr val="accent1">
                      <a:lumMod val="50000"/>
                    </a:schemeClr>
                  </a:solidFill>
                </a:rPr>
                <a:t>               "Penicilina"</a:t>
              </a:r>
              <a:br>
                <a:rPr lang="es-MX" sz="1400" dirty="0">
                  <a:solidFill>
                    <a:schemeClr val="accent1">
                      <a:lumMod val="50000"/>
                    </a:schemeClr>
                  </a:solidFill>
                </a:rPr>
              </a:br>
              <a:r>
                <a:rPr lang="es-MX" sz="1400" dirty="0">
                  <a:solidFill>
                    <a:schemeClr val="accent1">
                      <a:lumMod val="50000"/>
                    </a:schemeClr>
                  </a:solidFill>
                </a:rPr>
                <a:t>          ]</a:t>
              </a:r>
              <a:br>
                <a:rPr lang="es-MX" sz="1400" dirty="0">
                  <a:solidFill>
                    <a:schemeClr val="accent1">
                      <a:lumMod val="50000"/>
                    </a:schemeClr>
                  </a:solidFill>
                </a:rPr>
              </a:br>
              <a:endParaRPr lang="es-MX" sz="1400" dirty="0">
                <a:solidFill>
                  <a:schemeClr val="accent1">
                    <a:lumMod val="50000"/>
                  </a:schemeClr>
                </a:solidFill>
              </a:endParaRPr>
            </a:p>
            <a:p>
              <a:pPr>
                <a:buNone/>
              </a:pPr>
              <a:r>
                <a:rPr lang="es-MX" sz="1400" dirty="0">
                  <a:solidFill>
                    <a:schemeClr val="accent1">
                      <a:lumMod val="50000"/>
                    </a:schemeClr>
                  </a:solidFill>
                </a:rPr>
                <a:t>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71552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37"/>
          <p:cNvSpPr txBox="1">
            <a:spLocks noGrp="1"/>
          </p:cNvSpPr>
          <p:nvPr>
            <p:ph type="title"/>
          </p:nvPr>
        </p:nvSpPr>
        <p:spPr>
          <a:xfrm>
            <a:off x="4654033" y="2019324"/>
            <a:ext cx="3858775" cy="107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3200" b="1" dirty="0">
                <a:solidFill>
                  <a:schemeClr val="accent1">
                    <a:lumMod val="25000"/>
                  </a:schemeClr>
                </a:solidFill>
              </a:rPr>
              <a:t>Ventajas de los datos semiestructurados</a:t>
            </a:r>
            <a:endParaRPr sz="3200" dirty="0">
              <a:solidFill>
                <a:schemeClr val="accent1">
                  <a:lumMod val="25000"/>
                </a:schemeClr>
              </a:solidFill>
            </a:endParaRPr>
          </a:p>
        </p:txBody>
      </p:sp>
      <p:grpSp>
        <p:nvGrpSpPr>
          <p:cNvPr id="1082" name="Google Shape;1082;p37"/>
          <p:cNvGrpSpPr/>
          <p:nvPr/>
        </p:nvGrpSpPr>
        <p:grpSpPr>
          <a:xfrm>
            <a:off x="1137536" y="699006"/>
            <a:ext cx="3412448" cy="3413484"/>
            <a:chOff x="1017285" y="809699"/>
            <a:chExt cx="3497794" cy="3498857"/>
          </a:xfrm>
        </p:grpSpPr>
        <p:sp>
          <p:nvSpPr>
            <p:cNvPr id="1083" name="Google Shape;1083;p37"/>
            <p:cNvSpPr/>
            <p:nvPr/>
          </p:nvSpPr>
          <p:spPr>
            <a:xfrm>
              <a:off x="3785701" y="2959800"/>
              <a:ext cx="483175" cy="476826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rgbClr val="FF7A7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4" name="Google Shape;1084;p37"/>
            <p:cNvSpPr/>
            <p:nvPr/>
          </p:nvSpPr>
          <p:spPr>
            <a:xfrm>
              <a:off x="4506379" y="2776855"/>
              <a:ext cx="8700" cy="25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5" name="Google Shape;1085;p37"/>
            <p:cNvSpPr/>
            <p:nvPr/>
          </p:nvSpPr>
          <p:spPr>
            <a:xfrm>
              <a:off x="4506379" y="2776855"/>
              <a:ext cx="8700" cy="2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86" name="Google Shape;1086;p37"/>
            <p:cNvGrpSpPr/>
            <p:nvPr/>
          </p:nvGrpSpPr>
          <p:grpSpPr>
            <a:xfrm>
              <a:off x="2291675" y="1423158"/>
              <a:ext cx="2214703" cy="1379528"/>
              <a:chOff x="2291675" y="1423158"/>
              <a:chExt cx="2214703" cy="1379528"/>
            </a:xfrm>
          </p:grpSpPr>
          <p:sp>
            <p:nvSpPr>
              <p:cNvPr id="1087" name="Google Shape;1087;p37"/>
              <p:cNvSpPr/>
              <p:nvPr/>
            </p:nvSpPr>
            <p:spPr>
              <a:xfrm>
                <a:off x="2291675" y="1423158"/>
                <a:ext cx="2214703" cy="1379528"/>
              </a:xfrm>
              <a:custGeom>
                <a:avLst/>
                <a:gdLst/>
                <a:ahLst/>
                <a:cxnLst/>
                <a:rect l="l" t="t" r="r" b="b"/>
                <a:pathLst>
                  <a:path w="2533" h="1577" extrusionOk="0">
                    <a:moveTo>
                      <a:pt x="47" y="0"/>
                    </a:moveTo>
                    <a:cubicBezTo>
                      <a:pt x="2485" y="0"/>
                      <a:pt x="2485" y="0"/>
                      <a:pt x="2485" y="0"/>
                    </a:cubicBezTo>
                    <a:cubicBezTo>
                      <a:pt x="2512" y="0"/>
                      <a:pt x="2533" y="21"/>
                      <a:pt x="2533" y="48"/>
                    </a:cubicBezTo>
                    <a:cubicBezTo>
                      <a:pt x="2533" y="1577"/>
                      <a:pt x="2533" y="1577"/>
                      <a:pt x="2533" y="1577"/>
                    </a:cubicBezTo>
                    <a:cubicBezTo>
                      <a:pt x="0" y="1577"/>
                      <a:pt x="0" y="1577"/>
                      <a:pt x="0" y="1577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21"/>
                      <a:pt x="21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8" name="Google Shape;1088;p37"/>
              <p:cNvSpPr/>
              <p:nvPr/>
            </p:nvSpPr>
            <p:spPr>
              <a:xfrm>
                <a:off x="3273351" y="2692523"/>
                <a:ext cx="262800" cy="46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9" name="Google Shape;1089;p37"/>
              <p:cNvSpPr/>
              <p:nvPr/>
            </p:nvSpPr>
            <p:spPr>
              <a:xfrm>
                <a:off x="2291675" y="2776855"/>
                <a:ext cx="2214600" cy="25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0" name="Google Shape;1090;p37"/>
              <p:cNvSpPr/>
              <p:nvPr/>
            </p:nvSpPr>
            <p:spPr>
              <a:xfrm>
                <a:off x="2368209" y="1492996"/>
                <a:ext cx="2061633" cy="1161406"/>
              </a:xfrm>
              <a:custGeom>
                <a:avLst/>
                <a:gdLst/>
                <a:ahLst/>
                <a:cxnLst/>
                <a:rect l="l" t="t" r="r" b="b"/>
                <a:pathLst>
                  <a:path w="2357" h="1328" extrusionOk="0">
                    <a:moveTo>
                      <a:pt x="24" y="0"/>
                    </a:moveTo>
                    <a:cubicBezTo>
                      <a:pt x="2333" y="0"/>
                      <a:pt x="2333" y="0"/>
                      <a:pt x="2333" y="0"/>
                    </a:cubicBezTo>
                    <a:cubicBezTo>
                      <a:pt x="2346" y="0"/>
                      <a:pt x="2357" y="10"/>
                      <a:pt x="2357" y="23"/>
                    </a:cubicBezTo>
                    <a:cubicBezTo>
                      <a:pt x="2357" y="1304"/>
                      <a:pt x="2357" y="1304"/>
                      <a:pt x="2357" y="1304"/>
                    </a:cubicBezTo>
                    <a:cubicBezTo>
                      <a:pt x="2357" y="1318"/>
                      <a:pt x="2346" y="1328"/>
                      <a:pt x="2333" y="1328"/>
                    </a:cubicBezTo>
                    <a:cubicBezTo>
                      <a:pt x="24" y="1328"/>
                      <a:pt x="24" y="1328"/>
                      <a:pt x="24" y="1328"/>
                    </a:cubicBezTo>
                    <a:cubicBezTo>
                      <a:pt x="10" y="1328"/>
                      <a:pt x="0" y="1318"/>
                      <a:pt x="0" y="1304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10"/>
                      <a:pt x="10" y="0"/>
                      <a:pt x="2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1" name="Google Shape;1091;p37"/>
              <p:cNvSpPr/>
              <p:nvPr/>
            </p:nvSpPr>
            <p:spPr>
              <a:xfrm>
                <a:off x="2990048" y="1492996"/>
                <a:ext cx="1171927" cy="1161406"/>
              </a:xfrm>
              <a:custGeom>
                <a:avLst/>
                <a:gdLst/>
                <a:ahLst/>
                <a:cxnLst/>
                <a:rect l="l" t="t" r="r" b="b"/>
                <a:pathLst>
                  <a:path w="1225" h="1214" extrusionOk="0">
                    <a:moveTo>
                      <a:pt x="0" y="1214"/>
                    </a:moveTo>
                    <a:lnTo>
                      <a:pt x="416" y="1214"/>
                    </a:lnTo>
                    <a:lnTo>
                      <a:pt x="1225" y="0"/>
                    </a:lnTo>
                    <a:lnTo>
                      <a:pt x="808" y="0"/>
                    </a:lnTo>
                    <a:lnTo>
                      <a:pt x="0" y="121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2" name="Google Shape;1092;p37"/>
              <p:cNvSpPr/>
              <p:nvPr/>
            </p:nvSpPr>
            <p:spPr>
              <a:xfrm>
                <a:off x="2648515" y="1492996"/>
                <a:ext cx="971982" cy="1161406"/>
              </a:xfrm>
              <a:custGeom>
                <a:avLst/>
                <a:gdLst/>
                <a:ahLst/>
                <a:cxnLst/>
                <a:rect l="l" t="t" r="r" b="b"/>
                <a:pathLst>
                  <a:path w="1016" h="1214" extrusionOk="0">
                    <a:moveTo>
                      <a:pt x="0" y="1214"/>
                    </a:moveTo>
                    <a:lnTo>
                      <a:pt x="208" y="1214"/>
                    </a:lnTo>
                    <a:lnTo>
                      <a:pt x="1016" y="0"/>
                    </a:lnTo>
                    <a:lnTo>
                      <a:pt x="809" y="0"/>
                    </a:lnTo>
                    <a:lnTo>
                      <a:pt x="0" y="121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93" name="Google Shape;1093;p37"/>
            <p:cNvGrpSpPr/>
            <p:nvPr/>
          </p:nvGrpSpPr>
          <p:grpSpPr>
            <a:xfrm flipH="1">
              <a:off x="1017285" y="1615136"/>
              <a:ext cx="1176885" cy="2693420"/>
              <a:chOff x="1553545" y="1817994"/>
              <a:chExt cx="1123518" cy="2571284"/>
            </a:xfrm>
          </p:grpSpPr>
          <p:grpSp>
            <p:nvGrpSpPr>
              <p:cNvPr id="1094" name="Google Shape;1094;p37"/>
              <p:cNvGrpSpPr/>
              <p:nvPr/>
            </p:nvGrpSpPr>
            <p:grpSpPr>
              <a:xfrm>
                <a:off x="1553545" y="1817994"/>
                <a:ext cx="1123518" cy="2571284"/>
                <a:chOff x="1553545" y="1817994"/>
                <a:chExt cx="1123518" cy="2571284"/>
              </a:xfrm>
            </p:grpSpPr>
            <p:sp>
              <p:nvSpPr>
                <p:cNvPr id="1095" name="Google Shape;1095;p37"/>
                <p:cNvSpPr/>
                <p:nvPr/>
              </p:nvSpPr>
              <p:spPr>
                <a:xfrm>
                  <a:off x="1553545" y="2564602"/>
                  <a:ext cx="350879" cy="1623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879" h="162321" extrusionOk="0">
                      <a:moveTo>
                        <a:pt x="350880" y="72485"/>
                      </a:moveTo>
                      <a:cubicBezTo>
                        <a:pt x="320971" y="49244"/>
                        <a:pt x="291634" y="25146"/>
                        <a:pt x="263154" y="0"/>
                      </a:cubicBezTo>
                      <a:lnTo>
                        <a:pt x="154188" y="57912"/>
                      </a:lnTo>
                      <a:lnTo>
                        <a:pt x="146283" y="61531"/>
                      </a:lnTo>
                      <a:cubicBezTo>
                        <a:pt x="145616" y="62103"/>
                        <a:pt x="144854" y="62674"/>
                        <a:pt x="144187" y="63246"/>
                      </a:cubicBezTo>
                      <a:lnTo>
                        <a:pt x="133519" y="68866"/>
                      </a:lnTo>
                      <a:cubicBezTo>
                        <a:pt x="132567" y="69247"/>
                        <a:pt x="131805" y="69818"/>
                        <a:pt x="131043" y="70485"/>
                      </a:cubicBezTo>
                      <a:cubicBezTo>
                        <a:pt x="118184" y="73628"/>
                        <a:pt x="49604" y="90869"/>
                        <a:pt x="39412" y="98298"/>
                      </a:cubicBezTo>
                      <a:cubicBezTo>
                        <a:pt x="22077" y="102203"/>
                        <a:pt x="1788" y="107251"/>
                        <a:pt x="74" y="111442"/>
                      </a:cubicBezTo>
                      <a:cubicBezTo>
                        <a:pt x="-2212" y="117157"/>
                        <a:pt x="49223" y="113824"/>
                        <a:pt x="62558" y="114300"/>
                      </a:cubicBezTo>
                      <a:lnTo>
                        <a:pt x="65034" y="115633"/>
                      </a:lnTo>
                      <a:cubicBezTo>
                        <a:pt x="60939" y="118777"/>
                        <a:pt x="37317" y="126873"/>
                        <a:pt x="37317" y="126873"/>
                      </a:cubicBezTo>
                      <a:cubicBezTo>
                        <a:pt x="36174" y="127349"/>
                        <a:pt x="3503" y="140779"/>
                        <a:pt x="8646" y="145066"/>
                      </a:cubicBezTo>
                      <a:cubicBezTo>
                        <a:pt x="13790" y="149447"/>
                        <a:pt x="87323" y="125063"/>
                        <a:pt x="71892" y="130302"/>
                      </a:cubicBezTo>
                      <a:cubicBezTo>
                        <a:pt x="70845" y="130683"/>
                        <a:pt x="9408" y="148209"/>
                        <a:pt x="15123" y="155829"/>
                      </a:cubicBezTo>
                      <a:cubicBezTo>
                        <a:pt x="18933" y="160877"/>
                        <a:pt x="73702" y="144113"/>
                        <a:pt x="76274" y="144685"/>
                      </a:cubicBezTo>
                      <a:cubicBezTo>
                        <a:pt x="78846" y="145256"/>
                        <a:pt x="29697" y="154972"/>
                        <a:pt x="34173" y="161449"/>
                      </a:cubicBezTo>
                      <a:cubicBezTo>
                        <a:pt x="36174" y="164211"/>
                        <a:pt x="60748" y="159734"/>
                        <a:pt x="68749" y="157448"/>
                      </a:cubicBezTo>
                      <a:cubicBezTo>
                        <a:pt x="75702" y="155448"/>
                        <a:pt x="98277" y="149542"/>
                        <a:pt x="133233" y="138113"/>
                      </a:cubicBezTo>
                      <a:cubicBezTo>
                        <a:pt x="172476" y="129254"/>
                        <a:pt x="266774" y="106013"/>
                        <a:pt x="350880" y="72485"/>
                      </a:cubicBez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6" name="Google Shape;1096;p37"/>
                <p:cNvSpPr/>
                <p:nvPr/>
              </p:nvSpPr>
              <p:spPr>
                <a:xfrm>
                  <a:off x="1786988" y="2224592"/>
                  <a:ext cx="307186" cy="4379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186" h="437982" extrusionOk="0">
                      <a:moveTo>
                        <a:pt x="206026" y="37552"/>
                      </a:moveTo>
                      <a:cubicBezTo>
                        <a:pt x="183070" y="84415"/>
                        <a:pt x="98965" y="280725"/>
                        <a:pt x="98965" y="280725"/>
                      </a:cubicBezTo>
                      <a:lnTo>
                        <a:pt x="0" y="336066"/>
                      </a:lnTo>
                      <a:lnTo>
                        <a:pt x="65532" y="437983"/>
                      </a:lnTo>
                      <a:cubicBezTo>
                        <a:pt x="65532" y="437983"/>
                        <a:pt x="158687" y="416171"/>
                        <a:pt x="205264" y="373880"/>
                      </a:cubicBezTo>
                      <a:cubicBezTo>
                        <a:pt x="250222" y="333208"/>
                        <a:pt x="307848" y="64984"/>
                        <a:pt x="307181" y="976"/>
                      </a:cubicBezTo>
                      <a:cubicBezTo>
                        <a:pt x="307181" y="976"/>
                        <a:pt x="228981" y="-9406"/>
                        <a:pt x="206026" y="3755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7" name="Google Shape;1097;p37"/>
                <p:cNvSpPr/>
                <p:nvPr/>
              </p:nvSpPr>
              <p:spPr>
                <a:xfrm>
                  <a:off x="2049592" y="2091170"/>
                  <a:ext cx="99441" cy="994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441" h="99441" extrusionOk="0">
                      <a:moveTo>
                        <a:pt x="49721" y="99441"/>
                      </a:moveTo>
                      <a:cubicBezTo>
                        <a:pt x="22289" y="99441"/>
                        <a:pt x="0" y="77153"/>
                        <a:pt x="0" y="49721"/>
                      </a:cubicBezTo>
                      <a:cubicBezTo>
                        <a:pt x="0" y="22288"/>
                        <a:pt x="22289" y="0"/>
                        <a:pt x="49721" y="0"/>
                      </a:cubicBezTo>
                      <a:cubicBezTo>
                        <a:pt x="77153" y="0"/>
                        <a:pt x="99441" y="22288"/>
                        <a:pt x="99441" y="49721"/>
                      </a:cubicBezTo>
                      <a:cubicBezTo>
                        <a:pt x="99441" y="77153"/>
                        <a:pt x="77057" y="99441"/>
                        <a:pt x="49721" y="99441"/>
                      </a:cubicBezTo>
                      <a:close/>
                      <a:moveTo>
                        <a:pt x="49721" y="4477"/>
                      </a:moveTo>
                      <a:cubicBezTo>
                        <a:pt x="24765" y="4477"/>
                        <a:pt x="4382" y="24765"/>
                        <a:pt x="4382" y="49816"/>
                      </a:cubicBezTo>
                      <a:cubicBezTo>
                        <a:pt x="4382" y="74867"/>
                        <a:pt x="24670" y="95155"/>
                        <a:pt x="49721" y="95155"/>
                      </a:cubicBezTo>
                      <a:cubicBezTo>
                        <a:pt x="74771" y="95155"/>
                        <a:pt x="95060" y="74867"/>
                        <a:pt x="95060" y="49816"/>
                      </a:cubicBezTo>
                      <a:cubicBezTo>
                        <a:pt x="95060" y="24765"/>
                        <a:pt x="74676" y="4477"/>
                        <a:pt x="49721" y="447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8" name="Google Shape;1098;p37"/>
                <p:cNvSpPr/>
                <p:nvPr/>
              </p:nvSpPr>
              <p:spPr>
                <a:xfrm>
                  <a:off x="2073164" y="1898589"/>
                  <a:ext cx="248512" cy="2564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512" h="256494" extrusionOk="0">
                      <a:moveTo>
                        <a:pt x="336" y="101713"/>
                      </a:moveTo>
                      <a:cubicBezTo>
                        <a:pt x="-3379" y="84377"/>
                        <a:pt x="24625" y="39610"/>
                        <a:pt x="39198" y="29418"/>
                      </a:cubicBezTo>
                      <a:cubicBezTo>
                        <a:pt x="56915" y="17131"/>
                        <a:pt x="76917" y="8654"/>
                        <a:pt x="97872" y="3510"/>
                      </a:cubicBezTo>
                      <a:cubicBezTo>
                        <a:pt x="142163" y="-7253"/>
                        <a:pt x="183121" y="7320"/>
                        <a:pt x="215601" y="39229"/>
                      </a:cubicBezTo>
                      <a:cubicBezTo>
                        <a:pt x="319042" y="140956"/>
                        <a:pt x="145592" y="256494"/>
                        <a:pt x="145592" y="256494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9" name="Google Shape;1099;p37"/>
                <p:cNvSpPr/>
                <p:nvPr/>
              </p:nvSpPr>
              <p:spPr>
                <a:xfrm>
                  <a:off x="2156177" y="1817994"/>
                  <a:ext cx="96012" cy="96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012" h="96011" extrusionOk="0">
                      <a:moveTo>
                        <a:pt x="96012" y="48006"/>
                      </a:moveTo>
                      <a:cubicBezTo>
                        <a:pt x="96012" y="74519"/>
                        <a:pt x="74519" y="96012"/>
                        <a:pt x="48006" y="96012"/>
                      </a:cubicBezTo>
                      <a:cubicBezTo>
                        <a:pt x="21493" y="96012"/>
                        <a:pt x="0" y="74519"/>
                        <a:pt x="0" y="48006"/>
                      </a:cubicBezTo>
                      <a:cubicBezTo>
                        <a:pt x="0" y="21493"/>
                        <a:pt x="21493" y="0"/>
                        <a:pt x="48006" y="0"/>
                      </a:cubicBezTo>
                      <a:cubicBezTo>
                        <a:pt x="74519" y="0"/>
                        <a:pt x="96012" y="21493"/>
                        <a:pt x="96012" y="4800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0" name="Google Shape;1100;p37"/>
                <p:cNvSpPr/>
                <p:nvPr/>
              </p:nvSpPr>
              <p:spPr>
                <a:xfrm>
                  <a:off x="2295432" y="1910862"/>
                  <a:ext cx="96011" cy="96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011" h="96012" extrusionOk="0">
                      <a:moveTo>
                        <a:pt x="0" y="48006"/>
                      </a:moveTo>
                      <a:cubicBezTo>
                        <a:pt x="0" y="21431"/>
                        <a:pt x="21526" y="0"/>
                        <a:pt x="48006" y="0"/>
                      </a:cubicBezTo>
                      <a:cubicBezTo>
                        <a:pt x="74486" y="0"/>
                        <a:pt x="96012" y="21526"/>
                        <a:pt x="96012" y="48006"/>
                      </a:cubicBezTo>
                      <a:cubicBezTo>
                        <a:pt x="96012" y="74485"/>
                        <a:pt x="74486" y="96012"/>
                        <a:pt x="48006" y="96012"/>
                      </a:cubicBezTo>
                      <a:cubicBezTo>
                        <a:pt x="21526" y="96012"/>
                        <a:pt x="0" y="74581"/>
                        <a:pt x="0" y="4800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1" name="Google Shape;1101;p37"/>
                <p:cNvSpPr/>
                <p:nvPr/>
              </p:nvSpPr>
              <p:spPr>
                <a:xfrm>
                  <a:off x="2066236" y="1927089"/>
                  <a:ext cx="223453" cy="4403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453" h="440306" extrusionOk="0">
                      <a:moveTo>
                        <a:pt x="180619" y="116551"/>
                      </a:moveTo>
                      <a:cubicBezTo>
                        <a:pt x="180714" y="118933"/>
                        <a:pt x="182809" y="120647"/>
                        <a:pt x="185095" y="120457"/>
                      </a:cubicBezTo>
                      <a:cubicBezTo>
                        <a:pt x="194811" y="119504"/>
                        <a:pt x="217195" y="115504"/>
                        <a:pt x="222624" y="140745"/>
                      </a:cubicBezTo>
                      <a:cubicBezTo>
                        <a:pt x="228148" y="166272"/>
                        <a:pt x="204812" y="182941"/>
                        <a:pt x="190048" y="185131"/>
                      </a:cubicBezTo>
                      <a:cubicBezTo>
                        <a:pt x="185762" y="185703"/>
                        <a:pt x="165379" y="202467"/>
                        <a:pt x="162807" y="205896"/>
                      </a:cubicBezTo>
                      <a:cubicBezTo>
                        <a:pt x="154711" y="216373"/>
                        <a:pt x="174427" y="319434"/>
                        <a:pt x="178809" y="351533"/>
                      </a:cubicBezTo>
                      <a:cubicBezTo>
                        <a:pt x="187000" y="411445"/>
                        <a:pt x="98704" y="440306"/>
                        <a:pt x="98704" y="440306"/>
                      </a:cubicBezTo>
                      <a:cubicBezTo>
                        <a:pt x="98704" y="440306"/>
                        <a:pt x="48126" y="426876"/>
                        <a:pt x="42887" y="351533"/>
                      </a:cubicBezTo>
                      <a:cubicBezTo>
                        <a:pt x="42887" y="351533"/>
                        <a:pt x="45173" y="205801"/>
                        <a:pt x="44411" y="205134"/>
                      </a:cubicBezTo>
                      <a:cubicBezTo>
                        <a:pt x="31457" y="194275"/>
                        <a:pt x="-15311" y="193228"/>
                        <a:pt x="5073" y="91977"/>
                      </a:cubicBezTo>
                      <a:cubicBezTo>
                        <a:pt x="23932" y="-1749"/>
                        <a:pt x="91560" y="-1178"/>
                        <a:pt x="108895" y="346"/>
                      </a:cubicBezTo>
                      <a:cubicBezTo>
                        <a:pt x="123659" y="1680"/>
                        <a:pt x="173856" y="346"/>
                        <a:pt x="180619" y="116551"/>
                      </a:cubicBez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2" name="Google Shape;1102;p37"/>
                <p:cNvSpPr/>
                <p:nvPr/>
              </p:nvSpPr>
              <p:spPr>
                <a:xfrm>
                  <a:off x="2127316" y="1917239"/>
                  <a:ext cx="133661" cy="999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661" h="99928" extrusionOk="0">
                      <a:moveTo>
                        <a:pt x="0" y="5434"/>
                      </a:moveTo>
                      <a:cubicBezTo>
                        <a:pt x="0" y="5434"/>
                        <a:pt x="20479" y="120496"/>
                        <a:pt x="128778" y="96684"/>
                      </a:cubicBezTo>
                      <a:cubicBezTo>
                        <a:pt x="128683" y="96684"/>
                        <a:pt x="172402" y="-27046"/>
                        <a:pt x="0" y="543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3" name="Google Shape;1103;p37"/>
                <p:cNvSpPr/>
                <p:nvPr/>
              </p:nvSpPr>
              <p:spPr>
                <a:xfrm>
                  <a:off x="2244664" y="2065805"/>
                  <a:ext cx="33813" cy="245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813" h="24508" extrusionOk="0">
                      <a:moveTo>
                        <a:pt x="33814" y="10411"/>
                      </a:moveTo>
                      <a:cubicBezTo>
                        <a:pt x="33814" y="10411"/>
                        <a:pt x="15621" y="-20640"/>
                        <a:pt x="0" y="24508"/>
                      </a:cubicBezTo>
                    </a:path>
                  </a:pathLst>
                </a:custGeom>
                <a:solidFill>
                  <a:srgbClr val="8F5D4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4" name="Google Shape;1104;p37"/>
                <p:cNvSpPr/>
                <p:nvPr/>
              </p:nvSpPr>
              <p:spPr>
                <a:xfrm>
                  <a:off x="2134841" y="1998536"/>
                  <a:ext cx="20596" cy="15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96" h="15882" extrusionOk="0">
                      <a:moveTo>
                        <a:pt x="19145" y="15197"/>
                      </a:moveTo>
                      <a:cubicBezTo>
                        <a:pt x="22574" y="19197"/>
                        <a:pt x="19526" y="4529"/>
                        <a:pt x="14192" y="1576"/>
                      </a:cubicBezTo>
                      <a:cubicBezTo>
                        <a:pt x="8953" y="-1377"/>
                        <a:pt x="2572" y="-43"/>
                        <a:pt x="0" y="4433"/>
                      </a:cubicBezTo>
                      <a:cubicBezTo>
                        <a:pt x="0" y="4433"/>
                        <a:pt x="10954" y="5576"/>
                        <a:pt x="19145" y="1519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5" name="Google Shape;1105;p37"/>
                <p:cNvSpPr/>
                <p:nvPr/>
              </p:nvSpPr>
              <p:spPr>
                <a:xfrm>
                  <a:off x="2084558" y="1984965"/>
                  <a:ext cx="23231" cy="9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31" h="9817" extrusionOk="0">
                      <a:moveTo>
                        <a:pt x="1324" y="9622"/>
                      </a:moveTo>
                      <a:cubicBezTo>
                        <a:pt x="-3533" y="11432"/>
                        <a:pt x="6087" y="97"/>
                        <a:pt x="12183" y="2"/>
                      </a:cubicBezTo>
                      <a:cubicBezTo>
                        <a:pt x="18279" y="-94"/>
                        <a:pt x="23232" y="4097"/>
                        <a:pt x="23232" y="9336"/>
                      </a:cubicBezTo>
                      <a:cubicBezTo>
                        <a:pt x="23232" y="9336"/>
                        <a:pt x="13040" y="5145"/>
                        <a:pt x="1324" y="962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6" name="Google Shape;1106;p37"/>
                <p:cNvSpPr/>
                <p:nvPr/>
              </p:nvSpPr>
              <p:spPr>
                <a:xfrm>
                  <a:off x="2131242" y="2024181"/>
                  <a:ext cx="11991" cy="21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99" h="15804" extrusionOk="0">
                      <a:moveTo>
                        <a:pt x="8310" y="9045"/>
                      </a:moveTo>
                      <a:cubicBezTo>
                        <a:pt x="6976" y="13331"/>
                        <a:pt x="4214" y="16379"/>
                        <a:pt x="2118" y="15713"/>
                      </a:cubicBezTo>
                      <a:cubicBezTo>
                        <a:pt x="23" y="15046"/>
                        <a:pt x="-644" y="11045"/>
                        <a:pt x="690" y="6759"/>
                      </a:cubicBezTo>
                      <a:cubicBezTo>
                        <a:pt x="2023" y="2473"/>
                        <a:pt x="4785" y="-575"/>
                        <a:pt x="6881" y="92"/>
                      </a:cubicBezTo>
                      <a:cubicBezTo>
                        <a:pt x="8976" y="663"/>
                        <a:pt x="9643" y="4759"/>
                        <a:pt x="8310" y="904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7" name="Google Shape;1107;p37"/>
                <p:cNvSpPr/>
                <p:nvPr/>
              </p:nvSpPr>
              <p:spPr>
                <a:xfrm>
                  <a:off x="2086775" y="2007961"/>
                  <a:ext cx="11438" cy="201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84" h="15099" extrusionOk="0">
                      <a:moveTo>
                        <a:pt x="7891" y="8645"/>
                      </a:moveTo>
                      <a:cubicBezTo>
                        <a:pt x="6652" y="12741"/>
                        <a:pt x="3985" y="15598"/>
                        <a:pt x="1985" y="15027"/>
                      </a:cubicBezTo>
                      <a:cubicBezTo>
                        <a:pt x="-15" y="14455"/>
                        <a:pt x="-587" y="10550"/>
                        <a:pt x="652" y="6455"/>
                      </a:cubicBezTo>
                      <a:cubicBezTo>
                        <a:pt x="1890" y="2359"/>
                        <a:pt x="4557" y="-499"/>
                        <a:pt x="6557" y="73"/>
                      </a:cubicBezTo>
                      <a:cubicBezTo>
                        <a:pt x="8557" y="644"/>
                        <a:pt x="9224" y="4549"/>
                        <a:pt x="7891" y="864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8" name="Google Shape;1108;p37"/>
                <p:cNvSpPr/>
                <p:nvPr/>
              </p:nvSpPr>
              <p:spPr>
                <a:xfrm>
                  <a:off x="2110672" y="2132223"/>
                  <a:ext cx="69674" cy="302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674" h="30272" extrusionOk="0">
                      <a:moveTo>
                        <a:pt x="70" y="0"/>
                      </a:moveTo>
                      <a:cubicBezTo>
                        <a:pt x="70" y="0"/>
                        <a:pt x="44362" y="4477"/>
                        <a:pt x="66269" y="1143"/>
                      </a:cubicBezTo>
                      <a:cubicBezTo>
                        <a:pt x="88177" y="-2286"/>
                        <a:pt x="-2882" y="69152"/>
                        <a:pt x="70" y="0"/>
                      </a:cubicBezTo>
                      <a:close/>
                    </a:path>
                  </a:pathLst>
                </a:custGeom>
                <a:solidFill>
                  <a:srgbClr val="8F5D4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9" name="Google Shape;1109;p37"/>
                <p:cNvSpPr/>
                <p:nvPr/>
              </p:nvSpPr>
              <p:spPr>
                <a:xfrm>
                  <a:off x="2023112" y="4149142"/>
                  <a:ext cx="120110" cy="168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110" h="168520" extrusionOk="0">
                      <a:moveTo>
                        <a:pt x="120110" y="2953"/>
                      </a:moveTo>
                      <a:lnTo>
                        <a:pt x="104204" y="115919"/>
                      </a:lnTo>
                      <a:cubicBezTo>
                        <a:pt x="104204" y="115919"/>
                        <a:pt x="78677" y="190881"/>
                        <a:pt x="54959" y="161830"/>
                      </a:cubicBezTo>
                      <a:cubicBezTo>
                        <a:pt x="31242" y="132779"/>
                        <a:pt x="7810" y="117443"/>
                        <a:pt x="7810" y="117443"/>
                      </a:cubicBezTo>
                      <a:lnTo>
                        <a:pt x="0" y="0"/>
                      </a:lnTo>
                      <a:lnTo>
                        <a:pt x="120110" y="2953"/>
                      </a:ln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0" name="Google Shape;1110;p37"/>
                <p:cNvSpPr/>
                <p:nvPr/>
              </p:nvSpPr>
              <p:spPr>
                <a:xfrm>
                  <a:off x="2520889" y="4143237"/>
                  <a:ext cx="101155" cy="1356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155" h="135646" extrusionOk="0">
                      <a:moveTo>
                        <a:pt x="0" y="95"/>
                      </a:moveTo>
                      <a:lnTo>
                        <a:pt x="35147" y="112776"/>
                      </a:lnTo>
                      <a:cubicBezTo>
                        <a:pt x="35147" y="112776"/>
                        <a:pt x="61912" y="136207"/>
                        <a:pt x="71533" y="135636"/>
                      </a:cubicBezTo>
                      <a:cubicBezTo>
                        <a:pt x="89154" y="134493"/>
                        <a:pt x="98298" y="104204"/>
                        <a:pt x="98298" y="104204"/>
                      </a:cubicBezTo>
                      <a:lnTo>
                        <a:pt x="10115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1" name="Google Shape;1111;p37"/>
                <p:cNvSpPr/>
                <p:nvPr/>
              </p:nvSpPr>
              <p:spPr>
                <a:xfrm>
                  <a:off x="1926160" y="4247215"/>
                  <a:ext cx="213243" cy="1063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243" h="106333" extrusionOk="0">
                      <a:moveTo>
                        <a:pt x="96952" y="18799"/>
                      </a:moveTo>
                      <a:lnTo>
                        <a:pt x="2274" y="95475"/>
                      </a:lnTo>
                      <a:cubicBezTo>
                        <a:pt x="-2584" y="99095"/>
                        <a:pt x="845" y="105095"/>
                        <a:pt x="7799" y="105191"/>
                      </a:cubicBezTo>
                      <a:lnTo>
                        <a:pt x="147530" y="106333"/>
                      </a:lnTo>
                      <a:cubicBezTo>
                        <a:pt x="150864" y="106333"/>
                        <a:pt x="153912" y="104810"/>
                        <a:pt x="155055" y="102524"/>
                      </a:cubicBezTo>
                      <a:lnTo>
                        <a:pt x="165628" y="80902"/>
                      </a:lnTo>
                      <a:cubicBezTo>
                        <a:pt x="168676" y="74615"/>
                        <a:pt x="174772" y="74139"/>
                        <a:pt x="174200" y="80807"/>
                      </a:cubicBezTo>
                      <a:lnTo>
                        <a:pt x="179344" y="101666"/>
                      </a:lnTo>
                      <a:cubicBezTo>
                        <a:pt x="179058" y="105000"/>
                        <a:pt x="212491" y="104048"/>
                        <a:pt x="212777" y="101095"/>
                      </a:cubicBezTo>
                      <a:cubicBezTo>
                        <a:pt x="214586" y="82521"/>
                        <a:pt x="210776" y="21942"/>
                        <a:pt x="207442" y="4988"/>
                      </a:cubicBezTo>
                      <a:cubicBezTo>
                        <a:pt x="206966" y="2606"/>
                        <a:pt x="204490" y="606"/>
                        <a:pt x="201156" y="130"/>
                      </a:cubicBezTo>
                      <a:lnTo>
                        <a:pt x="201156" y="130"/>
                      </a:lnTo>
                      <a:cubicBezTo>
                        <a:pt x="198203" y="-346"/>
                        <a:pt x="195155" y="511"/>
                        <a:pt x="193346" y="2321"/>
                      </a:cubicBezTo>
                      <a:cubicBezTo>
                        <a:pt x="183916" y="11465"/>
                        <a:pt x="153721" y="38897"/>
                        <a:pt x="137719" y="33372"/>
                      </a:cubicBezTo>
                      <a:cubicBezTo>
                        <a:pt x="126956" y="29657"/>
                        <a:pt x="112954" y="22990"/>
                        <a:pt x="108668" y="19180"/>
                      </a:cubicBezTo>
                      <a:cubicBezTo>
                        <a:pt x="105620" y="16513"/>
                        <a:pt x="100191" y="16418"/>
                        <a:pt x="96952" y="1879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2" name="Google Shape;1112;p37"/>
                <p:cNvSpPr/>
                <p:nvPr/>
              </p:nvSpPr>
              <p:spPr>
                <a:xfrm>
                  <a:off x="2539790" y="4242903"/>
                  <a:ext cx="137273" cy="14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273" h="146375" extrusionOk="0">
                      <a:moveTo>
                        <a:pt x="80730" y="727"/>
                      </a:moveTo>
                      <a:lnTo>
                        <a:pt x="134451" y="90738"/>
                      </a:lnTo>
                      <a:cubicBezTo>
                        <a:pt x="140166" y="99501"/>
                        <a:pt x="137023" y="109979"/>
                        <a:pt x="126641" y="116074"/>
                      </a:cubicBezTo>
                      <a:cubicBezTo>
                        <a:pt x="109877" y="126076"/>
                        <a:pt x="96065" y="145983"/>
                        <a:pt x="85493" y="146364"/>
                      </a:cubicBezTo>
                      <a:cubicBezTo>
                        <a:pt x="66348" y="146936"/>
                        <a:pt x="36725" y="126742"/>
                        <a:pt x="19389" y="119218"/>
                      </a:cubicBezTo>
                      <a:cubicBezTo>
                        <a:pt x="7769" y="114170"/>
                        <a:pt x="-1280" y="106740"/>
                        <a:pt x="149" y="97024"/>
                      </a:cubicBezTo>
                      <a:lnTo>
                        <a:pt x="13484" y="6728"/>
                      </a:lnTo>
                      <a:cubicBezTo>
                        <a:pt x="13674" y="5584"/>
                        <a:pt x="15579" y="5204"/>
                        <a:pt x="16627" y="6061"/>
                      </a:cubicBezTo>
                      <a:lnTo>
                        <a:pt x="37201" y="24730"/>
                      </a:lnTo>
                      <a:cubicBezTo>
                        <a:pt x="43964" y="30826"/>
                        <a:pt x="62252" y="30064"/>
                        <a:pt x="66824" y="22730"/>
                      </a:cubicBezTo>
                      <a:cubicBezTo>
                        <a:pt x="70062" y="17491"/>
                        <a:pt x="77682" y="631"/>
                        <a:pt x="77682" y="631"/>
                      </a:cubicBezTo>
                      <a:cubicBezTo>
                        <a:pt x="78349" y="-226"/>
                        <a:pt x="80159" y="-226"/>
                        <a:pt x="80730" y="72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3" name="Google Shape;1113;p37"/>
                <p:cNvSpPr/>
                <p:nvPr/>
              </p:nvSpPr>
              <p:spPr>
                <a:xfrm>
                  <a:off x="1955027" y="2647812"/>
                  <a:ext cx="690544" cy="15299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0544" h="1529945" extrusionOk="0">
                      <a:moveTo>
                        <a:pt x="380506" y="10668"/>
                      </a:moveTo>
                      <a:cubicBezTo>
                        <a:pt x="423845" y="87344"/>
                        <a:pt x="446800" y="143542"/>
                        <a:pt x="471755" y="241078"/>
                      </a:cubicBezTo>
                      <a:cubicBezTo>
                        <a:pt x="500711" y="354139"/>
                        <a:pt x="676924" y="1310830"/>
                        <a:pt x="690545" y="1516475"/>
                      </a:cubicBezTo>
                      <a:cubicBezTo>
                        <a:pt x="654921" y="1525048"/>
                        <a:pt x="554909" y="1523810"/>
                        <a:pt x="532334" y="1522571"/>
                      </a:cubicBezTo>
                      <a:cubicBezTo>
                        <a:pt x="460706" y="1317307"/>
                        <a:pt x="303163" y="639128"/>
                        <a:pt x="272492" y="509778"/>
                      </a:cubicBezTo>
                      <a:cubicBezTo>
                        <a:pt x="267730" y="489871"/>
                        <a:pt x="237059" y="494252"/>
                        <a:pt x="239441" y="514540"/>
                      </a:cubicBezTo>
                      <a:cubicBezTo>
                        <a:pt x="256871" y="662273"/>
                        <a:pt x="168670" y="1295781"/>
                        <a:pt x="215438" y="1522952"/>
                      </a:cubicBezTo>
                      <a:cubicBezTo>
                        <a:pt x="196769" y="1532477"/>
                        <a:pt x="83802" y="1530382"/>
                        <a:pt x="62180" y="1527620"/>
                      </a:cubicBezTo>
                      <a:cubicBezTo>
                        <a:pt x="38749" y="1274254"/>
                        <a:pt x="-85933" y="315278"/>
                        <a:pt x="102185" y="4381"/>
                      </a:cubicBezTo>
                      <a:cubicBezTo>
                        <a:pt x="188291" y="-7430"/>
                        <a:pt x="293257" y="8096"/>
                        <a:pt x="380506" y="1066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4" name="Google Shape;1114;p37"/>
                <p:cNvSpPr/>
                <p:nvPr/>
              </p:nvSpPr>
              <p:spPr>
                <a:xfrm>
                  <a:off x="2011415" y="2221758"/>
                  <a:ext cx="427558" cy="4576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558" h="457609" extrusionOk="0">
                      <a:moveTo>
                        <a:pt x="83135" y="23717"/>
                      </a:moveTo>
                      <a:cubicBezTo>
                        <a:pt x="85611" y="29813"/>
                        <a:pt x="-2971" y="218599"/>
                        <a:pt x="77" y="278130"/>
                      </a:cubicBezTo>
                      <a:cubicBezTo>
                        <a:pt x="3125" y="338137"/>
                        <a:pt x="44082" y="439102"/>
                        <a:pt x="40844" y="448056"/>
                      </a:cubicBezTo>
                      <a:cubicBezTo>
                        <a:pt x="40844" y="448056"/>
                        <a:pt x="170765" y="476250"/>
                        <a:pt x="427559" y="435769"/>
                      </a:cubicBezTo>
                      <a:cubicBezTo>
                        <a:pt x="411176" y="289465"/>
                        <a:pt x="353740" y="140494"/>
                        <a:pt x="327261" y="66199"/>
                      </a:cubicBezTo>
                      <a:cubicBezTo>
                        <a:pt x="327261" y="66199"/>
                        <a:pt x="245250" y="1619"/>
                        <a:pt x="223533" y="0"/>
                      </a:cubicBezTo>
                      <a:cubicBezTo>
                        <a:pt x="223438" y="0"/>
                        <a:pt x="184386" y="53816"/>
                        <a:pt x="83135" y="237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5" name="Google Shape;1115;p37"/>
                <p:cNvSpPr/>
                <p:nvPr/>
              </p:nvSpPr>
              <p:spPr>
                <a:xfrm>
                  <a:off x="1664696" y="2342048"/>
                  <a:ext cx="371180" cy="270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180" h="270520" extrusionOk="0">
                      <a:moveTo>
                        <a:pt x="371180" y="270521"/>
                      </a:moveTo>
                      <a:lnTo>
                        <a:pt x="310030" y="68877"/>
                      </a:lnTo>
                      <a:cubicBezTo>
                        <a:pt x="304981" y="52208"/>
                        <a:pt x="291265" y="39730"/>
                        <a:pt x="274216" y="36111"/>
                      </a:cubicBezTo>
                      <a:lnTo>
                        <a:pt x="26470" y="487"/>
                      </a:lnTo>
                      <a:cubicBezTo>
                        <a:pt x="10183" y="-2942"/>
                        <a:pt x="-3819" y="12298"/>
                        <a:pt x="943" y="28300"/>
                      </a:cubicBezTo>
                      <a:lnTo>
                        <a:pt x="52664" y="201750"/>
                      </a:lnTo>
                      <a:cubicBezTo>
                        <a:pt x="54950" y="209371"/>
                        <a:pt x="61046" y="215086"/>
                        <a:pt x="68761" y="216895"/>
                      </a:cubicBezTo>
                      <a:lnTo>
                        <a:pt x="371180" y="27052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6" name="Google Shape;1116;p37"/>
                <p:cNvSpPr/>
                <p:nvPr/>
              </p:nvSpPr>
              <p:spPr>
                <a:xfrm>
                  <a:off x="1880521" y="2448333"/>
                  <a:ext cx="236793" cy="2247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793" h="224719" extrusionOk="0">
                      <a:moveTo>
                        <a:pt x="204980" y="224720"/>
                      </a:moveTo>
                      <a:cubicBezTo>
                        <a:pt x="99158" y="152235"/>
                        <a:pt x="39626" y="95371"/>
                        <a:pt x="28292" y="85369"/>
                      </a:cubicBezTo>
                      <a:cubicBezTo>
                        <a:pt x="21815" y="79654"/>
                        <a:pt x="4098" y="60319"/>
                        <a:pt x="5527" y="57080"/>
                      </a:cubicBezTo>
                      <a:cubicBezTo>
                        <a:pt x="8861" y="49650"/>
                        <a:pt x="44865" y="87750"/>
                        <a:pt x="44008" y="85179"/>
                      </a:cubicBezTo>
                      <a:cubicBezTo>
                        <a:pt x="43055" y="82702"/>
                        <a:pt x="-2379" y="43269"/>
                        <a:pt x="98" y="37268"/>
                      </a:cubicBezTo>
                      <a:cubicBezTo>
                        <a:pt x="3908" y="28124"/>
                        <a:pt x="53819" y="72891"/>
                        <a:pt x="54676" y="73654"/>
                      </a:cubicBezTo>
                      <a:cubicBezTo>
                        <a:pt x="67916" y="84512"/>
                        <a:pt x="5241" y="32696"/>
                        <a:pt x="6289" y="25743"/>
                      </a:cubicBezTo>
                      <a:cubicBezTo>
                        <a:pt x="7337" y="18885"/>
                        <a:pt x="37626" y="40506"/>
                        <a:pt x="38674" y="41269"/>
                      </a:cubicBezTo>
                      <a:cubicBezTo>
                        <a:pt x="38674" y="41269"/>
                        <a:pt x="63439" y="61366"/>
                        <a:pt x="65344" y="59842"/>
                      </a:cubicBezTo>
                      <a:cubicBezTo>
                        <a:pt x="67154" y="58318"/>
                        <a:pt x="24672" y="1168"/>
                        <a:pt x="32102" y="25"/>
                      </a:cubicBezTo>
                      <a:cubicBezTo>
                        <a:pt x="39531" y="-1118"/>
                        <a:pt x="74393" y="36982"/>
                        <a:pt x="82965" y="45079"/>
                      </a:cubicBezTo>
                      <a:cubicBezTo>
                        <a:pt x="91538" y="53175"/>
                        <a:pt x="106587" y="61080"/>
                        <a:pt x="111445" y="60319"/>
                      </a:cubicBezTo>
                      <a:cubicBezTo>
                        <a:pt x="115541" y="59652"/>
                        <a:pt x="118970" y="41745"/>
                        <a:pt x="114874" y="32601"/>
                      </a:cubicBezTo>
                      <a:cubicBezTo>
                        <a:pt x="114874" y="32601"/>
                        <a:pt x="135829" y="54604"/>
                        <a:pt x="142211" y="73082"/>
                      </a:cubicBezTo>
                      <a:cubicBezTo>
                        <a:pt x="145544" y="82797"/>
                        <a:pt x="147640" y="95180"/>
                        <a:pt x="147640" y="95180"/>
                      </a:cubicBezTo>
                      <a:lnTo>
                        <a:pt x="236794" y="154045"/>
                      </a:lnTo>
                      <a:lnTo>
                        <a:pt x="204980" y="224720"/>
                      </a:lnTo>
                      <a:close/>
                    </a:path>
                  </a:pathLst>
                </a:custGeom>
                <a:solidFill>
                  <a:srgbClr val="D4603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7" name="Google Shape;1117;p37"/>
                <p:cNvSpPr/>
                <p:nvPr/>
              </p:nvSpPr>
              <p:spPr>
                <a:xfrm>
                  <a:off x="1985775" y="2277890"/>
                  <a:ext cx="410182" cy="4982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182" h="498297" extrusionOk="0">
                      <a:moveTo>
                        <a:pt x="283369" y="73313"/>
                      </a:moveTo>
                      <a:cubicBezTo>
                        <a:pt x="283369" y="73313"/>
                        <a:pt x="306419" y="-21556"/>
                        <a:pt x="348996" y="4543"/>
                      </a:cubicBezTo>
                      <a:cubicBezTo>
                        <a:pt x="421100" y="48644"/>
                        <a:pt x="449866" y="263051"/>
                        <a:pt x="319564" y="482984"/>
                      </a:cubicBezTo>
                      <a:cubicBezTo>
                        <a:pt x="277273" y="554326"/>
                        <a:pt x="0" y="353253"/>
                        <a:pt x="0" y="353253"/>
                      </a:cubicBezTo>
                      <a:lnTo>
                        <a:pt x="65627" y="250288"/>
                      </a:lnTo>
                      <a:lnTo>
                        <a:pt x="215360" y="343252"/>
                      </a:lnTo>
                      <a:lnTo>
                        <a:pt x="283369" y="7331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8" name="Google Shape;1118;p37"/>
                <p:cNvSpPr/>
                <p:nvPr/>
              </p:nvSpPr>
              <p:spPr>
                <a:xfrm>
                  <a:off x="2205135" y="2091170"/>
                  <a:ext cx="99441" cy="994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441" h="99441" extrusionOk="0">
                      <a:moveTo>
                        <a:pt x="49721" y="99441"/>
                      </a:moveTo>
                      <a:cubicBezTo>
                        <a:pt x="22289" y="99441"/>
                        <a:pt x="0" y="77153"/>
                        <a:pt x="0" y="49721"/>
                      </a:cubicBezTo>
                      <a:cubicBezTo>
                        <a:pt x="0" y="22288"/>
                        <a:pt x="22289" y="0"/>
                        <a:pt x="49721" y="0"/>
                      </a:cubicBezTo>
                      <a:cubicBezTo>
                        <a:pt x="77152" y="0"/>
                        <a:pt x="99441" y="22288"/>
                        <a:pt x="99441" y="49721"/>
                      </a:cubicBezTo>
                      <a:cubicBezTo>
                        <a:pt x="99441" y="77153"/>
                        <a:pt x="77152" y="99441"/>
                        <a:pt x="49721" y="99441"/>
                      </a:cubicBezTo>
                      <a:close/>
                      <a:moveTo>
                        <a:pt x="49721" y="4477"/>
                      </a:moveTo>
                      <a:cubicBezTo>
                        <a:pt x="24765" y="4477"/>
                        <a:pt x="4381" y="24765"/>
                        <a:pt x="4381" y="49816"/>
                      </a:cubicBezTo>
                      <a:cubicBezTo>
                        <a:pt x="4381" y="74867"/>
                        <a:pt x="24670" y="95155"/>
                        <a:pt x="49721" y="95155"/>
                      </a:cubicBezTo>
                      <a:cubicBezTo>
                        <a:pt x="74771" y="95155"/>
                        <a:pt x="95060" y="74867"/>
                        <a:pt x="95060" y="49816"/>
                      </a:cubicBezTo>
                      <a:cubicBezTo>
                        <a:pt x="95060" y="24765"/>
                        <a:pt x="74676" y="4477"/>
                        <a:pt x="49721" y="447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119" name="Google Shape;1119;p37"/>
              <p:cNvSpPr/>
              <p:nvPr/>
            </p:nvSpPr>
            <p:spPr>
              <a:xfrm rot="-9414398">
                <a:off x="2144222" y="2053107"/>
                <a:ext cx="41373" cy="23141"/>
              </a:xfrm>
              <a:custGeom>
                <a:avLst/>
                <a:gdLst/>
                <a:ahLst/>
                <a:cxnLst/>
                <a:rect l="l" t="t" r="r" b="b"/>
                <a:pathLst>
                  <a:path w="45" h="25" extrusionOk="0">
                    <a:moveTo>
                      <a:pt x="27" y="0"/>
                    </a:moveTo>
                    <a:cubicBezTo>
                      <a:pt x="24" y="0"/>
                      <a:pt x="21" y="1"/>
                      <a:pt x="18" y="2"/>
                    </a:cubicBezTo>
                    <a:cubicBezTo>
                      <a:pt x="6" y="7"/>
                      <a:pt x="0" y="21"/>
                      <a:pt x="0" y="21"/>
                    </a:cubicBezTo>
                    <a:cubicBezTo>
                      <a:pt x="0" y="21"/>
                      <a:pt x="8" y="25"/>
                      <a:pt x="17" y="25"/>
                    </a:cubicBezTo>
                    <a:cubicBezTo>
                      <a:pt x="20" y="25"/>
                      <a:pt x="23" y="25"/>
                      <a:pt x="26" y="24"/>
                    </a:cubicBezTo>
                    <a:cubicBezTo>
                      <a:pt x="39" y="19"/>
                      <a:pt x="45" y="4"/>
                      <a:pt x="45" y="4"/>
                    </a:cubicBezTo>
                    <a:cubicBezTo>
                      <a:pt x="45" y="4"/>
                      <a:pt x="37" y="0"/>
                      <a:pt x="27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20" name="Google Shape;1120;p37"/>
            <p:cNvGrpSpPr/>
            <p:nvPr/>
          </p:nvGrpSpPr>
          <p:grpSpPr>
            <a:xfrm>
              <a:off x="3240259" y="1052240"/>
              <a:ext cx="1031754" cy="966798"/>
              <a:chOff x="1932280" y="1331475"/>
              <a:chExt cx="637200" cy="597084"/>
            </a:xfrm>
          </p:grpSpPr>
          <p:sp>
            <p:nvSpPr>
              <p:cNvPr id="1121" name="Google Shape;1121;p37"/>
              <p:cNvSpPr/>
              <p:nvPr/>
            </p:nvSpPr>
            <p:spPr>
              <a:xfrm>
                <a:off x="1932280" y="1393658"/>
                <a:ext cx="637200" cy="534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2" name="Google Shape;1122;p37"/>
              <p:cNvSpPr/>
              <p:nvPr/>
            </p:nvSpPr>
            <p:spPr>
              <a:xfrm>
                <a:off x="2033687" y="1869127"/>
                <a:ext cx="993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3" name="Google Shape;1123;p37"/>
              <p:cNvSpPr/>
              <p:nvPr/>
            </p:nvSpPr>
            <p:spPr>
              <a:xfrm>
                <a:off x="1977243" y="1857647"/>
                <a:ext cx="38400" cy="39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4" name="Google Shape;1124;p37"/>
              <p:cNvSpPr/>
              <p:nvPr/>
            </p:nvSpPr>
            <p:spPr>
              <a:xfrm>
                <a:off x="2432621" y="1869127"/>
                <a:ext cx="1005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5" name="Google Shape;1125;p37"/>
              <p:cNvSpPr/>
              <p:nvPr/>
            </p:nvSpPr>
            <p:spPr>
              <a:xfrm>
                <a:off x="2377133" y="1857647"/>
                <a:ext cx="39300" cy="39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6" name="Google Shape;1126;p37"/>
              <p:cNvSpPr/>
              <p:nvPr/>
            </p:nvSpPr>
            <p:spPr>
              <a:xfrm>
                <a:off x="1932280" y="1331475"/>
                <a:ext cx="637146" cy="62184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7" name="Google Shape;1127;p37"/>
              <p:cNvSpPr/>
              <p:nvPr/>
            </p:nvSpPr>
            <p:spPr>
              <a:xfrm>
                <a:off x="1959067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8" name="Google Shape;1128;p37"/>
              <p:cNvSpPr/>
              <p:nvPr/>
            </p:nvSpPr>
            <p:spPr>
              <a:xfrm>
                <a:off x="2003074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9" name="Google Shape;1129;p37"/>
              <p:cNvSpPr/>
              <p:nvPr/>
            </p:nvSpPr>
            <p:spPr>
              <a:xfrm>
                <a:off x="2047081" y="1348695"/>
                <a:ext cx="297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0" name="Google Shape;1130;p37"/>
              <p:cNvSpPr/>
              <p:nvPr/>
            </p:nvSpPr>
            <p:spPr>
              <a:xfrm>
                <a:off x="2045167" y="1431925"/>
                <a:ext cx="411300" cy="411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1" name="Google Shape;1131;p37"/>
              <p:cNvSpPr/>
              <p:nvPr/>
            </p:nvSpPr>
            <p:spPr>
              <a:xfrm>
                <a:off x="2115004" y="1502719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2" name="Google Shape;1132;p37"/>
              <p:cNvSpPr/>
              <p:nvPr/>
            </p:nvSpPr>
            <p:spPr>
              <a:xfrm>
                <a:off x="2093958" y="1495066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33" name="Google Shape;1133;p37"/>
            <p:cNvGrpSpPr/>
            <p:nvPr/>
          </p:nvGrpSpPr>
          <p:grpSpPr>
            <a:xfrm>
              <a:off x="2506206" y="2214150"/>
              <a:ext cx="1122628" cy="1495382"/>
              <a:chOff x="8029471" y="1308462"/>
              <a:chExt cx="617100" cy="822000"/>
            </a:xfrm>
          </p:grpSpPr>
          <p:sp>
            <p:nvSpPr>
              <p:cNvPr id="1134" name="Google Shape;1134;p37"/>
              <p:cNvSpPr/>
              <p:nvPr/>
            </p:nvSpPr>
            <p:spPr>
              <a:xfrm>
                <a:off x="8029471" y="1308462"/>
                <a:ext cx="617100" cy="8220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5" name="Google Shape;1135;p37"/>
              <p:cNvSpPr/>
              <p:nvPr/>
            </p:nvSpPr>
            <p:spPr>
              <a:xfrm>
                <a:off x="8079218" y="1651909"/>
                <a:ext cx="5349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6" name="Google Shape;1136;p37"/>
              <p:cNvSpPr/>
              <p:nvPr/>
            </p:nvSpPr>
            <p:spPr>
              <a:xfrm>
                <a:off x="8079218" y="1695916"/>
                <a:ext cx="5349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7" name="Google Shape;1137;p37"/>
              <p:cNvSpPr/>
              <p:nvPr/>
            </p:nvSpPr>
            <p:spPr>
              <a:xfrm>
                <a:off x="8079218" y="1738966"/>
                <a:ext cx="5349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8" name="Google Shape;1138;p37"/>
              <p:cNvSpPr/>
              <p:nvPr/>
            </p:nvSpPr>
            <p:spPr>
              <a:xfrm>
                <a:off x="8079218" y="1782973"/>
                <a:ext cx="3090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9" name="Google Shape;1139;p37"/>
              <p:cNvSpPr/>
              <p:nvPr/>
            </p:nvSpPr>
            <p:spPr>
              <a:xfrm>
                <a:off x="8079218" y="1826981"/>
                <a:ext cx="3090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0" name="Google Shape;1140;p37"/>
              <p:cNvSpPr/>
              <p:nvPr/>
            </p:nvSpPr>
            <p:spPr>
              <a:xfrm>
                <a:off x="8077305" y="1389780"/>
                <a:ext cx="204600" cy="204600"/>
              </a:xfrm>
              <a:prstGeom prst="ellipse">
                <a:avLst/>
              </a:prstGeom>
              <a:solidFill>
                <a:srgbClr val="FF494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1" name="Google Shape;1141;p37"/>
              <p:cNvSpPr/>
              <p:nvPr/>
            </p:nvSpPr>
            <p:spPr>
              <a:xfrm>
                <a:off x="8066781" y="1380213"/>
                <a:ext cx="224819" cy="223862"/>
              </a:xfrm>
              <a:custGeom>
                <a:avLst/>
                <a:gdLst/>
                <a:ahLst/>
                <a:cxnLst/>
                <a:rect l="l" t="t" r="r" b="b"/>
                <a:pathLst>
                  <a:path w="257" h="257" extrusionOk="0">
                    <a:moveTo>
                      <a:pt x="129" y="257"/>
                    </a:moveTo>
                    <a:cubicBezTo>
                      <a:pt x="58" y="257"/>
                      <a:pt x="0" y="199"/>
                      <a:pt x="0" y="128"/>
                    </a:cubicBezTo>
                    <a:cubicBezTo>
                      <a:pt x="0" y="58"/>
                      <a:pt x="58" y="0"/>
                      <a:pt x="129" y="0"/>
                    </a:cubicBezTo>
                    <a:cubicBezTo>
                      <a:pt x="200" y="0"/>
                      <a:pt x="257" y="58"/>
                      <a:pt x="257" y="128"/>
                    </a:cubicBezTo>
                    <a:cubicBezTo>
                      <a:pt x="257" y="135"/>
                      <a:pt x="252" y="140"/>
                      <a:pt x="246" y="140"/>
                    </a:cubicBezTo>
                    <a:cubicBezTo>
                      <a:pt x="240" y="140"/>
                      <a:pt x="234" y="135"/>
                      <a:pt x="234" y="128"/>
                    </a:cubicBezTo>
                    <a:cubicBezTo>
                      <a:pt x="234" y="70"/>
                      <a:pt x="187" y="23"/>
                      <a:pt x="129" y="23"/>
                    </a:cubicBezTo>
                    <a:cubicBezTo>
                      <a:pt x="71" y="23"/>
                      <a:pt x="23" y="70"/>
                      <a:pt x="23" y="128"/>
                    </a:cubicBezTo>
                    <a:cubicBezTo>
                      <a:pt x="23" y="187"/>
                      <a:pt x="71" y="234"/>
                      <a:pt x="129" y="234"/>
                    </a:cubicBezTo>
                    <a:cubicBezTo>
                      <a:pt x="135" y="234"/>
                      <a:pt x="140" y="239"/>
                      <a:pt x="140" y="245"/>
                    </a:cubicBezTo>
                    <a:cubicBezTo>
                      <a:pt x="140" y="252"/>
                      <a:pt x="135" y="257"/>
                      <a:pt x="129" y="25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2" name="Google Shape;1142;p37"/>
              <p:cNvSpPr/>
              <p:nvPr/>
            </p:nvSpPr>
            <p:spPr>
              <a:xfrm>
                <a:off x="8114615" y="1428047"/>
                <a:ext cx="130200" cy="1281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3" name="Google Shape;1143;p37"/>
              <p:cNvSpPr/>
              <p:nvPr/>
            </p:nvSpPr>
            <p:spPr>
              <a:xfrm>
                <a:off x="8317430" y="1380213"/>
                <a:ext cx="2964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4" name="Google Shape;1144;p37"/>
              <p:cNvSpPr/>
              <p:nvPr/>
            </p:nvSpPr>
            <p:spPr>
              <a:xfrm>
                <a:off x="8317430" y="1424220"/>
                <a:ext cx="2964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5" name="Google Shape;1145;p37"/>
              <p:cNvSpPr/>
              <p:nvPr/>
            </p:nvSpPr>
            <p:spPr>
              <a:xfrm>
                <a:off x="8317430" y="1468227"/>
                <a:ext cx="2964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6" name="Google Shape;1146;p37"/>
              <p:cNvSpPr/>
              <p:nvPr/>
            </p:nvSpPr>
            <p:spPr>
              <a:xfrm>
                <a:off x="8317430" y="1512234"/>
                <a:ext cx="2133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7" name="Google Shape;1147;p37"/>
              <p:cNvSpPr/>
              <p:nvPr/>
            </p:nvSpPr>
            <p:spPr>
              <a:xfrm>
                <a:off x="8317430" y="1557198"/>
                <a:ext cx="2133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8" name="Google Shape;1148;p37"/>
              <p:cNvSpPr/>
              <p:nvPr/>
            </p:nvSpPr>
            <p:spPr>
              <a:xfrm>
                <a:off x="8190192" y="1887251"/>
                <a:ext cx="1158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9" name="Google Shape;1149;p37"/>
              <p:cNvSpPr/>
              <p:nvPr/>
            </p:nvSpPr>
            <p:spPr>
              <a:xfrm>
                <a:off x="8190192" y="1911168"/>
                <a:ext cx="1158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0" name="Google Shape;1150;p37"/>
              <p:cNvSpPr/>
              <p:nvPr/>
            </p:nvSpPr>
            <p:spPr>
              <a:xfrm>
                <a:off x="8190192" y="1935085"/>
                <a:ext cx="831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1" name="Google Shape;1151;p37"/>
              <p:cNvSpPr/>
              <p:nvPr/>
            </p:nvSpPr>
            <p:spPr>
              <a:xfrm>
                <a:off x="8079218" y="1887251"/>
                <a:ext cx="79500" cy="7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2" name="Google Shape;1152;p37"/>
              <p:cNvSpPr/>
              <p:nvPr/>
            </p:nvSpPr>
            <p:spPr>
              <a:xfrm>
                <a:off x="8499198" y="1887251"/>
                <a:ext cx="1149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3" name="Google Shape;1153;p37"/>
              <p:cNvSpPr/>
              <p:nvPr/>
            </p:nvSpPr>
            <p:spPr>
              <a:xfrm>
                <a:off x="8499198" y="1911168"/>
                <a:ext cx="1149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4" name="Google Shape;1154;p37"/>
              <p:cNvSpPr/>
              <p:nvPr/>
            </p:nvSpPr>
            <p:spPr>
              <a:xfrm>
                <a:off x="8499198" y="1935085"/>
                <a:ext cx="831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5" name="Google Shape;1155;p37"/>
              <p:cNvSpPr/>
              <p:nvPr/>
            </p:nvSpPr>
            <p:spPr>
              <a:xfrm>
                <a:off x="8388224" y="1887251"/>
                <a:ext cx="79500" cy="795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6" name="Google Shape;1156;p37"/>
              <p:cNvSpPr/>
              <p:nvPr/>
            </p:nvSpPr>
            <p:spPr>
              <a:xfrm>
                <a:off x="8190192" y="1999182"/>
                <a:ext cx="1158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7" name="Google Shape;1157;p37"/>
              <p:cNvSpPr/>
              <p:nvPr/>
            </p:nvSpPr>
            <p:spPr>
              <a:xfrm>
                <a:off x="8190192" y="2023099"/>
                <a:ext cx="1158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8" name="Google Shape;1158;p37"/>
              <p:cNvSpPr/>
              <p:nvPr/>
            </p:nvSpPr>
            <p:spPr>
              <a:xfrm>
                <a:off x="8190192" y="2047973"/>
                <a:ext cx="83100" cy="6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9" name="Google Shape;1159;p37"/>
              <p:cNvSpPr/>
              <p:nvPr/>
            </p:nvSpPr>
            <p:spPr>
              <a:xfrm>
                <a:off x="8079218" y="1999182"/>
                <a:ext cx="79500" cy="79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0" name="Google Shape;1160;p37"/>
              <p:cNvSpPr/>
              <p:nvPr/>
            </p:nvSpPr>
            <p:spPr>
              <a:xfrm>
                <a:off x="8499198" y="1999182"/>
                <a:ext cx="1149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1" name="Google Shape;1161;p37"/>
              <p:cNvSpPr/>
              <p:nvPr/>
            </p:nvSpPr>
            <p:spPr>
              <a:xfrm>
                <a:off x="8499198" y="2023099"/>
                <a:ext cx="1149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2" name="Google Shape;1162;p37"/>
              <p:cNvSpPr/>
              <p:nvPr/>
            </p:nvSpPr>
            <p:spPr>
              <a:xfrm>
                <a:off x="8499198" y="2047973"/>
                <a:ext cx="83100" cy="6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3" name="Google Shape;1163;p37"/>
              <p:cNvSpPr/>
              <p:nvPr/>
            </p:nvSpPr>
            <p:spPr>
              <a:xfrm>
                <a:off x="8388224" y="1999182"/>
                <a:ext cx="79500" cy="79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64" name="Google Shape;1164;p37"/>
            <p:cNvGrpSpPr/>
            <p:nvPr/>
          </p:nvGrpSpPr>
          <p:grpSpPr>
            <a:xfrm>
              <a:off x="2506200" y="917307"/>
              <a:ext cx="540534" cy="882935"/>
              <a:chOff x="6346165" y="636875"/>
              <a:chExt cx="308049" cy="503212"/>
            </a:xfrm>
          </p:grpSpPr>
          <p:sp>
            <p:nvSpPr>
              <p:cNvPr id="1165" name="Google Shape;1165;p37"/>
              <p:cNvSpPr/>
              <p:nvPr/>
            </p:nvSpPr>
            <p:spPr>
              <a:xfrm>
                <a:off x="6347122" y="707669"/>
                <a:ext cx="273610" cy="426678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87" extrusionOk="0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6" name="Google Shape;1166;p37"/>
              <p:cNvSpPr/>
              <p:nvPr/>
            </p:nvSpPr>
            <p:spPr>
              <a:xfrm>
                <a:off x="6347122" y="1010936"/>
                <a:ext cx="100451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41" extrusionOk="0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7" name="Google Shape;1167;p37"/>
              <p:cNvSpPr/>
              <p:nvPr/>
            </p:nvSpPr>
            <p:spPr>
              <a:xfrm>
                <a:off x="6346165" y="1122867"/>
                <a:ext cx="15307" cy="17220"/>
              </a:xfrm>
              <a:custGeom>
                <a:avLst/>
                <a:gdLst/>
                <a:ahLst/>
                <a:cxnLst/>
                <a:rect l="l" t="t" r="r" b="b"/>
                <a:pathLst>
                  <a:path w="18" h="20" extrusionOk="0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8" name="Google Shape;1168;p37"/>
              <p:cNvSpPr/>
              <p:nvPr/>
            </p:nvSpPr>
            <p:spPr>
              <a:xfrm>
                <a:off x="6602554" y="636875"/>
                <a:ext cx="51660" cy="56444"/>
              </a:xfrm>
              <a:custGeom>
                <a:avLst/>
                <a:gdLst/>
                <a:ahLst/>
                <a:cxnLst/>
                <a:rect l="l" t="t" r="r" b="b"/>
                <a:pathLst>
                  <a:path w="59" h="64" extrusionOk="0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9" name="Google Shape;1169;p37"/>
              <p:cNvSpPr/>
              <p:nvPr/>
            </p:nvSpPr>
            <p:spPr>
              <a:xfrm>
                <a:off x="6569071" y="710539"/>
                <a:ext cx="81318" cy="192292"/>
              </a:xfrm>
              <a:custGeom>
                <a:avLst/>
                <a:gdLst/>
                <a:ahLst/>
                <a:cxnLst/>
                <a:rect l="l" t="t" r="r" b="b"/>
                <a:pathLst>
                  <a:path w="93" h="220" extrusionOk="0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0" name="Google Shape;1170;p37"/>
              <p:cNvSpPr/>
              <p:nvPr/>
            </p:nvSpPr>
            <p:spPr>
              <a:xfrm>
                <a:off x="6566201" y="677055"/>
                <a:ext cx="74621" cy="62184"/>
              </a:xfrm>
              <a:custGeom>
                <a:avLst/>
                <a:gdLst/>
                <a:ahLst/>
                <a:cxnLst/>
                <a:rect l="l" t="t" r="r" b="b"/>
                <a:pathLst>
                  <a:path w="85" h="71" extrusionOk="0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71" name="Google Shape;1171;p37"/>
            <p:cNvGrpSpPr/>
            <p:nvPr/>
          </p:nvGrpSpPr>
          <p:grpSpPr>
            <a:xfrm>
              <a:off x="2232569" y="835727"/>
              <a:ext cx="415198" cy="415198"/>
              <a:chOff x="1404969" y="1106377"/>
              <a:chExt cx="415198" cy="415198"/>
            </a:xfrm>
          </p:grpSpPr>
          <p:sp>
            <p:nvSpPr>
              <p:cNvPr id="1172" name="Google Shape;1172;p37"/>
              <p:cNvSpPr/>
              <p:nvPr/>
            </p:nvSpPr>
            <p:spPr>
              <a:xfrm>
                <a:off x="1404969" y="1106377"/>
                <a:ext cx="415198" cy="415198"/>
              </a:xfrm>
              <a:custGeom>
                <a:avLst/>
                <a:gdLst/>
                <a:ahLst/>
                <a:cxnLst/>
                <a:rect l="l" t="t" r="r" b="b"/>
                <a:pathLst>
                  <a:path w="474" h="474" extrusionOk="0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3" name="Google Shape;1173;p37"/>
              <p:cNvSpPr/>
              <p:nvPr/>
            </p:nvSpPr>
            <p:spPr>
              <a:xfrm>
                <a:off x="1460456" y="1163778"/>
                <a:ext cx="304223" cy="29944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43" extrusionOk="0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74" name="Google Shape;1174;p37"/>
            <p:cNvSpPr/>
            <p:nvPr/>
          </p:nvSpPr>
          <p:spPr>
            <a:xfrm>
              <a:off x="1551075" y="809699"/>
              <a:ext cx="333550" cy="55017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5" name="Google Shape;1175;p37"/>
            <p:cNvSpPr/>
            <p:nvPr/>
          </p:nvSpPr>
          <p:spPr>
            <a:xfrm>
              <a:off x="1962697" y="1509313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38"/>
          <p:cNvSpPr txBox="1"/>
          <p:nvPr/>
        </p:nvSpPr>
        <p:spPr>
          <a:xfrm>
            <a:off x="866633" y="3370581"/>
            <a:ext cx="7793273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285750" indent="-285750" algn="just" fontAlgn="t">
              <a:buFont typeface="Arial" panose="020B0604020202020204" pitchFamily="34" charset="0"/>
              <a:buChar char="•"/>
            </a:pPr>
            <a:r>
              <a:rPr lang="es-MX" sz="2400" dirty="0">
                <a:latin typeface="Baloo 2 ExtraBold" panose="020B0604020202020204" charset="0"/>
                <a:cs typeface="Baloo 2 ExtraBold" panose="020B0604020202020204" charset="0"/>
              </a:rPr>
              <a:t>Flexibilidad para almacenar información heterogénea.</a:t>
            </a:r>
          </a:p>
          <a:p>
            <a:pPr marL="285750" indent="-285750" algn="just" fontAlgn="t">
              <a:buFont typeface="Arial" panose="020B0604020202020204" pitchFamily="34" charset="0"/>
              <a:buChar char="•"/>
            </a:pPr>
            <a:r>
              <a:rPr lang="es-MX" sz="2400" dirty="0">
                <a:latin typeface="Baloo 2 ExtraBold" panose="020B0604020202020204" charset="0"/>
                <a:cs typeface="Baloo 2 ExtraBold" panose="020B0604020202020204" charset="0"/>
              </a:rPr>
              <a:t>Fácil intercambio de datos entre aplicaciones.</a:t>
            </a:r>
          </a:p>
          <a:p>
            <a:pPr marL="285750" indent="-285750" algn="just" fontAlgn="t">
              <a:buFont typeface="Arial" panose="020B0604020202020204" pitchFamily="34" charset="0"/>
              <a:buChar char="•"/>
            </a:pPr>
            <a:r>
              <a:rPr lang="es-MX" sz="2400" dirty="0">
                <a:latin typeface="Baloo 2 ExtraBold" panose="020B0604020202020204" charset="0"/>
                <a:cs typeface="Baloo 2 ExtraBold" panose="020B0604020202020204" charset="0"/>
              </a:rPr>
              <a:t>Adecuados para información jerárquica.</a:t>
            </a:r>
          </a:p>
          <a:p>
            <a:pPr marL="285750" indent="-285750" algn="just" fontAlgn="t">
              <a:buFont typeface="Arial" panose="020B0604020202020204" pitchFamily="34" charset="0"/>
              <a:buChar char="•"/>
            </a:pPr>
            <a:r>
              <a:rPr lang="es-MX" sz="2400" dirty="0">
                <a:latin typeface="Baloo 2 ExtraBold" panose="020B0604020202020204" charset="0"/>
                <a:cs typeface="Baloo 2 ExtraBold" panose="020B0604020202020204" charset="0"/>
              </a:rPr>
              <a:t>Permiten agregar nuevos atributos sin rediseñar toda la base de datos.</a:t>
            </a:r>
          </a:p>
          <a:p>
            <a:pPr marL="285750" indent="-285750" algn="just" fontAlgn="t">
              <a:buFont typeface="Arial" panose="020B0604020202020204" pitchFamily="34" charset="0"/>
              <a:buChar char="•"/>
            </a:pPr>
            <a:r>
              <a:rPr lang="es-MX" sz="2400" dirty="0">
                <a:latin typeface="Baloo 2 ExtraBold" panose="020B0604020202020204" charset="0"/>
                <a:cs typeface="Baloo 2 ExtraBold" panose="020B0604020202020204" charset="0"/>
              </a:rPr>
              <a:t>Muy utilizados en servicios web, </a:t>
            </a:r>
            <a:r>
              <a:rPr lang="es-MX" sz="2400" dirty="0" err="1">
                <a:latin typeface="Baloo 2 ExtraBold" panose="020B0604020202020204" charset="0"/>
                <a:cs typeface="Baloo 2 ExtraBold" panose="020B0604020202020204" charset="0"/>
              </a:rPr>
              <a:t>APIs</a:t>
            </a:r>
            <a:r>
              <a:rPr lang="es-MX" sz="2400" dirty="0">
                <a:latin typeface="Baloo 2 ExtraBold" panose="020B0604020202020204" charset="0"/>
                <a:cs typeface="Baloo 2 ExtraBold" panose="020B0604020202020204" charset="0"/>
              </a:rPr>
              <a:t> y sistemas empresariales.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9">
          <a:extLst>
            <a:ext uri="{FF2B5EF4-FFF2-40B4-BE49-F238E27FC236}">
              <a16:creationId xmlns:a16="http://schemas.microsoft.com/office/drawing/2014/main" id="{A7DFEB48-F61E-E7E2-07D5-2C12875DF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37">
            <a:extLst>
              <a:ext uri="{FF2B5EF4-FFF2-40B4-BE49-F238E27FC236}">
                <a16:creationId xmlns:a16="http://schemas.microsoft.com/office/drawing/2014/main" id="{780D4B93-F82D-954F-E052-D004DD76E9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54033" y="2019324"/>
            <a:ext cx="3858775" cy="107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3200" b="1" dirty="0">
                <a:solidFill>
                  <a:schemeClr val="accent1">
                    <a:lumMod val="25000"/>
                  </a:schemeClr>
                </a:solidFill>
              </a:rPr>
              <a:t>Desventajas de los datos semiestructurados</a:t>
            </a:r>
            <a:endParaRPr sz="3200" dirty="0">
              <a:solidFill>
                <a:schemeClr val="accent1">
                  <a:lumMod val="25000"/>
                </a:schemeClr>
              </a:solidFill>
            </a:endParaRPr>
          </a:p>
        </p:txBody>
      </p:sp>
      <p:grpSp>
        <p:nvGrpSpPr>
          <p:cNvPr id="1082" name="Google Shape;1082;p37">
            <a:extLst>
              <a:ext uri="{FF2B5EF4-FFF2-40B4-BE49-F238E27FC236}">
                <a16:creationId xmlns:a16="http://schemas.microsoft.com/office/drawing/2014/main" id="{97E20E66-3F2F-BDEE-CBD7-D87CD41176C6}"/>
              </a:ext>
            </a:extLst>
          </p:cNvPr>
          <p:cNvGrpSpPr/>
          <p:nvPr/>
        </p:nvGrpSpPr>
        <p:grpSpPr>
          <a:xfrm>
            <a:off x="1137536" y="699006"/>
            <a:ext cx="3412448" cy="3413484"/>
            <a:chOff x="1017285" y="809699"/>
            <a:chExt cx="3497794" cy="3498857"/>
          </a:xfrm>
        </p:grpSpPr>
        <p:sp>
          <p:nvSpPr>
            <p:cNvPr id="1083" name="Google Shape;1083;p37">
              <a:extLst>
                <a:ext uri="{FF2B5EF4-FFF2-40B4-BE49-F238E27FC236}">
                  <a16:creationId xmlns:a16="http://schemas.microsoft.com/office/drawing/2014/main" id="{0C1C50FC-B8F8-1644-2848-3780BCD14102}"/>
                </a:ext>
              </a:extLst>
            </p:cNvPr>
            <p:cNvSpPr/>
            <p:nvPr/>
          </p:nvSpPr>
          <p:spPr>
            <a:xfrm>
              <a:off x="3785701" y="2959800"/>
              <a:ext cx="483175" cy="476826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rgbClr val="FF7A7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4" name="Google Shape;1084;p37">
              <a:extLst>
                <a:ext uri="{FF2B5EF4-FFF2-40B4-BE49-F238E27FC236}">
                  <a16:creationId xmlns:a16="http://schemas.microsoft.com/office/drawing/2014/main" id="{93F98737-4744-6F42-19A8-7B6B55F1F91E}"/>
                </a:ext>
              </a:extLst>
            </p:cNvPr>
            <p:cNvSpPr/>
            <p:nvPr/>
          </p:nvSpPr>
          <p:spPr>
            <a:xfrm>
              <a:off x="4506379" y="2776855"/>
              <a:ext cx="8700" cy="25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5" name="Google Shape;1085;p37">
              <a:extLst>
                <a:ext uri="{FF2B5EF4-FFF2-40B4-BE49-F238E27FC236}">
                  <a16:creationId xmlns:a16="http://schemas.microsoft.com/office/drawing/2014/main" id="{AB559FE1-A7CE-BC16-D486-626E19CA4F36}"/>
                </a:ext>
              </a:extLst>
            </p:cNvPr>
            <p:cNvSpPr/>
            <p:nvPr/>
          </p:nvSpPr>
          <p:spPr>
            <a:xfrm>
              <a:off x="4506379" y="2776855"/>
              <a:ext cx="8700" cy="2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86" name="Google Shape;1086;p37">
              <a:extLst>
                <a:ext uri="{FF2B5EF4-FFF2-40B4-BE49-F238E27FC236}">
                  <a16:creationId xmlns:a16="http://schemas.microsoft.com/office/drawing/2014/main" id="{B91CDF24-684C-0C9F-93FC-4536CD2FC72E}"/>
                </a:ext>
              </a:extLst>
            </p:cNvPr>
            <p:cNvGrpSpPr/>
            <p:nvPr/>
          </p:nvGrpSpPr>
          <p:grpSpPr>
            <a:xfrm>
              <a:off x="2291675" y="1423158"/>
              <a:ext cx="2214703" cy="1379528"/>
              <a:chOff x="2291675" y="1423158"/>
              <a:chExt cx="2214703" cy="1379528"/>
            </a:xfrm>
          </p:grpSpPr>
          <p:sp>
            <p:nvSpPr>
              <p:cNvPr id="1087" name="Google Shape;1087;p37">
                <a:extLst>
                  <a:ext uri="{FF2B5EF4-FFF2-40B4-BE49-F238E27FC236}">
                    <a16:creationId xmlns:a16="http://schemas.microsoft.com/office/drawing/2014/main" id="{1E485805-EA64-A65C-3B85-C34B965D739F}"/>
                  </a:ext>
                </a:extLst>
              </p:cNvPr>
              <p:cNvSpPr/>
              <p:nvPr/>
            </p:nvSpPr>
            <p:spPr>
              <a:xfrm>
                <a:off x="2291675" y="1423158"/>
                <a:ext cx="2214703" cy="1379528"/>
              </a:xfrm>
              <a:custGeom>
                <a:avLst/>
                <a:gdLst/>
                <a:ahLst/>
                <a:cxnLst/>
                <a:rect l="l" t="t" r="r" b="b"/>
                <a:pathLst>
                  <a:path w="2533" h="1577" extrusionOk="0">
                    <a:moveTo>
                      <a:pt x="47" y="0"/>
                    </a:moveTo>
                    <a:cubicBezTo>
                      <a:pt x="2485" y="0"/>
                      <a:pt x="2485" y="0"/>
                      <a:pt x="2485" y="0"/>
                    </a:cubicBezTo>
                    <a:cubicBezTo>
                      <a:pt x="2512" y="0"/>
                      <a:pt x="2533" y="21"/>
                      <a:pt x="2533" y="48"/>
                    </a:cubicBezTo>
                    <a:cubicBezTo>
                      <a:pt x="2533" y="1577"/>
                      <a:pt x="2533" y="1577"/>
                      <a:pt x="2533" y="1577"/>
                    </a:cubicBezTo>
                    <a:cubicBezTo>
                      <a:pt x="0" y="1577"/>
                      <a:pt x="0" y="1577"/>
                      <a:pt x="0" y="1577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21"/>
                      <a:pt x="21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8" name="Google Shape;1088;p37">
                <a:extLst>
                  <a:ext uri="{FF2B5EF4-FFF2-40B4-BE49-F238E27FC236}">
                    <a16:creationId xmlns:a16="http://schemas.microsoft.com/office/drawing/2014/main" id="{75050D80-AA05-262C-6E1B-10019D669797}"/>
                  </a:ext>
                </a:extLst>
              </p:cNvPr>
              <p:cNvSpPr/>
              <p:nvPr/>
            </p:nvSpPr>
            <p:spPr>
              <a:xfrm>
                <a:off x="3273351" y="2692523"/>
                <a:ext cx="262800" cy="46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9" name="Google Shape;1089;p37">
                <a:extLst>
                  <a:ext uri="{FF2B5EF4-FFF2-40B4-BE49-F238E27FC236}">
                    <a16:creationId xmlns:a16="http://schemas.microsoft.com/office/drawing/2014/main" id="{F40BBFF2-3318-EDDE-7172-51009151119D}"/>
                  </a:ext>
                </a:extLst>
              </p:cNvPr>
              <p:cNvSpPr/>
              <p:nvPr/>
            </p:nvSpPr>
            <p:spPr>
              <a:xfrm>
                <a:off x="2291675" y="2776855"/>
                <a:ext cx="2214600" cy="25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0" name="Google Shape;1090;p37">
                <a:extLst>
                  <a:ext uri="{FF2B5EF4-FFF2-40B4-BE49-F238E27FC236}">
                    <a16:creationId xmlns:a16="http://schemas.microsoft.com/office/drawing/2014/main" id="{A50DC720-E6AB-484A-F2AA-0A4226CAE9C4}"/>
                  </a:ext>
                </a:extLst>
              </p:cNvPr>
              <p:cNvSpPr/>
              <p:nvPr/>
            </p:nvSpPr>
            <p:spPr>
              <a:xfrm>
                <a:off x="2368209" y="1492996"/>
                <a:ext cx="2061633" cy="1161406"/>
              </a:xfrm>
              <a:custGeom>
                <a:avLst/>
                <a:gdLst/>
                <a:ahLst/>
                <a:cxnLst/>
                <a:rect l="l" t="t" r="r" b="b"/>
                <a:pathLst>
                  <a:path w="2357" h="1328" extrusionOk="0">
                    <a:moveTo>
                      <a:pt x="24" y="0"/>
                    </a:moveTo>
                    <a:cubicBezTo>
                      <a:pt x="2333" y="0"/>
                      <a:pt x="2333" y="0"/>
                      <a:pt x="2333" y="0"/>
                    </a:cubicBezTo>
                    <a:cubicBezTo>
                      <a:pt x="2346" y="0"/>
                      <a:pt x="2357" y="10"/>
                      <a:pt x="2357" y="23"/>
                    </a:cubicBezTo>
                    <a:cubicBezTo>
                      <a:pt x="2357" y="1304"/>
                      <a:pt x="2357" y="1304"/>
                      <a:pt x="2357" y="1304"/>
                    </a:cubicBezTo>
                    <a:cubicBezTo>
                      <a:pt x="2357" y="1318"/>
                      <a:pt x="2346" y="1328"/>
                      <a:pt x="2333" y="1328"/>
                    </a:cubicBezTo>
                    <a:cubicBezTo>
                      <a:pt x="24" y="1328"/>
                      <a:pt x="24" y="1328"/>
                      <a:pt x="24" y="1328"/>
                    </a:cubicBezTo>
                    <a:cubicBezTo>
                      <a:pt x="10" y="1328"/>
                      <a:pt x="0" y="1318"/>
                      <a:pt x="0" y="1304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10"/>
                      <a:pt x="10" y="0"/>
                      <a:pt x="2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1" name="Google Shape;1091;p37">
                <a:extLst>
                  <a:ext uri="{FF2B5EF4-FFF2-40B4-BE49-F238E27FC236}">
                    <a16:creationId xmlns:a16="http://schemas.microsoft.com/office/drawing/2014/main" id="{53BF3D4C-AA40-2F93-449D-AF003F01CEFA}"/>
                  </a:ext>
                </a:extLst>
              </p:cNvPr>
              <p:cNvSpPr/>
              <p:nvPr/>
            </p:nvSpPr>
            <p:spPr>
              <a:xfrm>
                <a:off x="2990048" y="1492996"/>
                <a:ext cx="1171927" cy="1161406"/>
              </a:xfrm>
              <a:custGeom>
                <a:avLst/>
                <a:gdLst/>
                <a:ahLst/>
                <a:cxnLst/>
                <a:rect l="l" t="t" r="r" b="b"/>
                <a:pathLst>
                  <a:path w="1225" h="1214" extrusionOk="0">
                    <a:moveTo>
                      <a:pt x="0" y="1214"/>
                    </a:moveTo>
                    <a:lnTo>
                      <a:pt x="416" y="1214"/>
                    </a:lnTo>
                    <a:lnTo>
                      <a:pt x="1225" y="0"/>
                    </a:lnTo>
                    <a:lnTo>
                      <a:pt x="808" y="0"/>
                    </a:lnTo>
                    <a:lnTo>
                      <a:pt x="0" y="121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2" name="Google Shape;1092;p37">
                <a:extLst>
                  <a:ext uri="{FF2B5EF4-FFF2-40B4-BE49-F238E27FC236}">
                    <a16:creationId xmlns:a16="http://schemas.microsoft.com/office/drawing/2014/main" id="{8E36DBE4-B8BE-1AA9-FFCF-3ADDA7FDD01F}"/>
                  </a:ext>
                </a:extLst>
              </p:cNvPr>
              <p:cNvSpPr/>
              <p:nvPr/>
            </p:nvSpPr>
            <p:spPr>
              <a:xfrm>
                <a:off x="2648515" y="1492996"/>
                <a:ext cx="971982" cy="1161406"/>
              </a:xfrm>
              <a:custGeom>
                <a:avLst/>
                <a:gdLst/>
                <a:ahLst/>
                <a:cxnLst/>
                <a:rect l="l" t="t" r="r" b="b"/>
                <a:pathLst>
                  <a:path w="1016" h="1214" extrusionOk="0">
                    <a:moveTo>
                      <a:pt x="0" y="1214"/>
                    </a:moveTo>
                    <a:lnTo>
                      <a:pt x="208" y="1214"/>
                    </a:lnTo>
                    <a:lnTo>
                      <a:pt x="1016" y="0"/>
                    </a:lnTo>
                    <a:lnTo>
                      <a:pt x="809" y="0"/>
                    </a:lnTo>
                    <a:lnTo>
                      <a:pt x="0" y="121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93" name="Google Shape;1093;p37">
              <a:extLst>
                <a:ext uri="{FF2B5EF4-FFF2-40B4-BE49-F238E27FC236}">
                  <a16:creationId xmlns:a16="http://schemas.microsoft.com/office/drawing/2014/main" id="{DDCE25E0-7E66-AB62-C143-EF1DF2CA2A5D}"/>
                </a:ext>
              </a:extLst>
            </p:cNvPr>
            <p:cNvGrpSpPr/>
            <p:nvPr/>
          </p:nvGrpSpPr>
          <p:grpSpPr>
            <a:xfrm flipH="1">
              <a:off x="1017285" y="1615136"/>
              <a:ext cx="1176885" cy="2693420"/>
              <a:chOff x="1553545" y="1817994"/>
              <a:chExt cx="1123518" cy="2571284"/>
            </a:xfrm>
          </p:grpSpPr>
          <p:grpSp>
            <p:nvGrpSpPr>
              <p:cNvPr id="1094" name="Google Shape;1094;p37">
                <a:extLst>
                  <a:ext uri="{FF2B5EF4-FFF2-40B4-BE49-F238E27FC236}">
                    <a16:creationId xmlns:a16="http://schemas.microsoft.com/office/drawing/2014/main" id="{F126F478-9CEB-B12D-13AA-B5338106977B}"/>
                  </a:ext>
                </a:extLst>
              </p:cNvPr>
              <p:cNvGrpSpPr/>
              <p:nvPr/>
            </p:nvGrpSpPr>
            <p:grpSpPr>
              <a:xfrm>
                <a:off x="1553545" y="1817994"/>
                <a:ext cx="1123518" cy="2571284"/>
                <a:chOff x="1553545" y="1817994"/>
                <a:chExt cx="1123518" cy="2571284"/>
              </a:xfrm>
            </p:grpSpPr>
            <p:sp>
              <p:nvSpPr>
                <p:cNvPr id="1095" name="Google Shape;1095;p37">
                  <a:extLst>
                    <a:ext uri="{FF2B5EF4-FFF2-40B4-BE49-F238E27FC236}">
                      <a16:creationId xmlns:a16="http://schemas.microsoft.com/office/drawing/2014/main" id="{DB563573-5CFB-BE51-2221-FDD1A9816B78}"/>
                    </a:ext>
                  </a:extLst>
                </p:cNvPr>
                <p:cNvSpPr/>
                <p:nvPr/>
              </p:nvSpPr>
              <p:spPr>
                <a:xfrm>
                  <a:off x="1553545" y="2564602"/>
                  <a:ext cx="350879" cy="1623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879" h="162321" extrusionOk="0">
                      <a:moveTo>
                        <a:pt x="350880" y="72485"/>
                      </a:moveTo>
                      <a:cubicBezTo>
                        <a:pt x="320971" y="49244"/>
                        <a:pt x="291634" y="25146"/>
                        <a:pt x="263154" y="0"/>
                      </a:cubicBezTo>
                      <a:lnTo>
                        <a:pt x="154188" y="57912"/>
                      </a:lnTo>
                      <a:lnTo>
                        <a:pt x="146283" y="61531"/>
                      </a:lnTo>
                      <a:cubicBezTo>
                        <a:pt x="145616" y="62103"/>
                        <a:pt x="144854" y="62674"/>
                        <a:pt x="144187" y="63246"/>
                      </a:cubicBezTo>
                      <a:lnTo>
                        <a:pt x="133519" y="68866"/>
                      </a:lnTo>
                      <a:cubicBezTo>
                        <a:pt x="132567" y="69247"/>
                        <a:pt x="131805" y="69818"/>
                        <a:pt x="131043" y="70485"/>
                      </a:cubicBezTo>
                      <a:cubicBezTo>
                        <a:pt x="118184" y="73628"/>
                        <a:pt x="49604" y="90869"/>
                        <a:pt x="39412" y="98298"/>
                      </a:cubicBezTo>
                      <a:cubicBezTo>
                        <a:pt x="22077" y="102203"/>
                        <a:pt x="1788" y="107251"/>
                        <a:pt x="74" y="111442"/>
                      </a:cubicBezTo>
                      <a:cubicBezTo>
                        <a:pt x="-2212" y="117157"/>
                        <a:pt x="49223" y="113824"/>
                        <a:pt x="62558" y="114300"/>
                      </a:cubicBezTo>
                      <a:lnTo>
                        <a:pt x="65034" y="115633"/>
                      </a:lnTo>
                      <a:cubicBezTo>
                        <a:pt x="60939" y="118777"/>
                        <a:pt x="37317" y="126873"/>
                        <a:pt x="37317" y="126873"/>
                      </a:cubicBezTo>
                      <a:cubicBezTo>
                        <a:pt x="36174" y="127349"/>
                        <a:pt x="3503" y="140779"/>
                        <a:pt x="8646" y="145066"/>
                      </a:cubicBezTo>
                      <a:cubicBezTo>
                        <a:pt x="13790" y="149447"/>
                        <a:pt x="87323" y="125063"/>
                        <a:pt x="71892" y="130302"/>
                      </a:cubicBezTo>
                      <a:cubicBezTo>
                        <a:pt x="70845" y="130683"/>
                        <a:pt x="9408" y="148209"/>
                        <a:pt x="15123" y="155829"/>
                      </a:cubicBezTo>
                      <a:cubicBezTo>
                        <a:pt x="18933" y="160877"/>
                        <a:pt x="73702" y="144113"/>
                        <a:pt x="76274" y="144685"/>
                      </a:cubicBezTo>
                      <a:cubicBezTo>
                        <a:pt x="78846" y="145256"/>
                        <a:pt x="29697" y="154972"/>
                        <a:pt x="34173" y="161449"/>
                      </a:cubicBezTo>
                      <a:cubicBezTo>
                        <a:pt x="36174" y="164211"/>
                        <a:pt x="60748" y="159734"/>
                        <a:pt x="68749" y="157448"/>
                      </a:cubicBezTo>
                      <a:cubicBezTo>
                        <a:pt x="75702" y="155448"/>
                        <a:pt x="98277" y="149542"/>
                        <a:pt x="133233" y="138113"/>
                      </a:cubicBezTo>
                      <a:cubicBezTo>
                        <a:pt x="172476" y="129254"/>
                        <a:pt x="266774" y="106013"/>
                        <a:pt x="350880" y="72485"/>
                      </a:cubicBez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6" name="Google Shape;1096;p37">
                  <a:extLst>
                    <a:ext uri="{FF2B5EF4-FFF2-40B4-BE49-F238E27FC236}">
                      <a16:creationId xmlns:a16="http://schemas.microsoft.com/office/drawing/2014/main" id="{C6AB91D3-AB24-43AD-4BA8-0869BA8E20DA}"/>
                    </a:ext>
                  </a:extLst>
                </p:cNvPr>
                <p:cNvSpPr/>
                <p:nvPr/>
              </p:nvSpPr>
              <p:spPr>
                <a:xfrm>
                  <a:off x="1786988" y="2224592"/>
                  <a:ext cx="307186" cy="4379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186" h="437982" extrusionOk="0">
                      <a:moveTo>
                        <a:pt x="206026" y="37552"/>
                      </a:moveTo>
                      <a:cubicBezTo>
                        <a:pt x="183070" y="84415"/>
                        <a:pt x="98965" y="280725"/>
                        <a:pt x="98965" y="280725"/>
                      </a:cubicBezTo>
                      <a:lnTo>
                        <a:pt x="0" y="336066"/>
                      </a:lnTo>
                      <a:lnTo>
                        <a:pt x="65532" y="437983"/>
                      </a:lnTo>
                      <a:cubicBezTo>
                        <a:pt x="65532" y="437983"/>
                        <a:pt x="158687" y="416171"/>
                        <a:pt x="205264" y="373880"/>
                      </a:cubicBezTo>
                      <a:cubicBezTo>
                        <a:pt x="250222" y="333208"/>
                        <a:pt x="307848" y="64984"/>
                        <a:pt x="307181" y="976"/>
                      </a:cubicBezTo>
                      <a:cubicBezTo>
                        <a:pt x="307181" y="976"/>
                        <a:pt x="228981" y="-9406"/>
                        <a:pt x="206026" y="3755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7" name="Google Shape;1097;p37">
                  <a:extLst>
                    <a:ext uri="{FF2B5EF4-FFF2-40B4-BE49-F238E27FC236}">
                      <a16:creationId xmlns:a16="http://schemas.microsoft.com/office/drawing/2014/main" id="{90B92197-250E-A2C2-9418-1ECC5F7FB50D}"/>
                    </a:ext>
                  </a:extLst>
                </p:cNvPr>
                <p:cNvSpPr/>
                <p:nvPr/>
              </p:nvSpPr>
              <p:spPr>
                <a:xfrm>
                  <a:off x="2049592" y="2091170"/>
                  <a:ext cx="99441" cy="994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441" h="99441" extrusionOk="0">
                      <a:moveTo>
                        <a:pt x="49721" y="99441"/>
                      </a:moveTo>
                      <a:cubicBezTo>
                        <a:pt x="22289" y="99441"/>
                        <a:pt x="0" y="77153"/>
                        <a:pt x="0" y="49721"/>
                      </a:cubicBezTo>
                      <a:cubicBezTo>
                        <a:pt x="0" y="22288"/>
                        <a:pt x="22289" y="0"/>
                        <a:pt x="49721" y="0"/>
                      </a:cubicBezTo>
                      <a:cubicBezTo>
                        <a:pt x="77153" y="0"/>
                        <a:pt x="99441" y="22288"/>
                        <a:pt x="99441" y="49721"/>
                      </a:cubicBezTo>
                      <a:cubicBezTo>
                        <a:pt x="99441" y="77153"/>
                        <a:pt x="77057" y="99441"/>
                        <a:pt x="49721" y="99441"/>
                      </a:cubicBezTo>
                      <a:close/>
                      <a:moveTo>
                        <a:pt x="49721" y="4477"/>
                      </a:moveTo>
                      <a:cubicBezTo>
                        <a:pt x="24765" y="4477"/>
                        <a:pt x="4382" y="24765"/>
                        <a:pt x="4382" y="49816"/>
                      </a:cubicBezTo>
                      <a:cubicBezTo>
                        <a:pt x="4382" y="74867"/>
                        <a:pt x="24670" y="95155"/>
                        <a:pt x="49721" y="95155"/>
                      </a:cubicBezTo>
                      <a:cubicBezTo>
                        <a:pt x="74771" y="95155"/>
                        <a:pt x="95060" y="74867"/>
                        <a:pt x="95060" y="49816"/>
                      </a:cubicBezTo>
                      <a:cubicBezTo>
                        <a:pt x="95060" y="24765"/>
                        <a:pt x="74676" y="4477"/>
                        <a:pt x="49721" y="447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8" name="Google Shape;1098;p37">
                  <a:extLst>
                    <a:ext uri="{FF2B5EF4-FFF2-40B4-BE49-F238E27FC236}">
                      <a16:creationId xmlns:a16="http://schemas.microsoft.com/office/drawing/2014/main" id="{8846E2A4-5C81-3F43-5F22-787A491167C5}"/>
                    </a:ext>
                  </a:extLst>
                </p:cNvPr>
                <p:cNvSpPr/>
                <p:nvPr/>
              </p:nvSpPr>
              <p:spPr>
                <a:xfrm>
                  <a:off x="2073164" y="1898589"/>
                  <a:ext cx="248512" cy="2564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512" h="256494" extrusionOk="0">
                      <a:moveTo>
                        <a:pt x="336" y="101713"/>
                      </a:moveTo>
                      <a:cubicBezTo>
                        <a:pt x="-3379" y="84377"/>
                        <a:pt x="24625" y="39610"/>
                        <a:pt x="39198" y="29418"/>
                      </a:cubicBezTo>
                      <a:cubicBezTo>
                        <a:pt x="56915" y="17131"/>
                        <a:pt x="76917" y="8654"/>
                        <a:pt x="97872" y="3510"/>
                      </a:cubicBezTo>
                      <a:cubicBezTo>
                        <a:pt x="142163" y="-7253"/>
                        <a:pt x="183121" y="7320"/>
                        <a:pt x="215601" y="39229"/>
                      </a:cubicBezTo>
                      <a:cubicBezTo>
                        <a:pt x="319042" y="140956"/>
                        <a:pt x="145592" y="256494"/>
                        <a:pt x="145592" y="256494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9" name="Google Shape;1099;p37">
                  <a:extLst>
                    <a:ext uri="{FF2B5EF4-FFF2-40B4-BE49-F238E27FC236}">
                      <a16:creationId xmlns:a16="http://schemas.microsoft.com/office/drawing/2014/main" id="{23CB4CFC-8C57-28F7-844C-49991D286D0F}"/>
                    </a:ext>
                  </a:extLst>
                </p:cNvPr>
                <p:cNvSpPr/>
                <p:nvPr/>
              </p:nvSpPr>
              <p:spPr>
                <a:xfrm>
                  <a:off x="2156177" y="1817994"/>
                  <a:ext cx="96012" cy="96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012" h="96011" extrusionOk="0">
                      <a:moveTo>
                        <a:pt x="96012" y="48006"/>
                      </a:moveTo>
                      <a:cubicBezTo>
                        <a:pt x="96012" y="74519"/>
                        <a:pt x="74519" y="96012"/>
                        <a:pt x="48006" y="96012"/>
                      </a:cubicBezTo>
                      <a:cubicBezTo>
                        <a:pt x="21493" y="96012"/>
                        <a:pt x="0" y="74519"/>
                        <a:pt x="0" y="48006"/>
                      </a:cubicBezTo>
                      <a:cubicBezTo>
                        <a:pt x="0" y="21493"/>
                        <a:pt x="21493" y="0"/>
                        <a:pt x="48006" y="0"/>
                      </a:cubicBezTo>
                      <a:cubicBezTo>
                        <a:pt x="74519" y="0"/>
                        <a:pt x="96012" y="21493"/>
                        <a:pt x="96012" y="4800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0" name="Google Shape;1100;p37">
                  <a:extLst>
                    <a:ext uri="{FF2B5EF4-FFF2-40B4-BE49-F238E27FC236}">
                      <a16:creationId xmlns:a16="http://schemas.microsoft.com/office/drawing/2014/main" id="{7C067EBE-EA34-A39F-9A69-62F9D72FDFE5}"/>
                    </a:ext>
                  </a:extLst>
                </p:cNvPr>
                <p:cNvSpPr/>
                <p:nvPr/>
              </p:nvSpPr>
              <p:spPr>
                <a:xfrm>
                  <a:off x="2295432" y="1910862"/>
                  <a:ext cx="96011" cy="96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011" h="96012" extrusionOk="0">
                      <a:moveTo>
                        <a:pt x="0" y="48006"/>
                      </a:moveTo>
                      <a:cubicBezTo>
                        <a:pt x="0" y="21431"/>
                        <a:pt x="21526" y="0"/>
                        <a:pt x="48006" y="0"/>
                      </a:cubicBezTo>
                      <a:cubicBezTo>
                        <a:pt x="74486" y="0"/>
                        <a:pt x="96012" y="21526"/>
                        <a:pt x="96012" y="48006"/>
                      </a:cubicBezTo>
                      <a:cubicBezTo>
                        <a:pt x="96012" y="74485"/>
                        <a:pt x="74486" y="96012"/>
                        <a:pt x="48006" y="96012"/>
                      </a:cubicBezTo>
                      <a:cubicBezTo>
                        <a:pt x="21526" y="96012"/>
                        <a:pt x="0" y="74581"/>
                        <a:pt x="0" y="4800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1" name="Google Shape;1101;p37">
                  <a:extLst>
                    <a:ext uri="{FF2B5EF4-FFF2-40B4-BE49-F238E27FC236}">
                      <a16:creationId xmlns:a16="http://schemas.microsoft.com/office/drawing/2014/main" id="{A59474E4-2BFC-CF04-1DE1-F9F41013CE36}"/>
                    </a:ext>
                  </a:extLst>
                </p:cNvPr>
                <p:cNvSpPr/>
                <p:nvPr/>
              </p:nvSpPr>
              <p:spPr>
                <a:xfrm>
                  <a:off x="2066236" y="1927089"/>
                  <a:ext cx="223453" cy="4403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453" h="440306" extrusionOk="0">
                      <a:moveTo>
                        <a:pt x="180619" y="116551"/>
                      </a:moveTo>
                      <a:cubicBezTo>
                        <a:pt x="180714" y="118933"/>
                        <a:pt x="182809" y="120647"/>
                        <a:pt x="185095" y="120457"/>
                      </a:cubicBezTo>
                      <a:cubicBezTo>
                        <a:pt x="194811" y="119504"/>
                        <a:pt x="217195" y="115504"/>
                        <a:pt x="222624" y="140745"/>
                      </a:cubicBezTo>
                      <a:cubicBezTo>
                        <a:pt x="228148" y="166272"/>
                        <a:pt x="204812" y="182941"/>
                        <a:pt x="190048" y="185131"/>
                      </a:cubicBezTo>
                      <a:cubicBezTo>
                        <a:pt x="185762" y="185703"/>
                        <a:pt x="165379" y="202467"/>
                        <a:pt x="162807" y="205896"/>
                      </a:cubicBezTo>
                      <a:cubicBezTo>
                        <a:pt x="154711" y="216373"/>
                        <a:pt x="174427" y="319434"/>
                        <a:pt x="178809" y="351533"/>
                      </a:cubicBezTo>
                      <a:cubicBezTo>
                        <a:pt x="187000" y="411445"/>
                        <a:pt x="98704" y="440306"/>
                        <a:pt x="98704" y="440306"/>
                      </a:cubicBezTo>
                      <a:cubicBezTo>
                        <a:pt x="98704" y="440306"/>
                        <a:pt x="48126" y="426876"/>
                        <a:pt x="42887" y="351533"/>
                      </a:cubicBezTo>
                      <a:cubicBezTo>
                        <a:pt x="42887" y="351533"/>
                        <a:pt x="45173" y="205801"/>
                        <a:pt x="44411" y="205134"/>
                      </a:cubicBezTo>
                      <a:cubicBezTo>
                        <a:pt x="31457" y="194275"/>
                        <a:pt x="-15311" y="193228"/>
                        <a:pt x="5073" y="91977"/>
                      </a:cubicBezTo>
                      <a:cubicBezTo>
                        <a:pt x="23932" y="-1749"/>
                        <a:pt x="91560" y="-1178"/>
                        <a:pt x="108895" y="346"/>
                      </a:cubicBezTo>
                      <a:cubicBezTo>
                        <a:pt x="123659" y="1680"/>
                        <a:pt x="173856" y="346"/>
                        <a:pt x="180619" y="116551"/>
                      </a:cubicBez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2" name="Google Shape;1102;p37">
                  <a:extLst>
                    <a:ext uri="{FF2B5EF4-FFF2-40B4-BE49-F238E27FC236}">
                      <a16:creationId xmlns:a16="http://schemas.microsoft.com/office/drawing/2014/main" id="{1E184E44-E616-1E11-16D8-3263D8BD6105}"/>
                    </a:ext>
                  </a:extLst>
                </p:cNvPr>
                <p:cNvSpPr/>
                <p:nvPr/>
              </p:nvSpPr>
              <p:spPr>
                <a:xfrm>
                  <a:off x="2127316" y="1917239"/>
                  <a:ext cx="133661" cy="999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661" h="99928" extrusionOk="0">
                      <a:moveTo>
                        <a:pt x="0" y="5434"/>
                      </a:moveTo>
                      <a:cubicBezTo>
                        <a:pt x="0" y="5434"/>
                        <a:pt x="20479" y="120496"/>
                        <a:pt x="128778" y="96684"/>
                      </a:cubicBezTo>
                      <a:cubicBezTo>
                        <a:pt x="128683" y="96684"/>
                        <a:pt x="172402" y="-27046"/>
                        <a:pt x="0" y="543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3" name="Google Shape;1103;p37">
                  <a:extLst>
                    <a:ext uri="{FF2B5EF4-FFF2-40B4-BE49-F238E27FC236}">
                      <a16:creationId xmlns:a16="http://schemas.microsoft.com/office/drawing/2014/main" id="{3FADDCE1-99C0-FA72-0C45-2674A8025D56}"/>
                    </a:ext>
                  </a:extLst>
                </p:cNvPr>
                <p:cNvSpPr/>
                <p:nvPr/>
              </p:nvSpPr>
              <p:spPr>
                <a:xfrm>
                  <a:off x="2244664" y="2065805"/>
                  <a:ext cx="33813" cy="245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813" h="24508" extrusionOk="0">
                      <a:moveTo>
                        <a:pt x="33814" y="10411"/>
                      </a:moveTo>
                      <a:cubicBezTo>
                        <a:pt x="33814" y="10411"/>
                        <a:pt x="15621" y="-20640"/>
                        <a:pt x="0" y="24508"/>
                      </a:cubicBezTo>
                    </a:path>
                  </a:pathLst>
                </a:custGeom>
                <a:solidFill>
                  <a:srgbClr val="8F5D4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4" name="Google Shape;1104;p37">
                  <a:extLst>
                    <a:ext uri="{FF2B5EF4-FFF2-40B4-BE49-F238E27FC236}">
                      <a16:creationId xmlns:a16="http://schemas.microsoft.com/office/drawing/2014/main" id="{68C58CBB-E831-DCE2-3C76-A79ACF4AF03C}"/>
                    </a:ext>
                  </a:extLst>
                </p:cNvPr>
                <p:cNvSpPr/>
                <p:nvPr/>
              </p:nvSpPr>
              <p:spPr>
                <a:xfrm>
                  <a:off x="2134841" y="1998536"/>
                  <a:ext cx="20596" cy="15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96" h="15882" extrusionOk="0">
                      <a:moveTo>
                        <a:pt x="19145" y="15197"/>
                      </a:moveTo>
                      <a:cubicBezTo>
                        <a:pt x="22574" y="19197"/>
                        <a:pt x="19526" y="4529"/>
                        <a:pt x="14192" y="1576"/>
                      </a:cubicBezTo>
                      <a:cubicBezTo>
                        <a:pt x="8953" y="-1377"/>
                        <a:pt x="2572" y="-43"/>
                        <a:pt x="0" y="4433"/>
                      </a:cubicBezTo>
                      <a:cubicBezTo>
                        <a:pt x="0" y="4433"/>
                        <a:pt x="10954" y="5576"/>
                        <a:pt x="19145" y="1519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5" name="Google Shape;1105;p37">
                  <a:extLst>
                    <a:ext uri="{FF2B5EF4-FFF2-40B4-BE49-F238E27FC236}">
                      <a16:creationId xmlns:a16="http://schemas.microsoft.com/office/drawing/2014/main" id="{E3FD410F-46D6-DA43-8D05-8456F41E3BFA}"/>
                    </a:ext>
                  </a:extLst>
                </p:cNvPr>
                <p:cNvSpPr/>
                <p:nvPr/>
              </p:nvSpPr>
              <p:spPr>
                <a:xfrm>
                  <a:off x="2084558" y="1984965"/>
                  <a:ext cx="23231" cy="9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31" h="9817" extrusionOk="0">
                      <a:moveTo>
                        <a:pt x="1324" y="9622"/>
                      </a:moveTo>
                      <a:cubicBezTo>
                        <a:pt x="-3533" y="11432"/>
                        <a:pt x="6087" y="97"/>
                        <a:pt x="12183" y="2"/>
                      </a:cubicBezTo>
                      <a:cubicBezTo>
                        <a:pt x="18279" y="-94"/>
                        <a:pt x="23232" y="4097"/>
                        <a:pt x="23232" y="9336"/>
                      </a:cubicBezTo>
                      <a:cubicBezTo>
                        <a:pt x="23232" y="9336"/>
                        <a:pt x="13040" y="5145"/>
                        <a:pt x="1324" y="962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6" name="Google Shape;1106;p37">
                  <a:extLst>
                    <a:ext uri="{FF2B5EF4-FFF2-40B4-BE49-F238E27FC236}">
                      <a16:creationId xmlns:a16="http://schemas.microsoft.com/office/drawing/2014/main" id="{57FF9067-A94D-B2D5-71F8-2D177CAEF592}"/>
                    </a:ext>
                  </a:extLst>
                </p:cNvPr>
                <p:cNvSpPr/>
                <p:nvPr/>
              </p:nvSpPr>
              <p:spPr>
                <a:xfrm>
                  <a:off x="2131242" y="2024181"/>
                  <a:ext cx="11991" cy="21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99" h="15804" extrusionOk="0">
                      <a:moveTo>
                        <a:pt x="8310" y="9045"/>
                      </a:moveTo>
                      <a:cubicBezTo>
                        <a:pt x="6976" y="13331"/>
                        <a:pt x="4214" y="16379"/>
                        <a:pt x="2118" y="15713"/>
                      </a:cubicBezTo>
                      <a:cubicBezTo>
                        <a:pt x="23" y="15046"/>
                        <a:pt x="-644" y="11045"/>
                        <a:pt x="690" y="6759"/>
                      </a:cubicBezTo>
                      <a:cubicBezTo>
                        <a:pt x="2023" y="2473"/>
                        <a:pt x="4785" y="-575"/>
                        <a:pt x="6881" y="92"/>
                      </a:cubicBezTo>
                      <a:cubicBezTo>
                        <a:pt x="8976" y="663"/>
                        <a:pt x="9643" y="4759"/>
                        <a:pt x="8310" y="904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7" name="Google Shape;1107;p37">
                  <a:extLst>
                    <a:ext uri="{FF2B5EF4-FFF2-40B4-BE49-F238E27FC236}">
                      <a16:creationId xmlns:a16="http://schemas.microsoft.com/office/drawing/2014/main" id="{AC471797-9E5E-ABC9-EFF1-AC8B14D3553E}"/>
                    </a:ext>
                  </a:extLst>
                </p:cNvPr>
                <p:cNvSpPr/>
                <p:nvPr/>
              </p:nvSpPr>
              <p:spPr>
                <a:xfrm>
                  <a:off x="2086775" y="2007961"/>
                  <a:ext cx="11438" cy="201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84" h="15099" extrusionOk="0">
                      <a:moveTo>
                        <a:pt x="7891" y="8645"/>
                      </a:moveTo>
                      <a:cubicBezTo>
                        <a:pt x="6652" y="12741"/>
                        <a:pt x="3985" y="15598"/>
                        <a:pt x="1985" y="15027"/>
                      </a:cubicBezTo>
                      <a:cubicBezTo>
                        <a:pt x="-15" y="14455"/>
                        <a:pt x="-587" y="10550"/>
                        <a:pt x="652" y="6455"/>
                      </a:cubicBezTo>
                      <a:cubicBezTo>
                        <a:pt x="1890" y="2359"/>
                        <a:pt x="4557" y="-499"/>
                        <a:pt x="6557" y="73"/>
                      </a:cubicBezTo>
                      <a:cubicBezTo>
                        <a:pt x="8557" y="644"/>
                        <a:pt x="9224" y="4549"/>
                        <a:pt x="7891" y="864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8" name="Google Shape;1108;p37">
                  <a:extLst>
                    <a:ext uri="{FF2B5EF4-FFF2-40B4-BE49-F238E27FC236}">
                      <a16:creationId xmlns:a16="http://schemas.microsoft.com/office/drawing/2014/main" id="{85CC8F62-2232-11C7-7072-EC4BD06AD27D}"/>
                    </a:ext>
                  </a:extLst>
                </p:cNvPr>
                <p:cNvSpPr/>
                <p:nvPr/>
              </p:nvSpPr>
              <p:spPr>
                <a:xfrm>
                  <a:off x="2110672" y="2132223"/>
                  <a:ext cx="69674" cy="302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674" h="30272" extrusionOk="0">
                      <a:moveTo>
                        <a:pt x="70" y="0"/>
                      </a:moveTo>
                      <a:cubicBezTo>
                        <a:pt x="70" y="0"/>
                        <a:pt x="44362" y="4477"/>
                        <a:pt x="66269" y="1143"/>
                      </a:cubicBezTo>
                      <a:cubicBezTo>
                        <a:pt x="88177" y="-2286"/>
                        <a:pt x="-2882" y="69152"/>
                        <a:pt x="70" y="0"/>
                      </a:cubicBezTo>
                      <a:close/>
                    </a:path>
                  </a:pathLst>
                </a:custGeom>
                <a:solidFill>
                  <a:srgbClr val="8F5D4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9" name="Google Shape;1109;p37">
                  <a:extLst>
                    <a:ext uri="{FF2B5EF4-FFF2-40B4-BE49-F238E27FC236}">
                      <a16:creationId xmlns:a16="http://schemas.microsoft.com/office/drawing/2014/main" id="{286FC3A7-C5BC-8BF0-C9AE-14304F8C96D1}"/>
                    </a:ext>
                  </a:extLst>
                </p:cNvPr>
                <p:cNvSpPr/>
                <p:nvPr/>
              </p:nvSpPr>
              <p:spPr>
                <a:xfrm>
                  <a:off x="2023112" y="4149142"/>
                  <a:ext cx="120110" cy="168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110" h="168520" extrusionOk="0">
                      <a:moveTo>
                        <a:pt x="120110" y="2953"/>
                      </a:moveTo>
                      <a:lnTo>
                        <a:pt x="104204" y="115919"/>
                      </a:lnTo>
                      <a:cubicBezTo>
                        <a:pt x="104204" y="115919"/>
                        <a:pt x="78677" y="190881"/>
                        <a:pt x="54959" y="161830"/>
                      </a:cubicBezTo>
                      <a:cubicBezTo>
                        <a:pt x="31242" y="132779"/>
                        <a:pt x="7810" y="117443"/>
                        <a:pt x="7810" y="117443"/>
                      </a:cubicBezTo>
                      <a:lnTo>
                        <a:pt x="0" y="0"/>
                      </a:lnTo>
                      <a:lnTo>
                        <a:pt x="120110" y="2953"/>
                      </a:ln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0" name="Google Shape;1110;p37">
                  <a:extLst>
                    <a:ext uri="{FF2B5EF4-FFF2-40B4-BE49-F238E27FC236}">
                      <a16:creationId xmlns:a16="http://schemas.microsoft.com/office/drawing/2014/main" id="{746ADC4C-B9AC-AE87-A890-2F2A68AAE67C}"/>
                    </a:ext>
                  </a:extLst>
                </p:cNvPr>
                <p:cNvSpPr/>
                <p:nvPr/>
              </p:nvSpPr>
              <p:spPr>
                <a:xfrm>
                  <a:off x="2520889" y="4143237"/>
                  <a:ext cx="101155" cy="1356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155" h="135646" extrusionOk="0">
                      <a:moveTo>
                        <a:pt x="0" y="95"/>
                      </a:moveTo>
                      <a:lnTo>
                        <a:pt x="35147" y="112776"/>
                      </a:lnTo>
                      <a:cubicBezTo>
                        <a:pt x="35147" y="112776"/>
                        <a:pt x="61912" y="136207"/>
                        <a:pt x="71533" y="135636"/>
                      </a:cubicBezTo>
                      <a:cubicBezTo>
                        <a:pt x="89154" y="134493"/>
                        <a:pt x="98298" y="104204"/>
                        <a:pt x="98298" y="104204"/>
                      </a:cubicBezTo>
                      <a:lnTo>
                        <a:pt x="10115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1" name="Google Shape;1111;p37">
                  <a:extLst>
                    <a:ext uri="{FF2B5EF4-FFF2-40B4-BE49-F238E27FC236}">
                      <a16:creationId xmlns:a16="http://schemas.microsoft.com/office/drawing/2014/main" id="{7F775F0C-D318-B0D5-22CA-A145238CDD61}"/>
                    </a:ext>
                  </a:extLst>
                </p:cNvPr>
                <p:cNvSpPr/>
                <p:nvPr/>
              </p:nvSpPr>
              <p:spPr>
                <a:xfrm>
                  <a:off x="1926160" y="4247215"/>
                  <a:ext cx="213243" cy="1063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243" h="106333" extrusionOk="0">
                      <a:moveTo>
                        <a:pt x="96952" y="18799"/>
                      </a:moveTo>
                      <a:lnTo>
                        <a:pt x="2274" y="95475"/>
                      </a:lnTo>
                      <a:cubicBezTo>
                        <a:pt x="-2584" y="99095"/>
                        <a:pt x="845" y="105095"/>
                        <a:pt x="7799" y="105191"/>
                      </a:cubicBezTo>
                      <a:lnTo>
                        <a:pt x="147530" y="106333"/>
                      </a:lnTo>
                      <a:cubicBezTo>
                        <a:pt x="150864" y="106333"/>
                        <a:pt x="153912" y="104810"/>
                        <a:pt x="155055" y="102524"/>
                      </a:cubicBezTo>
                      <a:lnTo>
                        <a:pt x="165628" y="80902"/>
                      </a:lnTo>
                      <a:cubicBezTo>
                        <a:pt x="168676" y="74615"/>
                        <a:pt x="174772" y="74139"/>
                        <a:pt x="174200" y="80807"/>
                      </a:cubicBezTo>
                      <a:lnTo>
                        <a:pt x="179344" y="101666"/>
                      </a:lnTo>
                      <a:cubicBezTo>
                        <a:pt x="179058" y="105000"/>
                        <a:pt x="212491" y="104048"/>
                        <a:pt x="212777" y="101095"/>
                      </a:cubicBezTo>
                      <a:cubicBezTo>
                        <a:pt x="214586" y="82521"/>
                        <a:pt x="210776" y="21942"/>
                        <a:pt x="207442" y="4988"/>
                      </a:cubicBezTo>
                      <a:cubicBezTo>
                        <a:pt x="206966" y="2606"/>
                        <a:pt x="204490" y="606"/>
                        <a:pt x="201156" y="130"/>
                      </a:cubicBezTo>
                      <a:lnTo>
                        <a:pt x="201156" y="130"/>
                      </a:lnTo>
                      <a:cubicBezTo>
                        <a:pt x="198203" y="-346"/>
                        <a:pt x="195155" y="511"/>
                        <a:pt x="193346" y="2321"/>
                      </a:cubicBezTo>
                      <a:cubicBezTo>
                        <a:pt x="183916" y="11465"/>
                        <a:pt x="153721" y="38897"/>
                        <a:pt x="137719" y="33372"/>
                      </a:cubicBezTo>
                      <a:cubicBezTo>
                        <a:pt x="126956" y="29657"/>
                        <a:pt x="112954" y="22990"/>
                        <a:pt x="108668" y="19180"/>
                      </a:cubicBezTo>
                      <a:cubicBezTo>
                        <a:pt x="105620" y="16513"/>
                        <a:pt x="100191" y="16418"/>
                        <a:pt x="96952" y="1879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2" name="Google Shape;1112;p37">
                  <a:extLst>
                    <a:ext uri="{FF2B5EF4-FFF2-40B4-BE49-F238E27FC236}">
                      <a16:creationId xmlns:a16="http://schemas.microsoft.com/office/drawing/2014/main" id="{73509268-0352-E6C6-D23E-34C317157C3E}"/>
                    </a:ext>
                  </a:extLst>
                </p:cNvPr>
                <p:cNvSpPr/>
                <p:nvPr/>
              </p:nvSpPr>
              <p:spPr>
                <a:xfrm>
                  <a:off x="2539790" y="4242903"/>
                  <a:ext cx="137273" cy="14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273" h="146375" extrusionOk="0">
                      <a:moveTo>
                        <a:pt x="80730" y="727"/>
                      </a:moveTo>
                      <a:lnTo>
                        <a:pt x="134451" y="90738"/>
                      </a:lnTo>
                      <a:cubicBezTo>
                        <a:pt x="140166" y="99501"/>
                        <a:pt x="137023" y="109979"/>
                        <a:pt x="126641" y="116074"/>
                      </a:cubicBezTo>
                      <a:cubicBezTo>
                        <a:pt x="109877" y="126076"/>
                        <a:pt x="96065" y="145983"/>
                        <a:pt x="85493" y="146364"/>
                      </a:cubicBezTo>
                      <a:cubicBezTo>
                        <a:pt x="66348" y="146936"/>
                        <a:pt x="36725" y="126742"/>
                        <a:pt x="19389" y="119218"/>
                      </a:cubicBezTo>
                      <a:cubicBezTo>
                        <a:pt x="7769" y="114170"/>
                        <a:pt x="-1280" y="106740"/>
                        <a:pt x="149" y="97024"/>
                      </a:cubicBezTo>
                      <a:lnTo>
                        <a:pt x="13484" y="6728"/>
                      </a:lnTo>
                      <a:cubicBezTo>
                        <a:pt x="13674" y="5584"/>
                        <a:pt x="15579" y="5204"/>
                        <a:pt x="16627" y="6061"/>
                      </a:cubicBezTo>
                      <a:lnTo>
                        <a:pt x="37201" y="24730"/>
                      </a:lnTo>
                      <a:cubicBezTo>
                        <a:pt x="43964" y="30826"/>
                        <a:pt x="62252" y="30064"/>
                        <a:pt x="66824" y="22730"/>
                      </a:cubicBezTo>
                      <a:cubicBezTo>
                        <a:pt x="70062" y="17491"/>
                        <a:pt x="77682" y="631"/>
                        <a:pt x="77682" y="631"/>
                      </a:cubicBezTo>
                      <a:cubicBezTo>
                        <a:pt x="78349" y="-226"/>
                        <a:pt x="80159" y="-226"/>
                        <a:pt x="80730" y="72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3" name="Google Shape;1113;p37">
                  <a:extLst>
                    <a:ext uri="{FF2B5EF4-FFF2-40B4-BE49-F238E27FC236}">
                      <a16:creationId xmlns:a16="http://schemas.microsoft.com/office/drawing/2014/main" id="{8D3D700E-E082-61D7-964D-39060F41C3EC}"/>
                    </a:ext>
                  </a:extLst>
                </p:cNvPr>
                <p:cNvSpPr/>
                <p:nvPr/>
              </p:nvSpPr>
              <p:spPr>
                <a:xfrm>
                  <a:off x="1955027" y="2647812"/>
                  <a:ext cx="690544" cy="15299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0544" h="1529945" extrusionOk="0">
                      <a:moveTo>
                        <a:pt x="380506" y="10668"/>
                      </a:moveTo>
                      <a:cubicBezTo>
                        <a:pt x="423845" y="87344"/>
                        <a:pt x="446800" y="143542"/>
                        <a:pt x="471755" y="241078"/>
                      </a:cubicBezTo>
                      <a:cubicBezTo>
                        <a:pt x="500711" y="354139"/>
                        <a:pt x="676924" y="1310830"/>
                        <a:pt x="690545" y="1516475"/>
                      </a:cubicBezTo>
                      <a:cubicBezTo>
                        <a:pt x="654921" y="1525048"/>
                        <a:pt x="554909" y="1523810"/>
                        <a:pt x="532334" y="1522571"/>
                      </a:cubicBezTo>
                      <a:cubicBezTo>
                        <a:pt x="460706" y="1317307"/>
                        <a:pt x="303163" y="639128"/>
                        <a:pt x="272492" y="509778"/>
                      </a:cubicBezTo>
                      <a:cubicBezTo>
                        <a:pt x="267730" y="489871"/>
                        <a:pt x="237059" y="494252"/>
                        <a:pt x="239441" y="514540"/>
                      </a:cubicBezTo>
                      <a:cubicBezTo>
                        <a:pt x="256871" y="662273"/>
                        <a:pt x="168670" y="1295781"/>
                        <a:pt x="215438" y="1522952"/>
                      </a:cubicBezTo>
                      <a:cubicBezTo>
                        <a:pt x="196769" y="1532477"/>
                        <a:pt x="83802" y="1530382"/>
                        <a:pt x="62180" y="1527620"/>
                      </a:cubicBezTo>
                      <a:cubicBezTo>
                        <a:pt x="38749" y="1274254"/>
                        <a:pt x="-85933" y="315278"/>
                        <a:pt x="102185" y="4381"/>
                      </a:cubicBezTo>
                      <a:cubicBezTo>
                        <a:pt x="188291" y="-7430"/>
                        <a:pt x="293257" y="8096"/>
                        <a:pt x="380506" y="1066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4" name="Google Shape;1114;p37">
                  <a:extLst>
                    <a:ext uri="{FF2B5EF4-FFF2-40B4-BE49-F238E27FC236}">
                      <a16:creationId xmlns:a16="http://schemas.microsoft.com/office/drawing/2014/main" id="{FF0BC67D-10EE-B1AD-B24C-1FA0A4739256}"/>
                    </a:ext>
                  </a:extLst>
                </p:cNvPr>
                <p:cNvSpPr/>
                <p:nvPr/>
              </p:nvSpPr>
              <p:spPr>
                <a:xfrm>
                  <a:off x="2011415" y="2221758"/>
                  <a:ext cx="427558" cy="4576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558" h="457609" extrusionOk="0">
                      <a:moveTo>
                        <a:pt x="83135" y="23717"/>
                      </a:moveTo>
                      <a:cubicBezTo>
                        <a:pt x="85611" y="29813"/>
                        <a:pt x="-2971" y="218599"/>
                        <a:pt x="77" y="278130"/>
                      </a:cubicBezTo>
                      <a:cubicBezTo>
                        <a:pt x="3125" y="338137"/>
                        <a:pt x="44082" y="439102"/>
                        <a:pt x="40844" y="448056"/>
                      </a:cubicBezTo>
                      <a:cubicBezTo>
                        <a:pt x="40844" y="448056"/>
                        <a:pt x="170765" y="476250"/>
                        <a:pt x="427559" y="435769"/>
                      </a:cubicBezTo>
                      <a:cubicBezTo>
                        <a:pt x="411176" y="289465"/>
                        <a:pt x="353740" y="140494"/>
                        <a:pt x="327261" y="66199"/>
                      </a:cubicBezTo>
                      <a:cubicBezTo>
                        <a:pt x="327261" y="66199"/>
                        <a:pt x="245250" y="1619"/>
                        <a:pt x="223533" y="0"/>
                      </a:cubicBezTo>
                      <a:cubicBezTo>
                        <a:pt x="223438" y="0"/>
                        <a:pt x="184386" y="53816"/>
                        <a:pt x="83135" y="237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5" name="Google Shape;1115;p37">
                  <a:extLst>
                    <a:ext uri="{FF2B5EF4-FFF2-40B4-BE49-F238E27FC236}">
                      <a16:creationId xmlns:a16="http://schemas.microsoft.com/office/drawing/2014/main" id="{CEBF5426-FDBE-C0B5-0150-E8AA1359F449}"/>
                    </a:ext>
                  </a:extLst>
                </p:cNvPr>
                <p:cNvSpPr/>
                <p:nvPr/>
              </p:nvSpPr>
              <p:spPr>
                <a:xfrm>
                  <a:off x="1664696" y="2342048"/>
                  <a:ext cx="371180" cy="270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180" h="270520" extrusionOk="0">
                      <a:moveTo>
                        <a:pt x="371180" y="270521"/>
                      </a:moveTo>
                      <a:lnTo>
                        <a:pt x="310030" y="68877"/>
                      </a:lnTo>
                      <a:cubicBezTo>
                        <a:pt x="304981" y="52208"/>
                        <a:pt x="291265" y="39730"/>
                        <a:pt x="274216" y="36111"/>
                      </a:cubicBezTo>
                      <a:lnTo>
                        <a:pt x="26470" y="487"/>
                      </a:lnTo>
                      <a:cubicBezTo>
                        <a:pt x="10183" y="-2942"/>
                        <a:pt x="-3819" y="12298"/>
                        <a:pt x="943" y="28300"/>
                      </a:cubicBezTo>
                      <a:lnTo>
                        <a:pt x="52664" y="201750"/>
                      </a:lnTo>
                      <a:cubicBezTo>
                        <a:pt x="54950" y="209371"/>
                        <a:pt x="61046" y="215086"/>
                        <a:pt x="68761" y="216895"/>
                      </a:cubicBezTo>
                      <a:lnTo>
                        <a:pt x="371180" y="27052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6" name="Google Shape;1116;p37">
                  <a:extLst>
                    <a:ext uri="{FF2B5EF4-FFF2-40B4-BE49-F238E27FC236}">
                      <a16:creationId xmlns:a16="http://schemas.microsoft.com/office/drawing/2014/main" id="{F53E9DD2-BD3F-8F18-7C7B-C56D0E093AC1}"/>
                    </a:ext>
                  </a:extLst>
                </p:cNvPr>
                <p:cNvSpPr/>
                <p:nvPr/>
              </p:nvSpPr>
              <p:spPr>
                <a:xfrm>
                  <a:off x="1880521" y="2448333"/>
                  <a:ext cx="236793" cy="2247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793" h="224719" extrusionOk="0">
                      <a:moveTo>
                        <a:pt x="204980" y="224720"/>
                      </a:moveTo>
                      <a:cubicBezTo>
                        <a:pt x="99158" y="152235"/>
                        <a:pt x="39626" y="95371"/>
                        <a:pt x="28292" y="85369"/>
                      </a:cubicBezTo>
                      <a:cubicBezTo>
                        <a:pt x="21815" y="79654"/>
                        <a:pt x="4098" y="60319"/>
                        <a:pt x="5527" y="57080"/>
                      </a:cubicBezTo>
                      <a:cubicBezTo>
                        <a:pt x="8861" y="49650"/>
                        <a:pt x="44865" y="87750"/>
                        <a:pt x="44008" y="85179"/>
                      </a:cubicBezTo>
                      <a:cubicBezTo>
                        <a:pt x="43055" y="82702"/>
                        <a:pt x="-2379" y="43269"/>
                        <a:pt x="98" y="37268"/>
                      </a:cubicBezTo>
                      <a:cubicBezTo>
                        <a:pt x="3908" y="28124"/>
                        <a:pt x="53819" y="72891"/>
                        <a:pt x="54676" y="73654"/>
                      </a:cubicBezTo>
                      <a:cubicBezTo>
                        <a:pt x="67916" y="84512"/>
                        <a:pt x="5241" y="32696"/>
                        <a:pt x="6289" y="25743"/>
                      </a:cubicBezTo>
                      <a:cubicBezTo>
                        <a:pt x="7337" y="18885"/>
                        <a:pt x="37626" y="40506"/>
                        <a:pt x="38674" y="41269"/>
                      </a:cubicBezTo>
                      <a:cubicBezTo>
                        <a:pt x="38674" y="41269"/>
                        <a:pt x="63439" y="61366"/>
                        <a:pt x="65344" y="59842"/>
                      </a:cubicBezTo>
                      <a:cubicBezTo>
                        <a:pt x="67154" y="58318"/>
                        <a:pt x="24672" y="1168"/>
                        <a:pt x="32102" y="25"/>
                      </a:cubicBezTo>
                      <a:cubicBezTo>
                        <a:pt x="39531" y="-1118"/>
                        <a:pt x="74393" y="36982"/>
                        <a:pt x="82965" y="45079"/>
                      </a:cubicBezTo>
                      <a:cubicBezTo>
                        <a:pt x="91538" y="53175"/>
                        <a:pt x="106587" y="61080"/>
                        <a:pt x="111445" y="60319"/>
                      </a:cubicBezTo>
                      <a:cubicBezTo>
                        <a:pt x="115541" y="59652"/>
                        <a:pt x="118970" y="41745"/>
                        <a:pt x="114874" y="32601"/>
                      </a:cubicBezTo>
                      <a:cubicBezTo>
                        <a:pt x="114874" y="32601"/>
                        <a:pt x="135829" y="54604"/>
                        <a:pt x="142211" y="73082"/>
                      </a:cubicBezTo>
                      <a:cubicBezTo>
                        <a:pt x="145544" y="82797"/>
                        <a:pt x="147640" y="95180"/>
                        <a:pt x="147640" y="95180"/>
                      </a:cubicBezTo>
                      <a:lnTo>
                        <a:pt x="236794" y="154045"/>
                      </a:lnTo>
                      <a:lnTo>
                        <a:pt x="204980" y="224720"/>
                      </a:lnTo>
                      <a:close/>
                    </a:path>
                  </a:pathLst>
                </a:custGeom>
                <a:solidFill>
                  <a:srgbClr val="D4603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7" name="Google Shape;1117;p37">
                  <a:extLst>
                    <a:ext uri="{FF2B5EF4-FFF2-40B4-BE49-F238E27FC236}">
                      <a16:creationId xmlns:a16="http://schemas.microsoft.com/office/drawing/2014/main" id="{48D4C6EB-60CA-50F6-999C-B4EF23CA37BF}"/>
                    </a:ext>
                  </a:extLst>
                </p:cNvPr>
                <p:cNvSpPr/>
                <p:nvPr/>
              </p:nvSpPr>
              <p:spPr>
                <a:xfrm>
                  <a:off x="1985775" y="2277890"/>
                  <a:ext cx="410182" cy="4982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182" h="498297" extrusionOk="0">
                      <a:moveTo>
                        <a:pt x="283369" y="73313"/>
                      </a:moveTo>
                      <a:cubicBezTo>
                        <a:pt x="283369" y="73313"/>
                        <a:pt x="306419" y="-21556"/>
                        <a:pt x="348996" y="4543"/>
                      </a:cubicBezTo>
                      <a:cubicBezTo>
                        <a:pt x="421100" y="48644"/>
                        <a:pt x="449866" y="263051"/>
                        <a:pt x="319564" y="482984"/>
                      </a:cubicBezTo>
                      <a:cubicBezTo>
                        <a:pt x="277273" y="554326"/>
                        <a:pt x="0" y="353253"/>
                        <a:pt x="0" y="353253"/>
                      </a:cubicBezTo>
                      <a:lnTo>
                        <a:pt x="65627" y="250288"/>
                      </a:lnTo>
                      <a:lnTo>
                        <a:pt x="215360" y="343252"/>
                      </a:lnTo>
                      <a:lnTo>
                        <a:pt x="283369" y="7331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8" name="Google Shape;1118;p37">
                  <a:extLst>
                    <a:ext uri="{FF2B5EF4-FFF2-40B4-BE49-F238E27FC236}">
                      <a16:creationId xmlns:a16="http://schemas.microsoft.com/office/drawing/2014/main" id="{92742901-0863-B31E-86EF-9077DAD7A1B8}"/>
                    </a:ext>
                  </a:extLst>
                </p:cNvPr>
                <p:cNvSpPr/>
                <p:nvPr/>
              </p:nvSpPr>
              <p:spPr>
                <a:xfrm>
                  <a:off x="2205135" y="2091170"/>
                  <a:ext cx="99441" cy="994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441" h="99441" extrusionOk="0">
                      <a:moveTo>
                        <a:pt x="49721" y="99441"/>
                      </a:moveTo>
                      <a:cubicBezTo>
                        <a:pt x="22289" y="99441"/>
                        <a:pt x="0" y="77153"/>
                        <a:pt x="0" y="49721"/>
                      </a:cubicBezTo>
                      <a:cubicBezTo>
                        <a:pt x="0" y="22288"/>
                        <a:pt x="22289" y="0"/>
                        <a:pt x="49721" y="0"/>
                      </a:cubicBezTo>
                      <a:cubicBezTo>
                        <a:pt x="77152" y="0"/>
                        <a:pt x="99441" y="22288"/>
                        <a:pt x="99441" y="49721"/>
                      </a:cubicBezTo>
                      <a:cubicBezTo>
                        <a:pt x="99441" y="77153"/>
                        <a:pt x="77152" y="99441"/>
                        <a:pt x="49721" y="99441"/>
                      </a:cubicBezTo>
                      <a:close/>
                      <a:moveTo>
                        <a:pt x="49721" y="4477"/>
                      </a:moveTo>
                      <a:cubicBezTo>
                        <a:pt x="24765" y="4477"/>
                        <a:pt x="4381" y="24765"/>
                        <a:pt x="4381" y="49816"/>
                      </a:cubicBezTo>
                      <a:cubicBezTo>
                        <a:pt x="4381" y="74867"/>
                        <a:pt x="24670" y="95155"/>
                        <a:pt x="49721" y="95155"/>
                      </a:cubicBezTo>
                      <a:cubicBezTo>
                        <a:pt x="74771" y="95155"/>
                        <a:pt x="95060" y="74867"/>
                        <a:pt x="95060" y="49816"/>
                      </a:cubicBezTo>
                      <a:cubicBezTo>
                        <a:pt x="95060" y="24765"/>
                        <a:pt x="74676" y="4477"/>
                        <a:pt x="49721" y="447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119" name="Google Shape;1119;p37">
                <a:extLst>
                  <a:ext uri="{FF2B5EF4-FFF2-40B4-BE49-F238E27FC236}">
                    <a16:creationId xmlns:a16="http://schemas.microsoft.com/office/drawing/2014/main" id="{F0DD4D39-3759-84EC-0271-EC2A9DCE21CD}"/>
                  </a:ext>
                </a:extLst>
              </p:cNvPr>
              <p:cNvSpPr/>
              <p:nvPr/>
            </p:nvSpPr>
            <p:spPr>
              <a:xfrm rot="-9414398">
                <a:off x="2144222" y="2053107"/>
                <a:ext cx="41373" cy="23141"/>
              </a:xfrm>
              <a:custGeom>
                <a:avLst/>
                <a:gdLst/>
                <a:ahLst/>
                <a:cxnLst/>
                <a:rect l="l" t="t" r="r" b="b"/>
                <a:pathLst>
                  <a:path w="45" h="25" extrusionOk="0">
                    <a:moveTo>
                      <a:pt x="27" y="0"/>
                    </a:moveTo>
                    <a:cubicBezTo>
                      <a:pt x="24" y="0"/>
                      <a:pt x="21" y="1"/>
                      <a:pt x="18" y="2"/>
                    </a:cubicBezTo>
                    <a:cubicBezTo>
                      <a:pt x="6" y="7"/>
                      <a:pt x="0" y="21"/>
                      <a:pt x="0" y="21"/>
                    </a:cubicBezTo>
                    <a:cubicBezTo>
                      <a:pt x="0" y="21"/>
                      <a:pt x="8" y="25"/>
                      <a:pt x="17" y="25"/>
                    </a:cubicBezTo>
                    <a:cubicBezTo>
                      <a:pt x="20" y="25"/>
                      <a:pt x="23" y="25"/>
                      <a:pt x="26" y="24"/>
                    </a:cubicBezTo>
                    <a:cubicBezTo>
                      <a:pt x="39" y="19"/>
                      <a:pt x="45" y="4"/>
                      <a:pt x="45" y="4"/>
                    </a:cubicBezTo>
                    <a:cubicBezTo>
                      <a:pt x="45" y="4"/>
                      <a:pt x="37" y="0"/>
                      <a:pt x="27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20" name="Google Shape;1120;p37">
              <a:extLst>
                <a:ext uri="{FF2B5EF4-FFF2-40B4-BE49-F238E27FC236}">
                  <a16:creationId xmlns:a16="http://schemas.microsoft.com/office/drawing/2014/main" id="{F2020032-056B-6F1F-C982-4A3CF3A6C95E}"/>
                </a:ext>
              </a:extLst>
            </p:cNvPr>
            <p:cNvGrpSpPr/>
            <p:nvPr/>
          </p:nvGrpSpPr>
          <p:grpSpPr>
            <a:xfrm>
              <a:off x="3240259" y="1052240"/>
              <a:ext cx="1031754" cy="966798"/>
              <a:chOff x="1932280" y="1331475"/>
              <a:chExt cx="637200" cy="597084"/>
            </a:xfrm>
          </p:grpSpPr>
          <p:sp>
            <p:nvSpPr>
              <p:cNvPr id="1121" name="Google Shape;1121;p37">
                <a:extLst>
                  <a:ext uri="{FF2B5EF4-FFF2-40B4-BE49-F238E27FC236}">
                    <a16:creationId xmlns:a16="http://schemas.microsoft.com/office/drawing/2014/main" id="{E2B5FB9A-AF88-0C68-79F6-F45D657C863D}"/>
                  </a:ext>
                </a:extLst>
              </p:cNvPr>
              <p:cNvSpPr/>
              <p:nvPr/>
            </p:nvSpPr>
            <p:spPr>
              <a:xfrm>
                <a:off x="1932280" y="1393658"/>
                <a:ext cx="637200" cy="534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2" name="Google Shape;1122;p37">
                <a:extLst>
                  <a:ext uri="{FF2B5EF4-FFF2-40B4-BE49-F238E27FC236}">
                    <a16:creationId xmlns:a16="http://schemas.microsoft.com/office/drawing/2014/main" id="{7D7EEF51-0A8F-DC0E-5132-84FB691F75D7}"/>
                  </a:ext>
                </a:extLst>
              </p:cNvPr>
              <p:cNvSpPr/>
              <p:nvPr/>
            </p:nvSpPr>
            <p:spPr>
              <a:xfrm>
                <a:off x="2033687" y="1869127"/>
                <a:ext cx="993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3" name="Google Shape;1123;p37">
                <a:extLst>
                  <a:ext uri="{FF2B5EF4-FFF2-40B4-BE49-F238E27FC236}">
                    <a16:creationId xmlns:a16="http://schemas.microsoft.com/office/drawing/2014/main" id="{5F939E51-91C6-E6A1-908B-06578758C9E0}"/>
                  </a:ext>
                </a:extLst>
              </p:cNvPr>
              <p:cNvSpPr/>
              <p:nvPr/>
            </p:nvSpPr>
            <p:spPr>
              <a:xfrm>
                <a:off x="1977243" y="1857647"/>
                <a:ext cx="38400" cy="39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4" name="Google Shape;1124;p37">
                <a:extLst>
                  <a:ext uri="{FF2B5EF4-FFF2-40B4-BE49-F238E27FC236}">
                    <a16:creationId xmlns:a16="http://schemas.microsoft.com/office/drawing/2014/main" id="{CC5C1B98-0549-A739-0864-F8BC4581172B}"/>
                  </a:ext>
                </a:extLst>
              </p:cNvPr>
              <p:cNvSpPr/>
              <p:nvPr/>
            </p:nvSpPr>
            <p:spPr>
              <a:xfrm>
                <a:off x="2432621" y="1869127"/>
                <a:ext cx="1005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5" name="Google Shape;1125;p37">
                <a:extLst>
                  <a:ext uri="{FF2B5EF4-FFF2-40B4-BE49-F238E27FC236}">
                    <a16:creationId xmlns:a16="http://schemas.microsoft.com/office/drawing/2014/main" id="{287AF6C6-CFEE-FB9C-9FD5-FA0BCB91739E}"/>
                  </a:ext>
                </a:extLst>
              </p:cNvPr>
              <p:cNvSpPr/>
              <p:nvPr/>
            </p:nvSpPr>
            <p:spPr>
              <a:xfrm>
                <a:off x="2377133" y="1857647"/>
                <a:ext cx="39300" cy="39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6" name="Google Shape;1126;p37">
                <a:extLst>
                  <a:ext uri="{FF2B5EF4-FFF2-40B4-BE49-F238E27FC236}">
                    <a16:creationId xmlns:a16="http://schemas.microsoft.com/office/drawing/2014/main" id="{BFFC9D0C-D9B5-C40F-A51B-763200423DD9}"/>
                  </a:ext>
                </a:extLst>
              </p:cNvPr>
              <p:cNvSpPr/>
              <p:nvPr/>
            </p:nvSpPr>
            <p:spPr>
              <a:xfrm>
                <a:off x="1932280" y="1331475"/>
                <a:ext cx="637146" cy="62184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7" name="Google Shape;1127;p37">
                <a:extLst>
                  <a:ext uri="{FF2B5EF4-FFF2-40B4-BE49-F238E27FC236}">
                    <a16:creationId xmlns:a16="http://schemas.microsoft.com/office/drawing/2014/main" id="{A8398629-7F35-BC9E-3E12-501D680CC1A3}"/>
                  </a:ext>
                </a:extLst>
              </p:cNvPr>
              <p:cNvSpPr/>
              <p:nvPr/>
            </p:nvSpPr>
            <p:spPr>
              <a:xfrm>
                <a:off x="1959067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8" name="Google Shape;1128;p37">
                <a:extLst>
                  <a:ext uri="{FF2B5EF4-FFF2-40B4-BE49-F238E27FC236}">
                    <a16:creationId xmlns:a16="http://schemas.microsoft.com/office/drawing/2014/main" id="{907203AB-E9A9-813C-F781-D5299392B09A}"/>
                  </a:ext>
                </a:extLst>
              </p:cNvPr>
              <p:cNvSpPr/>
              <p:nvPr/>
            </p:nvSpPr>
            <p:spPr>
              <a:xfrm>
                <a:off x="2003074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9" name="Google Shape;1129;p37">
                <a:extLst>
                  <a:ext uri="{FF2B5EF4-FFF2-40B4-BE49-F238E27FC236}">
                    <a16:creationId xmlns:a16="http://schemas.microsoft.com/office/drawing/2014/main" id="{7EEAD873-A5A8-9BCE-2093-0B011262C4B0}"/>
                  </a:ext>
                </a:extLst>
              </p:cNvPr>
              <p:cNvSpPr/>
              <p:nvPr/>
            </p:nvSpPr>
            <p:spPr>
              <a:xfrm>
                <a:off x="2047081" y="1348695"/>
                <a:ext cx="297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0" name="Google Shape;1130;p37">
                <a:extLst>
                  <a:ext uri="{FF2B5EF4-FFF2-40B4-BE49-F238E27FC236}">
                    <a16:creationId xmlns:a16="http://schemas.microsoft.com/office/drawing/2014/main" id="{7397740C-50F8-29F0-CC18-9B66FF6409B6}"/>
                  </a:ext>
                </a:extLst>
              </p:cNvPr>
              <p:cNvSpPr/>
              <p:nvPr/>
            </p:nvSpPr>
            <p:spPr>
              <a:xfrm>
                <a:off x="2045167" y="1431925"/>
                <a:ext cx="411300" cy="411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1" name="Google Shape;1131;p37">
                <a:extLst>
                  <a:ext uri="{FF2B5EF4-FFF2-40B4-BE49-F238E27FC236}">
                    <a16:creationId xmlns:a16="http://schemas.microsoft.com/office/drawing/2014/main" id="{012973F8-B863-6824-3CC1-FF67F1B128B2}"/>
                  </a:ext>
                </a:extLst>
              </p:cNvPr>
              <p:cNvSpPr/>
              <p:nvPr/>
            </p:nvSpPr>
            <p:spPr>
              <a:xfrm>
                <a:off x="2115004" y="1502719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2" name="Google Shape;1132;p37">
                <a:extLst>
                  <a:ext uri="{FF2B5EF4-FFF2-40B4-BE49-F238E27FC236}">
                    <a16:creationId xmlns:a16="http://schemas.microsoft.com/office/drawing/2014/main" id="{4DCBC2EA-F900-3B73-FEBB-EDB2031AB589}"/>
                  </a:ext>
                </a:extLst>
              </p:cNvPr>
              <p:cNvSpPr/>
              <p:nvPr/>
            </p:nvSpPr>
            <p:spPr>
              <a:xfrm>
                <a:off x="2093958" y="1495066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33" name="Google Shape;1133;p37">
              <a:extLst>
                <a:ext uri="{FF2B5EF4-FFF2-40B4-BE49-F238E27FC236}">
                  <a16:creationId xmlns:a16="http://schemas.microsoft.com/office/drawing/2014/main" id="{ABC20055-A209-267F-4421-403F10E4DCA5}"/>
                </a:ext>
              </a:extLst>
            </p:cNvPr>
            <p:cNvGrpSpPr/>
            <p:nvPr/>
          </p:nvGrpSpPr>
          <p:grpSpPr>
            <a:xfrm>
              <a:off x="2506206" y="2214150"/>
              <a:ext cx="1122628" cy="1495382"/>
              <a:chOff x="8029471" y="1308462"/>
              <a:chExt cx="617100" cy="822000"/>
            </a:xfrm>
          </p:grpSpPr>
          <p:sp>
            <p:nvSpPr>
              <p:cNvPr id="1134" name="Google Shape;1134;p37">
                <a:extLst>
                  <a:ext uri="{FF2B5EF4-FFF2-40B4-BE49-F238E27FC236}">
                    <a16:creationId xmlns:a16="http://schemas.microsoft.com/office/drawing/2014/main" id="{48C648D4-CC5F-E1DA-398A-7403188BA61C}"/>
                  </a:ext>
                </a:extLst>
              </p:cNvPr>
              <p:cNvSpPr/>
              <p:nvPr/>
            </p:nvSpPr>
            <p:spPr>
              <a:xfrm>
                <a:off x="8029471" y="1308462"/>
                <a:ext cx="617100" cy="8220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5" name="Google Shape;1135;p37">
                <a:extLst>
                  <a:ext uri="{FF2B5EF4-FFF2-40B4-BE49-F238E27FC236}">
                    <a16:creationId xmlns:a16="http://schemas.microsoft.com/office/drawing/2014/main" id="{76AE1AD6-B1BF-905D-04D3-0DE227429262}"/>
                  </a:ext>
                </a:extLst>
              </p:cNvPr>
              <p:cNvSpPr/>
              <p:nvPr/>
            </p:nvSpPr>
            <p:spPr>
              <a:xfrm>
                <a:off x="8079218" y="1651909"/>
                <a:ext cx="5349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6" name="Google Shape;1136;p37">
                <a:extLst>
                  <a:ext uri="{FF2B5EF4-FFF2-40B4-BE49-F238E27FC236}">
                    <a16:creationId xmlns:a16="http://schemas.microsoft.com/office/drawing/2014/main" id="{4C0AB4D7-B066-A92B-2E10-32775EEADCFE}"/>
                  </a:ext>
                </a:extLst>
              </p:cNvPr>
              <p:cNvSpPr/>
              <p:nvPr/>
            </p:nvSpPr>
            <p:spPr>
              <a:xfrm>
                <a:off x="8079218" y="1695916"/>
                <a:ext cx="5349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7" name="Google Shape;1137;p37">
                <a:extLst>
                  <a:ext uri="{FF2B5EF4-FFF2-40B4-BE49-F238E27FC236}">
                    <a16:creationId xmlns:a16="http://schemas.microsoft.com/office/drawing/2014/main" id="{E5CA071E-9C48-9007-B2C8-38EFDF08CDEE}"/>
                  </a:ext>
                </a:extLst>
              </p:cNvPr>
              <p:cNvSpPr/>
              <p:nvPr/>
            </p:nvSpPr>
            <p:spPr>
              <a:xfrm>
                <a:off x="8079218" y="1738966"/>
                <a:ext cx="5349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8" name="Google Shape;1138;p37">
                <a:extLst>
                  <a:ext uri="{FF2B5EF4-FFF2-40B4-BE49-F238E27FC236}">
                    <a16:creationId xmlns:a16="http://schemas.microsoft.com/office/drawing/2014/main" id="{89DCFC24-E4E4-C716-A1FE-837A4FA78BA2}"/>
                  </a:ext>
                </a:extLst>
              </p:cNvPr>
              <p:cNvSpPr/>
              <p:nvPr/>
            </p:nvSpPr>
            <p:spPr>
              <a:xfrm>
                <a:off x="8079218" y="1782973"/>
                <a:ext cx="3090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9" name="Google Shape;1139;p37">
                <a:extLst>
                  <a:ext uri="{FF2B5EF4-FFF2-40B4-BE49-F238E27FC236}">
                    <a16:creationId xmlns:a16="http://schemas.microsoft.com/office/drawing/2014/main" id="{B9CADED5-A878-D5C8-298B-A5FBFAEDE3E3}"/>
                  </a:ext>
                </a:extLst>
              </p:cNvPr>
              <p:cNvSpPr/>
              <p:nvPr/>
            </p:nvSpPr>
            <p:spPr>
              <a:xfrm>
                <a:off x="8079218" y="1826981"/>
                <a:ext cx="3090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0" name="Google Shape;1140;p37">
                <a:extLst>
                  <a:ext uri="{FF2B5EF4-FFF2-40B4-BE49-F238E27FC236}">
                    <a16:creationId xmlns:a16="http://schemas.microsoft.com/office/drawing/2014/main" id="{1BAAFD8E-1263-3C03-A6AC-25E40EE4443E}"/>
                  </a:ext>
                </a:extLst>
              </p:cNvPr>
              <p:cNvSpPr/>
              <p:nvPr/>
            </p:nvSpPr>
            <p:spPr>
              <a:xfrm>
                <a:off x="8077305" y="1389780"/>
                <a:ext cx="204600" cy="204600"/>
              </a:xfrm>
              <a:prstGeom prst="ellipse">
                <a:avLst/>
              </a:prstGeom>
              <a:solidFill>
                <a:srgbClr val="FF494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1" name="Google Shape;1141;p37">
                <a:extLst>
                  <a:ext uri="{FF2B5EF4-FFF2-40B4-BE49-F238E27FC236}">
                    <a16:creationId xmlns:a16="http://schemas.microsoft.com/office/drawing/2014/main" id="{07F6C356-BCFA-1272-57A2-8C52C909C7FB}"/>
                  </a:ext>
                </a:extLst>
              </p:cNvPr>
              <p:cNvSpPr/>
              <p:nvPr/>
            </p:nvSpPr>
            <p:spPr>
              <a:xfrm>
                <a:off x="8066781" y="1380213"/>
                <a:ext cx="224819" cy="223862"/>
              </a:xfrm>
              <a:custGeom>
                <a:avLst/>
                <a:gdLst/>
                <a:ahLst/>
                <a:cxnLst/>
                <a:rect l="l" t="t" r="r" b="b"/>
                <a:pathLst>
                  <a:path w="257" h="257" extrusionOk="0">
                    <a:moveTo>
                      <a:pt x="129" y="257"/>
                    </a:moveTo>
                    <a:cubicBezTo>
                      <a:pt x="58" y="257"/>
                      <a:pt x="0" y="199"/>
                      <a:pt x="0" y="128"/>
                    </a:cubicBezTo>
                    <a:cubicBezTo>
                      <a:pt x="0" y="58"/>
                      <a:pt x="58" y="0"/>
                      <a:pt x="129" y="0"/>
                    </a:cubicBezTo>
                    <a:cubicBezTo>
                      <a:pt x="200" y="0"/>
                      <a:pt x="257" y="58"/>
                      <a:pt x="257" y="128"/>
                    </a:cubicBezTo>
                    <a:cubicBezTo>
                      <a:pt x="257" y="135"/>
                      <a:pt x="252" y="140"/>
                      <a:pt x="246" y="140"/>
                    </a:cubicBezTo>
                    <a:cubicBezTo>
                      <a:pt x="240" y="140"/>
                      <a:pt x="234" y="135"/>
                      <a:pt x="234" y="128"/>
                    </a:cubicBezTo>
                    <a:cubicBezTo>
                      <a:pt x="234" y="70"/>
                      <a:pt x="187" y="23"/>
                      <a:pt x="129" y="23"/>
                    </a:cubicBezTo>
                    <a:cubicBezTo>
                      <a:pt x="71" y="23"/>
                      <a:pt x="23" y="70"/>
                      <a:pt x="23" y="128"/>
                    </a:cubicBezTo>
                    <a:cubicBezTo>
                      <a:pt x="23" y="187"/>
                      <a:pt x="71" y="234"/>
                      <a:pt x="129" y="234"/>
                    </a:cubicBezTo>
                    <a:cubicBezTo>
                      <a:pt x="135" y="234"/>
                      <a:pt x="140" y="239"/>
                      <a:pt x="140" y="245"/>
                    </a:cubicBezTo>
                    <a:cubicBezTo>
                      <a:pt x="140" y="252"/>
                      <a:pt x="135" y="257"/>
                      <a:pt x="129" y="25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2" name="Google Shape;1142;p37">
                <a:extLst>
                  <a:ext uri="{FF2B5EF4-FFF2-40B4-BE49-F238E27FC236}">
                    <a16:creationId xmlns:a16="http://schemas.microsoft.com/office/drawing/2014/main" id="{9C58E4C6-4C4C-B874-AA89-8E5159A87E8E}"/>
                  </a:ext>
                </a:extLst>
              </p:cNvPr>
              <p:cNvSpPr/>
              <p:nvPr/>
            </p:nvSpPr>
            <p:spPr>
              <a:xfrm>
                <a:off x="8114615" y="1428047"/>
                <a:ext cx="130200" cy="1281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3" name="Google Shape;1143;p37">
                <a:extLst>
                  <a:ext uri="{FF2B5EF4-FFF2-40B4-BE49-F238E27FC236}">
                    <a16:creationId xmlns:a16="http://schemas.microsoft.com/office/drawing/2014/main" id="{4FAA2854-C0A7-290A-873E-C39B90A68EB9}"/>
                  </a:ext>
                </a:extLst>
              </p:cNvPr>
              <p:cNvSpPr/>
              <p:nvPr/>
            </p:nvSpPr>
            <p:spPr>
              <a:xfrm>
                <a:off x="8317430" y="1380213"/>
                <a:ext cx="2964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4" name="Google Shape;1144;p37">
                <a:extLst>
                  <a:ext uri="{FF2B5EF4-FFF2-40B4-BE49-F238E27FC236}">
                    <a16:creationId xmlns:a16="http://schemas.microsoft.com/office/drawing/2014/main" id="{82621F34-9B81-FA59-45EC-CC64DB349992}"/>
                  </a:ext>
                </a:extLst>
              </p:cNvPr>
              <p:cNvSpPr/>
              <p:nvPr/>
            </p:nvSpPr>
            <p:spPr>
              <a:xfrm>
                <a:off x="8317430" y="1424220"/>
                <a:ext cx="2964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5" name="Google Shape;1145;p37">
                <a:extLst>
                  <a:ext uri="{FF2B5EF4-FFF2-40B4-BE49-F238E27FC236}">
                    <a16:creationId xmlns:a16="http://schemas.microsoft.com/office/drawing/2014/main" id="{7FBDC2B4-444F-A710-45FE-BF43ACF4F985}"/>
                  </a:ext>
                </a:extLst>
              </p:cNvPr>
              <p:cNvSpPr/>
              <p:nvPr/>
            </p:nvSpPr>
            <p:spPr>
              <a:xfrm>
                <a:off x="8317430" y="1468227"/>
                <a:ext cx="2964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6" name="Google Shape;1146;p37">
                <a:extLst>
                  <a:ext uri="{FF2B5EF4-FFF2-40B4-BE49-F238E27FC236}">
                    <a16:creationId xmlns:a16="http://schemas.microsoft.com/office/drawing/2014/main" id="{422BD2BA-9CD9-3E82-5B8E-BC35222E61A6}"/>
                  </a:ext>
                </a:extLst>
              </p:cNvPr>
              <p:cNvSpPr/>
              <p:nvPr/>
            </p:nvSpPr>
            <p:spPr>
              <a:xfrm>
                <a:off x="8317430" y="1512234"/>
                <a:ext cx="2133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7" name="Google Shape;1147;p37">
                <a:extLst>
                  <a:ext uri="{FF2B5EF4-FFF2-40B4-BE49-F238E27FC236}">
                    <a16:creationId xmlns:a16="http://schemas.microsoft.com/office/drawing/2014/main" id="{0A7779C6-3E81-DC31-885A-B6A10D438CDF}"/>
                  </a:ext>
                </a:extLst>
              </p:cNvPr>
              <p:cNvSpPr/>
              <p:nvPr/>
            </p:nvSpPr>
            <p:spPr>
              <a:xfrm>
                <a:off x="8317430" y="1557198"/>
                <a:ext cx="2133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8" name="Google Shape;1148;p37">
                <a:extLst>
                  <a:ext uri="{FF2B5EF4-FFF2-40B4-BE49-F238E27FC236}">
                    <a16:creationId xmlns:a16="http://schemas.microsoft.com/office/drawing/2014/main" id="{D073447A-D47D-7C15-7650-83E58111DC6C}"/>
                  </a:ext>
                </a:extLst>
              </p:cNvPr>
              <p:cNvSpPr/>
              <p:nvPr/>
            </p:nvSpPr>
            <p:spPr>
              <a:xfrm>
                <a:off x="8190192" y="1887251"/>
                <a:ext cx="1158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9" name="Google Shape;1149;p37">
                <a:extLst>
                  <a:ext uri="{FF2B5EF4-FFF2-40B4-BE49-F238E27FC236}">
                    <a16:creationId xmlns:a16="http://schemas.microsoft.com/office/drawing/2014/main" id="{7A5D1A5D-2DDD-1A63-0F86-18A01CDF2210}"/>
                  </a:ext>
                </a:extLst>
              </p:cNvPr>
              <p:cNvSpPr/>
              <p:nvPr/>
            </p:nvSpPr>
            <p:spPr>
              <a:xfrm>
                <a:off x="8190192" y="1911168"/>
                <a:ext cx="1158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0" name="Google Shape;1150;p37">
                <a:extLst>
                  <a:ext uri="{FF2B5EF4-FFF2-40B4-BE49-F238E27FC236}">
                    <a16:creationId xmlns:a16="http://schemas.microsoft.com/office/drawing/2014/main" id="{C7B5B979-A5DC-038C-409A-B0B396640C0E}"/>
                  </a:ext>
                </a:extLst>
              </p:cNvPr>
              <p:cNvSpPr/>
              <p:nvPr/>
            </p:nvSpPr>
            <p:spPr>
              <a:xfrm>
                <a:off x="8190192" y="1935085"/>
                <a:ext cx="831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1" name="Google Shape;1151;p37">
                <a:extLst>
                  <a:ext uri="{FF2B5EF4-FFF2-40B4-BE49-F238E27FC236}">
                    <a16:creationId xmlns:a16="http://schemas.microsoft.com/office/drawing/2014/main" id="{445EDD08-AA4D-3FFA-0C69-0233398019EF}"/>
                  </a:ext>
                </a:extLst>
              </p:cNvPr>
              <p:cNvSpPr/>
              <p:nvPr/>
            </p:nvSpPr>
            <p:spPr>
              <a:xfrm>
                <a:off x="8079218" y="1887251"/>
                <a:ext cx="79500" cy="7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2" name="Google Shape;1152;p37">
                <a:extLst>
                  <a:ext uri="{FF2B5EF4-FFF2-40B4-BE49-F238E27FC236}">
                    <a16:creationId xmlns:a16="http://schemas.microsoft.com/office/drawing/2014/main" id="{386B37DA-9158-46AE-019D-1CDD8B1F7CE3}"/>
                  </a:ext>
                </a:extLst>
              </p:cNvPr>
              <p:cNvSpPr/>
              <p:nvPr/>
            </p:nvSpPr>
            <p:spPr>
              <a:xfrm>
                <a:off x="8499198" y="1887251"/>
                <a:ext cx="1149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3" name="Google Shape;1153;p37">
                <a:extLst>
                  <a:ext uri="{FF2B5EF4-FFF2-40B4-BE49-F238E27FC236}">
                    <a16:creationId xmlns:a16="http://schemas.microsoft.com/office/drawing/2014/main" id="{B2678013-9AA0-4154-F32E-27C662827F53}"/>
                  </a:ext>
                </a:extLst>
              </p:cNvPr>
              <p:cNvSpPr/>
              <p:nvPr/>
            </p:nvSpPr>
            <p:spPr>
              <a:xfrm>
                <a:off x="8499198" y="1911168"/>
                <a:ext cx="1149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4" name="Google Shape;1154;p37">
                <a:extLst>
                  <a:ext uri="{FF2B5EF4-FFF2-40B4-BE49-F238E27FC236}">
                    <a16:creationId xmlns:a16="http://schemas.microsoft.com/office/drawing/2014/main" id="{CB96BE50-EA72-22A7-F344-318A875E724A}"/>
                  </a:ext>
                </a:extLst>
              </p:cNvPr>
              <p:cNvSpPr/>
              <p:nvPr/>
            </p:nvSpPr>
            <p:spPr>
              <a:xfrm>
                <a:off x="8499198" y="1935085"/>
                <a:ext cx="831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5" name="Google Shape;1155;p37">
                <a:extLst>
                  <a:ext uri="{FF2B5EF4-FFF2-40B4-BE49-F238E27FC236}">
                    <a16:creationId xmlns:a16="http://schemas.microsoft.com/office/drawing/2014/main" id="{A4F3D8A8-C7E9-0A5E-2B1A-BF032DEC929C}"/>
                  </a:ext>
                </a:extLst>
              </p:cNvPr>
              <p:cNvSpPr/>
              <p:nvPr/>
            </p:nvSpPr>
            <p:spPr>
              <a:xfrm>
                <a:off x="8388224" y="1887251"/>
                <a:ext cx="79500" cy="795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6" name="Google Shape;1156;p37">
                <a:extLst>
                  <a:ext uri="{FF2B5EF4-FFF2-40B4-BE49-F238E27FC236}">
                    <a16:creationId xmlns:a16="http://schemas.microsoft.com/office/drawing/2014/main" id="{593D9C37-1730-CC9C-C256-2696FC621097}"/>
                  </a:ext>
                </a:extLst>
              </p:cNvPr>
              <p:cNvSpPr/>
              <p:nvPr/>
            </p:nvSpPr>
            <p:spPr>
              <a:xfrm>
                <a:off x="8190192" y="1999182"/>
                <a:ext cx="1158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7" name="Google Shape;1157;p37">
                <a:extLst>
                  <a:ext uri="{FF2B5EF4-FFF2-40B4-BE49-F238E27FC236}">
                    <a16:creationId xmlns:a16="http://schemas.microsoft.com/office/drawing/2014/main" id="{50E04C2C-9766-A0F3-4E6C-35D8C2B2B744}"/>
                  </a:ext>
                </a:extLst>
              </p:cNvPr>
              <p:cNvSpPr/>
              <p:nvPr/>
            </p:nvSpPr>
            <p:spPr>
              <a:xfrm>
                <a:off x="8190192" y="2023099"/>
                <a:ext cx="1158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8" name="Google Shape;1158;p37">
                <a:extLst>
                  <a:ext uri="{FF2B5EF4-FFF2-40B4-BE49-F238E27FC236}">
                    <a16:creationId xmlns:a16="http://schemas.microsoft.com/office/drawing/2014/main" id="{7D889721-4D83-357D-7213-E9BC52562CFA}"/>
                  </a:ext>
                </a:extLst>
              </p:cNvPr>
              <p:cNvSpPr/>
              <p:nvPr/>
            </p:nvSpPr>
            <p:spPr>
              <a:xfrm>
                <a:off x="8190192" y="2047973"/>
                <a:ext cx="83100" cy="6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9" name="Google Shape;1159;p37">
                <a:extLst>
                  <a:ext uri="{FF2B5EF4-FFF2-40B4-BE49-F238E27FC236}">
                    <a16:creationId xmlns:a16="http://schemas.microsoft.com/office/drawing/2014/main" id="{43592F2A-9976-702B-44B5-6AA42F5AE9CE}"/>
                  </a:ext>
                </a:extLst>
              </p:cNvPr>
              <p:cNvSpPr/>
              <p:nvPr/>
            </p:nvSpPr>
            <p:spPr>
              <a:xfrm>
                <a:off x="8079218" y="1999182"/>
                <a:ext cx="79500" cy="79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0" name="Google Shape;1160;p37">
                <a:extLst>
                  <a:ext uri="{FF2B5EF4-FFF2-40B4-BE49-F238E27FC236}">
                    <a16:creationId xmlns:a16="http://schemas.microsoft.com/office/drawing/2014/main" id="{029CD306-A8A5-64DF-D6DB-48794B6564DD}"/>
                  </a:ext>
                </a:extLst>
              </p:cNvPr>
              <p:cNvSpPr/>
              <p:nvPr/>
            </p:nvSpPr>
            <p:spPr>
              <a:xfrm>
                <a:off x="8499198" y="1999182"/>
                <a:ext cx="1149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1" name="Google Shape;1161;p37">
                <a:extLst>
                  <a:ext uri="{FF2B5EF4-FFF2-40B4-BE49-F238E27FC236}">
                    <a16:creationId xmlns:a16="http://schemas.microsoft.com/office/drawing/2014/main" id="{B7E9BD68-E00D-A5C3-D0DD-62A94997308B}"/>
                  </a:ext>
                </a:extLst>
              </p:cNvPr>
              <p:cNvSpPr/>
              <p:nvPr/>
            </p:nvSpPr>
            <p:spPr>
              <a:xfrm>
                <a:off x="8499198" y="2023099"/>
                <a:ext cx="1149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2" name="Google Shape;1162;p37">
                <a:extLst>
                  <a:ext uri="{FF2B5EF4-FFF2-40B4-BE49-F238E27FC236}">
                    <a16:creationId xmlns:a16="http://schemas.microsoft.com/office/drawing/2014/main" id="{7AE1CB60-D315-9A9B-1DD0-ECE782772533}"/>
                  </a:ext>
                </a:extLst>
              </p:cNvPr>
              <p:cNvSpPr/>
              <p:nvPr/>
            </p:nvSpPr>
            <p:spPr>
              <a:xfrm>
                <a:off x="8499198" y="2047973"/>
                <a:ext cx="83100" cy="6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3" name="Google Shape;1163;p37">
                <a:extLst>
                  <a:ext uri="{FF2B5EF4-FFF2-40B4-BE49-F238E27FC236}">
                    <a16:creationId xmlns:a16="http://schemas.microsoft.com/office/drawing/2014/main" id="{4B4BA0DD-2A9E-3583-645F-5443E098E41A}"/>
                  </a:ext>
                </a:extLst>
              </p:cNvPr>
              <p:cNvSpPr/>
              <p:nvPr/>
            </p:nvSpPr>
            <p:spPr>
              <a:xfrm>
                <a:off x="8388224" y="1999182"/>
                <a:ext cx="79500" cy="79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64" name="Google Shape;1164;p37">
              <a:extLst>
                <a:ext uri="{FF2B5EF4-FFF2-40B4-BE49-F238E27FC236}">
                  <a16:creationId xmlns:a16="http://schemas.microsoft.com/office/drawing/2014/main" id="{22317BFF-9B21-D016-F78C-9A7D31981B51}"/>
                </a:ext>
              </a:extLst>
            </p:cNvPr>
            <p:cNvGrpSpPr/>
            <p:nvPr/>
          </p:nvGrpSpPr>
          <p:grpSpPr>
            <a:xfrm>
              <a:off x="2506200" y="917307"/>
              <a:ext cx="540534" cy="882935"/>
              <a:chOff x="6346165" y="636875"/>
              <a:chExt cx="308049" cy="503212"/>
            </a:xfrm>
          </p:grpSpPr>
          <p:sp>
            <p:nvSpPr>
              <p:cNvPr id="1165" name="Google Shape;1165;p37">
                <a:extLst>
                  <a:ext uri="{FF2B5EF4-FFF2-40B4-BE49-F238E27FC236}">
                    <a16:creationId xmlns:a16="http://schemas.microsoft.com/office/drawing/2014/main" id="{E0F05E6A-784E-722F-31FE-799787BE432F}"/>
                  </a:ext>
                </a:extLst>
              </p:cNvPr>
              <p:cNvSpPr/>
              <p:nvPr/>
            </p:nvSpPr>
            <p:spPr>
              <a:xfrm>
                <a:off x="6347122" y="707669"/>
                <a:ext cx="273610" cy="426678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87" extrusionOk="0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6" name="Google Shape;1166;p37">
                <a:extLst>
                  <a:ext uri="{FF2B5EF4-FFF2-40B4-BE49-F238E27FC236}">
                    <a16:creationId xmlns:a16="http://schemas.microsoft.com/office/drawing/2014/main" id="{16E420B2-F485-4E9E-9FCC-AD13B85FDC49}"/>
                  </a:ext>
                </a:extLst>
              </p:cNvPr>
              <p:cNvSpPr/>
              <p:nvPr/>
            </p:nvSpPr>
            <p:spPr>
              <a:xfrm>
                <a:off x="6347122" y="1010936"/>
                <a:ext cx="100451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41" extrusionOk="0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7" name="Google Shape;1167;p37">
                <a:extLst>
                  <a:ext uri="{FF2B5EF4-FFF2-40B4-BE49-F238E27FC236}">
                    <a16:creationId xmlns:a16="http://schemas.microsoft.com/office/drawing/2014/main" id="{D943A1DD-93BA-85ED-9F48-DD7DCD14C5E6}"/>
                  </a:ext>
                </a:extLst>
              </p:cNvPr>
              <p:cNvSpPr/>
              <p:nvPr/>
            </p:nvSpPr>
            <p:spPr>
              <a:xfrm>
                <a:off x="6346165" y="1122867"/>
                <a:ext cx="15307" cy="17220"/>
              </a:xfrm>
              <a:custGeom>
                <a:avLst/>
                <a:gdLst/>
                <a:ahLst/>
                <a:cxnLst/>
                <a:rect l="l" t="t" r="r" b="b"/>
                <a:pathLst>
                  <a:path w="18" h="20" extrusionOk="0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8" name="Google Shape;1168;p37">
                <a:extLst>
                  <a:ext uri="{FF2B5EF4-FFF2-40B4-BE49-F238E27FC236}">
                    <a16:creationId xmlns:a16="http://schemas.microsoft.com/office/drawing/2014/main" id="{A7D118A1-F175-D3BB-237D-F8758E3252B7}"/>
                  </a:ext>
                </a:extLst>
              </p:cNvPr>
              <p:cNvSpPr/>
              <p:nvPr/>
            </p:nvSpPr>
            <p:spPr>
              <a:xfrm>
                <a:off x="6602554" y="636875"/>
                <a:ext cx="51660" cy="56444"/>
              </a:xfrm>
              <a:custGeom>
                <a:avLst/>
                <a:gdLst/>
                <a:ahLst/>
                <a:cxnLst/>
                <a:rect l="l" t="t" r="r" b="b"/>
                <a:pathLst>
                  <a:path w="59" h="64" extrusionOk="0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9" name="Google Shape;1169;p37">
                <a:extLst>
                  <a:ext uri="{FF2B5EF4-FFF2-40B4-BE49-F238E27FC236}">
                    <a16:creationId xmlns:a16="http://schemas.microsoft.com/office/drawing/2014/main" id="{1CEC5C05-8833-CA3F-367D-47E009BB6909}"/>
                  </a:ext>
                </a:extLst>
              </p:cNvPr>
              <p:cNvSpPr/>
              <p:nvPr/>
            </p:nvSpPr>
            <p:spPr>
              <a:xfrm>
                <a:off x="6569071" y="710539"/>
                <a:ext cx="81318" cy="192292"/>
              </a:xfrm>
              <a:custGeom>
                <a:avLst/>
                <a:gdLst/>
                <a:ahLst/>
                <a:cxnLst/>
                <a:rect l="l" t="t" r="r" b="b"/>
                <a:pathLst>
                  <a:path w="93" h="220" extrusionOk="0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0" name="Google Shape;1170;p37">
                <a:extLst>
                  <a:ext uri="{FF2B5EF4-FFF2-40B4-BE49-F238E27FC236}">
                    <a16:creationId xmlns:a16="http://schemas.microsoft.com/office/drawing/2014/main" id="{9CDC22E6-9502-6E81-DE13-6A77DA4D7837}"/>
                  </a:ext>
                </a:extLst>
              </p:cNvPr>
              <p:cNvSpPr/>
              <p:nvPr/>
            </p:nvSpPr>
            <p:spPr>
              <a:xfrm>
                <a:off x="6566201" y="677055"/>
                <a:ext cx="74621" cy="62184"/>
              </a:xfrm>
              <a:custGeom>
                <a:avLst/>
                <a:gdLst/>
                <a:ahLst/>
                <a:cxnLst/>
                <a:rect l="l" t="t" r="r" b="b"/>
                <a:pathLst>
                  <a:path w="85" h="71" extrusionOk="0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71" name="Google Shape;1171;p37">
              <a:extLst>
                <a:ext uri="{FF2B5EF4-FFF2-40B4-BE49-F238E27FC236}">
                  <a16:creationId xmlns:a16="http://schemas.microsoft.com/office/drawing/2014/main" id="{713CEC8B-0EEB-6501-1F76-D57ABBA61647}"/>
                </a:ext>
              </a:extLst>
            </p:cNvPr>
            <p:cNvGrpSpPr/>
            <p:nvPr/>
          </p:nvGrpSpPr>
          <p:grpSpPr>
            <a:xfrm>
              <a:off x="2232569" y="835727"/>
              <a:ext cx="415198" cy="415198"/>
              <a:chOff x="1404969" y="1106377"/>
              <a:chExt cx="415198" cy="415198"/>
            </a:xfrm>
          </p:grpSpPr>
          <p:sp>
            <p:nvSpPr>
              <p:cNvPr id="1172" name="Google Shape;1172;p37">
                <a:extLst>
                  <a:ext uri="{FF2B5EF4-FFF2-40B4-BE49-F238E27FC236}">
                    <a16:creationId xmlns:a16="http://schemas.microsoft.com/office/drawing/2014/main" id="{8A93DA19-4FEA-4E83-CA27-CC0D85A466F4}"/>
                  </a:ext>
                </a:extLst>
              </p:cNvPr>
              <p:cNvSpPr/>
              <p:nvPr/>
            </p:nvSpPr>
            <p:spPr>
              <a:xfrm>
                <a:off x="1404969" y="1106377"/>
                <a:ext cx="415198" cy="415198"/>
              </a:xfrm>
              <a:custGeom>
                <a:avLst/>
                <a:gdLst/>
                <a:ahLst/>
                <a:cxnLst/>
                <a:rect l="l" t="t" r="r" b="b"/>
                <a:pathLst>
                  <a:path w="474" h="474" extrusionOk="0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3" name="Google Shape;1173;p37">
                <a:extLst>
                  <a:ext uri="{FF2B5EF4-FFF2-40B4-BE49-F238E27FC236}">
                    <a16:creationId xmlns:a16="http://schemas.microsoft.com/office/drawing/2014/main" id="{AF169DF1-B3AE-4B41-3372-558B0EBE29C1}"/>
                  </a:ext>
                </a:extLst>
              </p:cNvPr>
              <p:cNvSpPr/>
              <p:nvPr/>
            </p:nvSpPr>
            <p:spPr>
              <a:xfrm>
                <a:off x="1460456" y="1163778"/>
                <a:ext cx="304223" cy="29944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43" extrusionOk="0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74" name="Google Shape;1174;p37">
              <a:extLst>
                <a:ext uri="{FF2B5EF4-FFF2-40B4-BE49-F238E27FC236}">
                  <a16:creationId xmlns:a16="http://schemas.microsoft.com/office/drawing/2014/main" id="{275AD4B1-01C3-1C99-F9E8-1F298749CA66}"/>
                </a:ext>
              </a:extLst>
            </p:cNvPr>
            <p:cNvSpPr/>
            <p:nvPr/>
          </p:nvSpPr>
          <p:spPr>
            <a:xfrm>
              <a:off x="1551075" y="809699"/>
              <a:ext cx="333550" cy="55017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5" name="Google Shape;1175;p37">
              <a:extLst>
                <a:ext uri="{FF2B5EF4-FFF2-40B4-BE49-F238E27FC236}">
                  <a16:creationId xmlns:a16="http://schemas.microsoft.com/office/drawing/2014/main" id="{69829C0C-7060-3929-2281-406A2B0F6271}"/>
                </a:ext>
              </a:extLst>
            </p:cNvPr>
            <p:cNvSpPr/>
            <p:nvPr/>
          </p:nvSpPr>
          <p:spPr>
            <a:xfrm>
              <a:off x="1962697" y="1509313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32311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39"/>
          <p:cNvSpPr/>
          <p:nvPr/>
        </p:nvSpPr>
        <p:spPr>
          <a:xfrm>
            <a:off x="744854" y="2667715"/>
            <a:ext cx="384775" cy="382571"/>
          </a:xfrm>
          <a:custGeom>
            <a:avLst/>
            <a:gdLst/>
            <a:ahLst/>
            <a:cxnLst/>
            <a:rect l="l" t="t" r="r" b="b"/>
            <a:pathLst>
              <a:path w="147" h="146" extrusionOk="0">
                <a:moveTo>
                  <a:pt x="133" y="120"/>
                </a:moveTo>
                <a:cubicBezTo>
                  <a:pt x="128" y="120"/>
                  <a:pt x="123" y="124"/>
                  <a:pt x="121" y="129"/>
                </a:cubicBezTo>
                <a:cubicBezTo>
                  <a:pt x="102" y="129"/>
                  <a:pt x="102" y="129"/>
                  <a:pt x="102" y="129"/>
                </a:cubicBezTo>
                <a:cubicBezTo>
                  <a:pt x="101" y="125"/>
                  <a:pt x="98" y="122"/>
                  <a:pt x="94" y="121"/>
                </a:cubicBezTo>
                <a:cubicBezTo>
                  <a:pt x="94" y="111"/>
                  <a:pt x="94" y="111"/>
                  <a:pt x="94" y="111"/>
                </a:cubicBezTo>
                <a:cubicBezTo>
                  <a:pt x="123" y="109"/>
                  <a:pt x="146" y="85"/>
                  <a:pt x="146" y="56"/>
                </a:cubicBezTo>
                <a:cubicBezTo>
                  <a:pt x="146" y="26"/>
                  <a:pt x="121" y="0"/>
                  <a:pt x="90" y="0"/>
                </a:cubicBezTo>
                <a:cubicBezTo>
                  <a:pt x="61" y="0"/>
                  <a:pt x="37" y="23"/>
                  <a:pt x="35" y="52"/>
                </a:cubicBezTo>
                <a:cubicBezTo>
                  <a:pt x="25" y="52"/>
                  <a:pt x="25" y="52"/>
                  <a:pt x="25" y="52"/>
                </a:cubicBezTo>
                <a:cubicBezTo>
                  <a:pt x="24" y="48"/>
                  <a:pt x="21" y="45"/>
                  <a:pt x="18" y="44"/>
                </a:cubicBezTo>
                <a:cubicBezTo>
                  <a:pt x="18" y="25"/>
                  <a:pt x="18" y="25"/>
                  <a:pt x="18" y="25"/>
                </a:cubicBezTo>
                <a:cubicBezTo>
                  <a:pt x="23" y="23"/>
                  <a:pt x="26" y="18"/>
                  <a:pt x="26" y="12"/>
                </a:cubicBezTo>
                <a:cubicBezTo>
                  <a:pt x="26" y="6"/>
                  <a:pt x="20" y="1"/>
                  <a:pt x="14" y="0"/>
                </a:cubicBezTo>
                <a:cubicBezTo>
                  <a:pt x="7" y="0"/>
                  <a:pt x="1" y="6"/>
                  <a:pt x="1" y="13"/>
                </a:cubicBezTo>
                <a:cubicBezTo>
                  <a:pt x="1" y="19"/>
                  <a:pt x="4" y="24"/>
                  <a:pt x="9" y="25"/>
                </a:cubicBezTo>
                <a:cubicBezTo>
                  <a:pt x="9" y="44"/>
                  <a:pt x="9" y="44"/>
                  <a:pt x="9" y="44"/>
                </a:cubicBezTo>
                <a:cubicBezTo>
                  <a:pt x="4" y="46"/>
                  <a:pt x="0" y="51"/>
                  <a:pt x="1" y="57"/>
                </a:cubicBezTo>
                <a:cubicBezTo>
                  <a:pt x="1" y="63"/>
                  <a:pt x="6" y="68"/>
                  <a:pt x="13" y="69"/>
                </a:cubicBezTo>
                <a:cubicBezTo>
                  <a:pt x="18" y="69"/>
                  <a:pt x="24" y="66"/>
                  <a:pt x="25" y="60"/>
                </a:cubicBezTo>
                <a:cubicBezTo>
                  <a:pt x="35" y="60"/>
                  <a:pt x="35" y="60"/>
                  <a:pt x="35" y="60"/>
                </a:cubicBezTo>
                <a:cubicBezTo>
                  <a:pt x="36" y="69"/>
                  <a:pt x="39" y="78"/>
                  <a:pt x="43" y="85"/>
                </a:cubicBezTo>
                <a:cubicBezTo>
                  <a:pt x="0" y="128"/>
                  <a:pt x="0" y="128"/>
                  <a:pt x="0" y="128"/>
                </a:cubicBezTo>
                <a:cubicBezTo>
                  <a:pt x="19" y="146"/>
                  <a:pt x="19" y="146"/>
                  <a:pt x="19" y="146"/>
                </a:cubicBezTo>
                <a:cubicBezTo>
                  <a:pt x="61" y="103"/>
                  <a:pt x="61" y="103"/>
                  <a:pt x="61" y="103"/>
                </a:cubicBezTo>
                <a:cubicBezTo>
                  <a:pt x="69" y="108"/>
                  <a:pt x="77" y="111"/>
                  <a:pt x="86" y="111"/>
                </a:cubicBezTo>
                <a:cubicBezTo>
                  <a:pt x="86" y="121"/>
                  <a:pt x="86" y="121"/>
                  <a:pt x="86" y="121"/>
                </a:cubicBezTo>
                <a:cubicBezTo>
                  <a:pt x="81" y="123"/>
                  <a:pt x="77" y="128"/>
                  <a:pt x="78" y="134"/>
                </a:cubicBezTo>
                <a:cubicBezTo>
                  <a:pt x="78" y="140"/>
                  <a:pt x="83" y="145"/>
                  <a:pt x="89" y="146"/>
                </a:cubicBezTo>
                <a:cubicBezTo>
                  <a:pt x="95" y="146"/>
                  <a:pt x="100" y="143"/>
                  <a:pt x="102" y="137"/>
                </a:cubicBezTo>
                <a:cubicBezTo>
                  <a:pt x="121" y="137"/>
                  <a:pt x="121" y="137"/>
                  <a:pt x="121" y="137"/>
                </a:cubicBezTo>
                <a:cubicBezTo>
                  <a:pt x="123" y="143"/>
                  <a:pt x="128" y="146"/>
                  <a:pt x="134" y="146"/>
                </a:cubicBezTo>
                <a:cubicBezTo>
                  <a:pt x="141" y="145"/>
                  <a:pt x="145" y="140"/>
                  <a:pt x="146" y="134"/>
                </a:cubicBezTo>
                <a:cubicBezTo>
                  <a:pt x="147" y="127"/>
                  <a:pt x="141" y="120"/>
                  <a:pt x="133" y="120"/>
                </a:cubicBezTo>
                <a:close/>
                <a:moveTo>
                  <a:pt x="86" y="56"/>
                </a:moveTo>
                <a:cubicBezTo>
                  <a:pt x="86" y="54"/>
                  <a:pt x="88" y="52"/>
                  <a:pt x="90" y="52"/>
                </a:cubicBezTo>
                <a:cubicBezTo>
                  <a:pt x="93" y="52"/>
                  <a:pt x="94" y="54"/>
                  <a:pt x="94" y="56"/>
                </a:cubicBezTo>
                <a:cubicBezTo>
                  <a:pt x="94" y="59"/>
                  <a:pt x="93" y="60"/>
                  <a:pt x="90" y="60"/>
                </a:cubicBezTo>
                <a:cubicBezTo>
                  <a:pt x="88" y="60"/>
                  <a:pt x="86" y="59"/>
                  <a:pt x="86" y="56"/>
                </a:cubicBezTo>
                <a:close/>
                <a:moveTo>
                  <a:pt x="94" y="68"/>
                </a:moveTo>
                <a:cubicBezTo>
                  <a:pt x="99" y="66"/>
                  <a:pt x="103" y="61"/>
                  <a:pt x="103" y="55"/>
                </a:cubicBezTo>
                <a:cubicBezTo>
                  <a:pt x="102" y="49"/>
                  <a:pt x="97" y="44"/>
                  <a:pt x="91" y="43"/>
                </a:cubicBezTo>
                <a:cubicBezTo>
                  <a:pt x="85" y="43"/>
                  <a:pt x="80" y="47"/>
                  <a:pt x="78" y="52"/>
                </a:cubicBezTo>
                <a:cubicBezTo>
                  <a:pt x="69" y="52"/>
                  <a:pt x="69" y="52"/>
                  <a:pt x="69" y="52"/>
                </a:cubicBezTo>
                <a:cubicBezTo>
                  <a:pt x="71" y="42"/>
                  <a:pt x="80" y="34"/>
                  <a:pt x="91" y="35"/>
                </a:cubicBezTo>
                <a:cubicBezTo>
                  <a:pt x="102" y="35"/>
                  <a:pt x="111" y="44"/>
                  <a:pt x="111" y="55"/>
                </a:cubicBezTo>
                <a:cubicBezTo>
                  <a:pt x="112" y="66"/>
                  <a:pt x="104" y="75"/>
                  <a:pt x="94" y="77"/>
                </a:cubicBezTo>
                <a:lnTo>
                  <a:pt x="94" y="68"/>
                </a:lnTo>
                <a:close/>
                <a:moveTo>
                  <a:pt x="78" y="60"/>
                </a:moveTo>
                <a:cubicBezTo>
                  <a:pt x="79" y="64"/>
                  <a:pt x="82" y="67"/>
                  <a:pt x="86" y="68"/>
                </a:cubicBezTo>
                <a:cubicBezTo>
                  <a:pt x="86" y="77"/>
                  <a:pt x="86" y="77"/>
                  <a:pt x="86" y="77"/>
                </a:cubicBezTo>
                <a:cubicBezTo>
                  <a:pt x="77" y="75"/>
                  <a:pt x="71" y="69"/>
                  <a:pt x="69" y="60"/>
                </a:cubicBezTo>
                <a:lnTo>
                  <a:pt x="78" y="60"/>
                </a:lnTo>
                <a:close/>
                <a:moveTo>
                  <a:pt x="90" y="9"/>
                </a:moveTo>
                <a:cubicBezTo>
                  <a:pt x="116" y="9"/>
                  <a:pt x="137" y="30"/>
                  <a:pt x="137" y="56"/>
                </a:cubicBezTo>
                <a:cubicBezTo>
                  <a:pt x="137" y="80"/>
                  <a:pt x="118" y="101"/>
                  <a:pt x="94" y="103"/>
                </a:cubicBezTo>
                <a:cubicBezTo>
                  <a:pt x="94" y="86"/>
                  <a:pt x="94" y="86"/>
                  <a:pt x="94" y="86"/>
                </a:cubicBezTo>
                <a:cubicBezTo>
                  <a:pt x="109" y="83"/>
                  <a:pt x="120" y="71"/>
                  <a:pt x="120" y="55"/>
                </a:cubicBezTo>
                <a:cubicBezTo>
                  <a:pt x="119" y="39"/>
                  <a:pt x="107" y="27"/>
                  <a:pt x="91" y="26"/>
                </a:cubicBezTo>
                <a:cubicBezTo>
                  <a:pt x="76" y="26"/>
                  <a:pt x="63" y="37"/>
                  <a:pt x="61" y="52"/>
                </a:cubicBezTo>
                <a:cubicBezTo>
                  <a:pt x="43" y="52"/>
                  <a:pt x="43" y="52"/>
                  <a:pt x="43" y="52"/>
                </a:cubicBezTo>
                <a:cubicBezTo>
                  <a:pt x="46" y="28"/>
                  <a:pt x="66" y="9"/>
                  <a:pt x="90" y="9"/>
                </a:cubicBezTo>
                <a:close/>
                <a:moveTo>
                  <a:pt x="13" y="9"/>
                </a:moveTo>
                <a:cubicBezTo>
                  <a:pt x="16" y="9"/>
                  <a:pt x="18" y="11"/>
                  <a:pt x="18" y="13"/>
                </a:cubicBezTo>
                <a:cubicBezTo>
                  <a:pt x="18" y="16"/>
                  <a:pt x="16" y="18"/>
                  <a:pt x="13" y="18"/>
                </a:cubicBezTo>
                <a:cubicBezTo>
                  <a:pt x="11" y="18"/>
                  <a:pt x="9" y="16"/>
                  <a:pt x="9" y="13"/>
                </a:cubicBezTo>
                <a:cubicBezTo>
                  <a:pt x="9" y="11"/>
                  <a:pt x="11" y="9"/>
                  <a:pt x="13" y="9"/>
                </a:cubicBezTo>
                <a:close/>
                <a:moveTo>
                  <a:pt x="13" y="60"/>
                </a:moveTo>
                <a:cubicBezTo>
                  <a:pt x="11" y="60"/>
                  <a:pt x="9" y="59"/>
                  <a:pt x="9" y="56"/>
                </a:cubicBezTo>
                <a:cubicBezTo>
                  <a:pt x="9" y="54"/>
                  <a:pt x="11" y="52"/>
                  <a:pt x="13" y="52"/>
                </a:cubicBezTo>
                <a:cubicBezTo>
                  <a:pt x="16" y="52"/>
                  <a:pt x="18" y="54"/>
                  <a:pt x="18" y="56"/>
                </a:cubicBezTo>
                <a:cubicBezTo>
                  <a:pt x="18" y="59"/>
                  <a:pt x="16" y="60"/>
                  <a:pt x="13" y="60"/>
                </a:cubicBezTo>
                <a:close/>
                <a:moveTo>
                  <a:pt x="18" y="134"/>
                </a:moveTo>
                <a:cubicBezTo>
                  <a:pt x="12" y="128"/>
                  <a:pt x="12" y="128"/>
                  <a:pt x="12" y="128"/>
                </a:cubicBezTo>
                <a:cubicBezTo>
                  <a:pt x="48" y="92"/>
                  <a:pt x="48" y="92"/>
                  <a:pt x="48" y="92"/>
                </a:cubicBezTo>
                <a:cubicBezTo>
                  <a:pt x="50" y="94"/>
                  <a:pt x="52" y="96"/>
                  <a:pt x="54" y="98"/>
                </a:cubicBezTo>
                <a:lnTo>
                  <a:pt x="18" y="134"/>
                </a:lnTo>
                <a:close/>
                <a:moveTo>
                  <a:pt x="43" y="60"/>
                </a:moveTo>
                <a:cubicBezTo>
                  <a:pt x="61" y="60"/>
                  <a:pt x="61" y="60"/>
                  <a:pt x="61" y="60"/>
                </a:cubicBezTo>
                <a:cubicBezTo>
                  <a:pt x="62" y="73"/>
                  <a:pt x="73" y="84"/>
                  <a:pt x="86" y="86"/>
                </a:cubicBezTo>
                <a:cubicBezTo>
                  <a:pt x="86" y="103"/>
                  <a:pt x="86" y="103"/>
                  <a:pt x="86" y="103"/>
                </a:cubicBezTo>
                <a:cubicBezTo>
                  <a:pt x="63" y="101"/>
                  <a:pt x="45" y="83"/>
                  <a:pt x="43" y="60"/>
                </a:cubicBezTo>
                <a:close/>
                <a:moveTo>
                  <a:pt x="90" y="137"/>
                </a:moveTo>
                <a:cubicBezTo>
                  <a:pt x="88" y="137"/>
                  <a:pt x="86" y="135"/>
                  <a:pt x="86" y="133"/>
                </a:cubicBezTo>
                <a:cubicBezTo>
                  <a:pt x="86" y="131"/>
                  <a:pt x="88" y="129"/>
                  <a:pt x="90" y="129"/>
                </a:cubicBezTo>
                <a:cubicBezTo>
                  <a:pt x="93" y="129"/>
                  <a:pt x="94" y="131"/>
                  <a:pt x="94" y="133"/>
                </a:cubicBezTo>
                <a:cubicBezTo>
                  <a:pt x="94" y="135"/>
                  <a:pt x="93" y="137"/>
                  <a:pt x="90" y="137"/>
                </a:cubicBezTo>
                <a:close/>
                <a:moveTo>
                  <a:pt x="133" y="137"/>
                </a:moveTo>
                <a:cubicBezTo>
                  <a:pt x="131" y="137"/>
                  <a:pt x="129" y="135"/>
                  <a:pt x="129" y="133"/>
                </a:cubicBezTo>
                <a:cubicBezTo>
                  <a:pt x="129" y="131"/>
                  <a:pt x="131" y="129"/>
                  <a:pt x="133" y="129"/>
                </a:cubicBezTo>
                <a:cubicBezTo>
                  <a:pt x="135" y="129"/>
                  <a:pt x="137" y="131"/>
                  <a:pt x="137" y="133"/>
                </a:cubicBezTo>
                <a:cubicBezTo>
                  <a:pt x="137" y="135"/>
                  <a:pt x="135" y="137"/>
                  <a:pt x="133" y="13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1" name="Google Shape;1221;p39"/>
          <p:cNvSpPr/>
          <p:nvPr/>
        </p:nvSpPr>
        <p:spPr>
          <a:xfrm>
            <a:off x="809332" y="1514610"/>
            <a:ext cx="381468" cy="382571"/>
          </a:xfrm>
          <a:custGeom>
            <a:avLst/>
            <a:gdLst/>
            <a:ahLst/>
            <a:cxnLst/>
            <a:rect l="l" t="t" r="r" b="b"/>
            <a:pathLst>
              <a:path w="346" h="347" extrusionOk="0">
                <a:moveTo>
                  <a:pt x="325" y="326"/>
                </a:moveTo>
                <a:lnTo>
                  <a:pt x="325" y="62"/>
                </a:lnTo>
                <a:lnTo>
                  <a:pt x="244" y="62"/>
                </a:lnTo>
                <a:lnTo>
                  <a:pt x="244" y="326"/>
                </a:lnTo>
                <a:lnTo>
                  <a:pt x="213" y="326"/>
                </a:lnTo>
                <a:lnTo>
                  <a:pt x="213" y="0"/>
                </a:lnTo>
                <a:lnTo>
                  <a:pt x="133" y="0"/>
                </a:lnTo>
                <a:lnTo>
                  <a:pt x="133" y="326"/>
                </a:lnTo>
                <a:lnTo>
                  <a:pt x="102" y="326"/>
                </a:lnTo>
                <a:lnTo>
                  <a:pt x="102" y="143"/>
                </a:lnTo>
                <a:lnTo>
                  <a:pt x="21" y="143"/>
                </a:lnTo>
                <a:lnTo>
                  <a:pt x="21" y="326"/>
                </a:lnTo>
                <a:lnTo>
                  <a:pt x="0" y="326"/>
                </a:lnTo>
                <a:lnTo>
                  <a:pt x="0" y="347"/>
                </a:lnTo>
                <a:lnTo>
                  <a:pt x="346" y="347"/>
                </a:lnTo>
                <a:lnTo>
                  <a:pt x="346" y="326"/>
                </a:lnTo>
                <a:lnTo>
                  <a:pt x="325" y="326"/>
                </a:lnTo>
                <a:close/>
                <a:moveTo>
                  <a:pt x="83" y="326"/>
                </a:moveTo>
                <a:lnTo>
                  <a:pt x="42" y="326"/>
                </a:lnTo>
                <a:lnTo>
                  <a:pt x="42" y="223"/>
                </a:lnTo>
                <a:lnTo>
                  <a:pt x="83" y="223"/>
                </a:lnTo>
                <a:lnTo>
                  <a:pt x="83" y="326"/>
                </a:lnTo>
                <a:close/>
                <a:moveTo>
                  <a:pt x="83" y="204"/>
                </a:moveTo>
                <a:lnTo>
                  <a:pt x="42" y="204"/>
                </a:lnTo>
                <a:lnTo>
                  <a:pt x="42" y="164"/>
                </a:lnTo>
                <a:lnTo>
                  <a:pt x="83" y="164"/>
                </a:lnTo>
                <a:lnTo>
                  <a:pt x="83" y="204"/>
                </a:lnTo>
                <a:close/>
                <a:moveTo>
                  <a:pt x="194" y="326"/>
                </a:moveTo>
                <a:lnTo>
                  <a:pt x="154" y="326"/>
                </a:lnTo>
                <a:lnTo>
                  <a:pt x="154" y="164"/>
                </a:lnTo>
                <a:lnTo>
                  <a:pt x="194" y="164"/>
                </a:lnTo>
                <a:lnTo>
                  <a:pt x="194" y="326"/>
                </a:lnTo>
                <a:close/>
                <a:moveTo>
                  <a:pt x="194" y="143"/>
                </a:moveTo>
                <a:lnTo>
                  <a:pt x="154" y="143"/>
                </a:lnTo>
                <a:lnTo>
                  <a:pt x="154" y="21"/>
                </a:lnTo>
                <a:lnTo>
                  <a:pt x="194" y="21"/>
                </a:lnTo>
                <a:lnTo>
                  <a:pt x="194" y="143"/>
                </a:lnTo>
                <a:close/>
                <a:moveTo>
                  <a:pt x="306" y="326"/>
                </a:moveTo>
                <a:lnTo>
                  <a:pt x="265" y="326"/>
                </a:lnTo>
                <a:lnTo>
                  <a:pt x="265" y="266"/>
                </a:lnTo>
                <a:lnTo>
                  <a:pt x="306" y="266"/>
                </a:lnTo>
                <a:lnTo>
                  <a:pt x="306" y="326"/>
                </a:lnTo>
                <a:close/>
                <a:moveTo>
                  <a:pt x="306" y="245"/>
                </a:moveTo>
                <a:lnTo>
                  <a:pt x="265" y="245"/>
                </a:lnTo>
                <a:lnTo>
                  <a:pt x="265" y="83"/>
                </a:lnTo>
                <a:lnTo>
                  <a:pt x="306" y="83"/>
                </a:lnTo>
                <a:lnTo>
                  <a:pt x="306" y="245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22" name="Google Shape;1222;p39"/>
          <p:cNvGrpSpPr/>
          <p:nvPr/>
        </p:nvGrpSpPr>
        <p:grpSpPr>
          <a:xfrm>
            <a:off x="757905" y="3679173"/>
            <a:ext cx="382570" cy="382571"/>
            <a:chOff x="3150868" y="2617444"/>
            <a:chExt cx="382570" cy="382571"/>
          </a:xfrm>
        </p:grpSpPr>
        <p:sp>
          <p:nvSpPr>
            <p:cNvPr id="1223" name="Google Shape;1223;p39"/>
            <p:cNvSpPr/>
            <p:nvPr/>
          </p:nvSpPr>
          <p:spPr>
            <a:xfrm>
              <a:off x="3150868" y="2729900"/>
              <a:ext cx="382570" cy="270115"/>
            </a:xfrm>
            <a:custGeom>
              <a:avLst/>
              <a:gdLst/>
              <a:ahLst/>
              <a:cxnLst/>
              <a:rect l="l" t="t" r="r" b="b"/>
              <a:pathLst>
                <a:path w="347" h="245" extrusionOk="0">
                  <a:moveTo>
                    <a:pt x="325" y="224"/>
                  </a:moveTo>
                  <a:lnTo>
                    <a:pt x="325" y="81"/>
                  </a:lnTo>
                  <a:lnTo>
                    <a:pt x="266" y="81"/>
                  </a:lnTo>
                  <a:lnTo>
                    <a:pt x="266" y="224"/>
                  </a:lnTo>
                  <a:lnTo>
                    <a:pt x="245" y="224"/>
                  </a:lnTo>
                  <a:lnTo>
                    <a:pt x="245" y="0"/>
                  </a:lnTo>
                  <a:lnTo>
                    <a:pt x="183" y="0"/>
                  </a:lnTo>
                  <a:lnTo>
                    <a:pt x="183" y="224"/>
                  </a:lnTo>
                  <a:lnTo>
                    <a:pt x="164" y="224"/>
                  </a:lnTo>
                  <a:lnTo>
                    <a:pt x="164" y="62"/>
                  </a:lnTo>
                  <a:lnTo>
                    <a:pt x="102" y="62"/>
                  </a:lnTo>
                  <a:lnTo>
                    <a:pt x="102" y="224"/>
                  </a:lnTo>
                  <a:lnTo>
                    <a:pt x="83" y="224"/>
                  </a:lnTo>
                  <a:lnTo>
                    <a:pt x="83" y="121"/>
                  </a:lnTo>
                  <a:lnTo>
                    <a:pt x="22" y="121"/>
                  </a:lnTo>
                  <a:lnTo>
                    <a:pt x="22" y="224"/>
                  </a:lnTo>
                  <a:lnTo>
                    <a:pt x="0" y="224"/>
                  </a:lnTo>
                  <a:lnTo>
                    <a:pt x="0" y="245"/>
                  </a:lnTo>
                  <a:lnTo>
                    <a:pt x="347" y="245"/>
                  </a:lnTo>
                  <a:lnTo>
                    <a:pt x="347" y="224"/>
                  </a:lnTo>
                  <a:lnTo>
                    <a:pt x="325" y="224"/>
                  </a:lnTo>
                  <a:close/>
                  <a:moveTo>
                    <a:pt x="62" y="224"/>
                  </a:moveTo>
                  <a:lnTo>
                    <a:pt x="43" y="224"/>
                  </a:lnTo>
                  <a:lnTo>
                    <a:pt x="43" y="143"/>
                  </a:lnTo>
                  <a:lnTo>
                    <a:pt x="62" y="143"/>
                  </a:lnTo>
                  <a:lnTo>
                    <a:pt x="62" y="224"/>
                  </a:lnTo>
                  <a:close/>
                  <a:moveTo>
                    <a:pt x="143" y="224"/>
                  </a:moveTo>
                  <a:lnTo>
                    <a:pt x="124" y="224"/>
                  </a:lnTo>
                  <a:lnTo>
                    <a:pt x="124" y="81"/>
                  </a:lnTo>
                  <a:lnTo>
                    <a:pt x="143" y="81"/>
                  </a:lnTo>
                  <a:lnTo>
                    <a:pt x="143" y="224"/>
                  </a:lnTo>
                  <a:close/>
                  <a:moveTo>
                    <a:pt x="226" y="224"/>
                  </a:moveTo>
                  <a:lnTo>
                    <a:pt x="204" y="224"/>
                  </a:lnTo>
                  <a:lnTo>
                    <a:pt x="204" y="22"/>
                  </a:lnTo>
                  <a:lnTo>
                    <a:pt x="226" y="22"/>
                  </a:lnTo>
                  <a:lnTo>
                    <a:pt x="226" y="224"/>
                  </a:lnTo>
                  <a:close/>
                  <a:moveTo>
                    <a:pt x="306" y="224"/>
                  </a:moveTo>
                  <a:lnTo>
                    <a:pt x="285" y="224"/>
                  </a:lnTo>
                  <a:lnTo>
                    <a:pt x="285" y="102"/>
                  </a:lnTo>
                  <a:lnTo>
                    <a:pt x="306" y="102"/>
                  </a:lnTo>
                  <a:lnTo>
                    <a:pt x="306" y="22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4" name="Google Shape;1224;p39"/>
            <p:cNvSpPr/>
            <p:nvPr/>
          </p:nvSpPr>
          <p:spPr>
            <a:xfrm>
              <a:off x="3175124" y="2617444"/>
              <a:ext cx="334060" cy="201759"/>
            </a:xfrm>
            <a:custGeom>
              <a:avLst/>
              <a:gdLst/>
              <a:ahLst/>
              <a:cxnLst/>
              <a:rect l="l" t="t" r="r" b="b"/>
              <a:pathLst>
                <a:path w="128" h="77" extrusionOk="0">
                  <a:moveTo>
                    <a:pt x="13" y="77"/>
                  </a:moveTo>
                  <a:cubicBezTo>
                    <a:pt x="20" y="77"/>
                    <a:pt x="26" y="71"/>
                    <a:pt x="26" y="64"/>
                  </a:cubicBezTo>
                  <a:cubicBezTo>
                    <a:pt x="26" y="63"/>
                    <a:pt x="26" y="62"/>
                    <a:pt x="25" y="61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51"/>
                    <a:pt x="45" y="52"/>
                    <a:pt x="47" y="52"/>
                  </a:cubicBezTo>
                  <a:cubicBezTo>
                    <a:pt x="54" y="52"/>
                    <a:pt x="60" y="46"/>
                    <a:pt x="60" y="39"/>
                  </a:cubicBezTo>
                  <a:cubicBezTo>
                    <a:pt x="60" y="37"/>
                    <a:pt x="60" y="36"/>
                    <a:pt x="59" y="35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6" y="25"/>
                    <a:pt x="79" y="26"/>
                    <a:pt x="81" y="26"/>
                  </a:cubicBezTo>
                  <a:cubicBezTo>
                    <a:pt x="83" y="26"/>
                    <a:pt x="85" y="26"/>
                    <a:pt x="87" y="25"/>
                  </a:cubicBezTo>
                  <a:cubicBezTo>
                    <a:pt x="104" y="42"/>
                    <a:pt x="104" y="42"/>
                    <a:pt x="104" y="42"/>
                  </a:cubicBezTo>
                  <a:cubicBezTo>
                    <a:pt x="103" y="43"/>
                    <a:pt x="103" y="45"/>
                    <a:pt x="103" y="47"/>
                  </a:cubicBezTo>
                  <a:cubicBezTo>
                    <a:pt x="103" y="54"/>
                    <a:pt x="108" y="60"/>
                    <a:pt x="115" y="60"/>
                  </a:cubicBezTo>
                  <a:cubicBezTo>
                    <a:pt x="122" y="60"/>
                    <a:pt x="128" y="54"/>
                    <a:pt x="128" y="47"/>
                  </a:cubicBezTo>
                  <a:cubicBezTo>
                    <a:pt x="128" y="40"/>
                    <a:pt x="122" y="35"/>
                    <a:pt x="115" y="35"/>
                  </a:cubicBezTo>
                  <a:cubicBezTo>
                    <a:pt x="113" y="35"/>
                    <a:pt x="112" y="35"/>
                    <a:pt x="110" y="36"/>
                  </a:cubicBezTo>
                  <a:cubicBezTo>
                    <a:pt x="93" y="19"/>
                    <a:pt x="93" y="19"/>
                    <a:pt x="93" y="19"/>
                  </a:cubicBezTo>
                  <a:cubicBezTo>
                    <a:pt x="94" y="17"/>
                    <a:pt x="94" y="15"/>
                    <a:pt x="94" y="13"/>
                  </a:cubicBezTo>
                  <a:cubicBezTo>
                    <a:pt x="94" y="6"/>
                    <a:pt x="88" y="0"/>
                    <a:pt x="81" y="0"/>
                  </a:cubicBezTo>
                  <a:cubicBezTo>
                    <a:pt x="74" y="0"/>
                    <a:pt x="68" y="6"/>
                    <a:pt x="68" y="13"/>
                  </a:cubicBezTo>
                  <a:cubicBezTo>
                    <a:pt x="68" y="15"/>
                    <a:pt x="69" y="16"/>
                    <a:pt x="69" y="17"/>
                  </a:cubicBezTo>
                  <a:cubicBezTo>
                    <a:pt x="54" y="28"/>
                    <a:pt x="54" y="28"/>
                    <a:pt x="54" y="28"/>
                  </a:cubicBezTo>
                  <a:cubicBezTo>
                    <a:pt x="52" y="27"/>
                    <a:pt x="50" y="26"/>
                    <a:pt x="47" y="26"/>
                  </a:cubicBezTo>
                  <a:cubicBezTo>
                    <a:pt x="40" y="26"/>
                    <a:pt x="34" y="32"/>
                    <a:pt x="34" y="39"/>
                  </a:cubicBezTo>
                  <a:cubicBezTo>
                    <a:pt x="34" y="40"/>
                    <a:pt x="35" y="41"/>
                    <a:pt x="35" y="43"/>
                  </a:cubicBezTo>
                  <a:cubicBezTo>
                    <a:pt x="20" y="54"/>
                    <a:pt x="20" y="54"/>
                    <a:pt x="20" y="54"/>
                  </a:cubicBezTo>
                  <a:cubicBezTo>
                    <a:pt x="18" y="52"/>
                    <a:pt x="16" y="52"/>
                    <a:pt x="13" y="52"/>
                  </a:cubicBezTo>
                  <a:cubicBezTo>
                    <a:pt x="6" y="52"/>
                    <a:pt x="0" y="57"/>
                    <a:pt x="0" y="64"/>
                  </a:cubicBezTo>
                  <a:cubicBezTo>
                    <a:pt x="0" y="71"/>
                    <a:pt x="6" y="77"/>
                    <a:pt x="13" y="77"/>
                  </a:cubicBezTo>
                  <a:close/>
                  <a:moveTo>
                    <a:pt x="115" y="43"/>
                  </a:moveTo>
                  <a:cubicBezTo>
                    <a:pt x="118" y="43"/>
                    <a:pt x="120" y="45"/>
                    <a:pt x="120" y="47"/>
                  </a:cubicBezTo>
                  <a:cubicBezTo>
                    <a:pt x="120" y="50"/>
                    <a:pt x="118" y="52"/>
                    <a:pt x="115" y="52"/>
                  </a:cubicBezTo>
                  <a:cubicBezTo>
                    <a:pt x="113" y="52"/>
                    <a:pt x="111" y="50"/>
                    <a:pt x="111" y="47"/>
                  </a:cubicBezTo>
                  <a:cubicBezTo>
                    <a:pt x="111" y="45"/>
                    <a:pt x="113" y="43"/>
                    <a:pt x="115" y="43"/>
                  </a:cubicBezTo>
                  <a:close/>
                  <a:moveTo>
                    <a:pt x="81" y="9"/>
                  </a:moveTo>
                  <a:cubicBezTo>
                    <a:pt x="84" y="9"/>
                    <a:pt x="86" y="11"/>
                    <a:pt x="86" y="13"/>
                  </a:cubicBezTo>
                  <a:cubicBezTo>
                    <a:pt x="86" y="16"/>
                    <a:pt x="84" y="18"/>
                    <a:pt x="81" y="18"/>
                  </a:cubicBezTo>
                  <a:cubicBezTo>
                    <a:pt x="79" y="18"/>
                    <a:pt x="77" y="16"/>
                    <a:pt x="77" y="13"/>
                  </a:cubicBezTo>
                  <a:cubicBezTo>
                    <a:pt x="77" y="11"/>
                    <a:pt x="79" y="9"/>
                    <a:pt x="81" y="9"/>
                  </a:cubicBezTo>
                  <a:close/>
                  <a:moveTo>
                    <a:pt x="47" y="35"/>
                  </a:moveTo>
                  <a:cubicBezTo>
                    <a:pt x="50" y="35"/>
                    <a:pt x="51" y="36"/>
                    <a:pt x="51" y="39"/>
                  </a:cubicBezTo>
                  <a:cubicBezTo>
                    <a:pt x="51" y="41"/>
                    <a:pt x="50" y="43"/>
                    <a:pt x="47" y="43"/>
                  </a:cubicBezTo>
                  <a:cubicBezTo>
                    <a:pt x="45" y="43"/>
                    <a:pt x="43" y="41"/>
                    <a:pt x="43" y="39"/>
                  </a:cubicBezTo>
                  <a:cubicBezTo>
                    <a:pt x="43" y="36"/>
                    <a:pt x="45" y="35"/>
                    <a:pt x="47" y="35"/>
                  </a:cubicBezTo>
                  <a:close/>
                  <a:moveTo>
                    <a:pt x="13" y="60"/>
                  </a:moveTo>
                  <a:cubicBezTo>
                    <a:pt x="15" y="60"/>
                    <a:pt x="17" y="62"/>
                    <a:pt x="17" y="64"/>
                  </a:cubicBezTo>
                  <a:cubicBezTo>
                    <a:pt x="17" y="67"/>
                    <a:pt x="15" y="69"/>
                    <a:pt x="13" y="69"/>
                  </a:cubicBezTo>
                  <a:cubicBezTo>
                    <a:pt x="11" y="69"/>
                    <a:pt x="9" y="67"/>
                    <a:pt x="9" y="64"/>
                  </a:cubicBezTo>
                  <a:cubicBezTo>
                    <a:pt x="9" y="62"/>
                    <a:pt x="11" y="60"/>
                    <a:pt x="13" y="6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5" name="Google Shape;1225;p39"/>
          <p:cNvGrpSpPr/>
          <p:nvPr/>
        </p:nvGrpSpPr>
        <p:grpSpPr>
          <a:xfrm>
            <a:off x="843360" y="657507"/>
            <a:ext cx="286269" cy="302455"/>
            <a:chOff x="3161893" y="2056268"/>
            <a:chExt cx="381468" cy="312010"/>
          </a:xfrm>
        </p:grpSpPr>
        <p:sp>
          <p:nvSpPr>
            <p:cNvPr id="1226" name="Google Shape;1226;p39"/>
            <p:cNvSpPr/>
            <p:nvPr/>
          </p:nvSpPr>
          <p:spPr>
            <a:xfrm>
              <a:off x="3161893" y="2278974"/>
              <a:ext cx="381468" cy="89304"/>
            </a:xfrm>
            <a:custGeom>
              <a:avLst/>
              <a:gdLst/>
              <a:ahLst/>
              <a:cxnLst/>
              <a:rect l="l" t="t" r="r" b="b"/>
              <a:pathLst>
                <a:path w="346" h="81" extrusionOk="0">
                  <a:moveTo>
                    <a:pt x="0" y="81"/>
                  </a:moveTo>
                  <a:lnTo>
                    <a:pt x="346" y="81"/>
                  </a:lnTo>
                  <a:lnTo>
                    <a:pt x="346" y="0"/>
                  </a:lnTo>
                  <a:lnTo>
                    <a:pt x="0" y="0"/>
                  </a:lnTo>
                  <a:lnTo>
                    <a:pt x="0" y="81"/>
                  </a:lnTo>
                  <a:close/>
                  <a:moveTo>
                    <a:pt x="325" y="60"/>
                  </a:moveTo>
                  <a:lnTo>
                    <a:pt x="239" y="60"/>
                  </a:lnTo>
                  <a:lnTo>
                    <a:pt x="258" y="41"/>
                  </a:lnTo>
                  <a:lnTo>
                    <a:pt x="239" y="19"/>
                  </a:lnTo>
                  <a:lnTo>
                    <a:pt x="325" y="19"/>
                  </a:lnTo>
                  <a:lnTo>
                    <a:pt x="325" y="60"/>
                  </a:lnTo>
                  <a:close/>
                  <a:moveTo>
                    <a:pt x="21" y="19"/>
                  </a:moveTo>
                  <a:lnTo>
                    <a:pt x="209" y="19"/>
                  </a:lnTo>
                  <a:lnTo>
                    <a:pt x="230" y="41"/>
                  </a:lnTo>
                  <a:lnTo>
                    <a:pt x="209" y="60"/>
                  </a:lnTo>
                  <a:lnTo>
                    <a:pt x="21" y="60"/>
                  </a:lnTo>
                  <a:lnTo>
                    <a:pt x="21" y="1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7" name="Google Shape;1227;p39"/>
            <p:cNvSpPr/>
            <p:nvPr/>
          </p:nvSpPr>
          <p:spPr>
            <a:xfrm>
              <a:off x="3161893" y="2166518"/>
              <a:ext cx="381468" cy="89304"/>
            </a:xfrm>
            <a:custGeom>
              <a:avLst/>
              <a:gdLst/>
              <a:ahLst/>
              <a:cxnLst/>
              <a:rect l="l" t="t" r="r" b="b"/>
              <a:pathLst>
                <a:path w="346" h="81" extrusionOk="0">
                  <a:moveTo>
                    <a:pt x="0" y="81"/>
                  </a:moveTo>
                  <a:lnTo>
                    <a:pt x="346" y="81"/>
                  </a:lnTo>
                  <a:lnTo>
                    <a:pt x="346" y="0"/>
                  </a:lnTo>
                  <a:lnTo>
                    <a:pt x="0" y="0"/>
                  </a:lnTo>
                  <a:lnTo>
                    <a:pt x="0" y="81"/>
                  </a:lnTo>
                  <a:close/>
                  <a:moveTo>
                    <a:pt x="325" y="62"/>
                  </a:moveTo>
                  <a:lnTo>
                    <a:pt x="156" y="62"/>
                  </a:lnTo>
                  <a:lnTo>
                    <a:pt x="178" y="40"/>
                  </a:lnTo>
                  <a:lnTo>
                    <a:pt x="156" y="21"/>
                  </a:lnTo>
                  <a:lnTo>
                    <a:pt x="325" y="21"/>
                  </a:lnTo>
                  <a:lnTo>
                    <a:pt x="325" y="62"/>
                  </a:lnTo>
                  <a:close/>
                  <a:moveTo>
                    <a:pt x="21" y="21"/>
                  </a:moveTo>
                  <a:lnTo>
                    <a:pt x="128" y="21"/>
                  </a:lnTo>
                  <a:lnTo>
                    <a:pt x="149" y="40"/>
                  </a:lnTo>
                  <a:lnTo>
                    <a:pt x="128" y="62"/>
                  </a:lnTo>
                  <a:lnTo>
                    <a:pt x="21" y="62"/>
                  </a:lnTo>
                  <a:lnTo>
                    <a:pt x="21" y="2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8" name="Google Shape;1228;p39"/>
            <p:cNvSpPr/>
            <p:nvPr/>
          </p:nvSpPr>
          <p:spPr>
            <a:xfrm>
              <a:off x="3161893" y="2056268"/>
              <a:ext cx="381468" cy="89304"/>
            </a:xfrm>
            <a:custGeom>
              <a:avLst/>
              <a:gdLst/>
              <a:ahLst/>
              <a:cxnLst/>
              <a:rect l="l" t="t" r="r" b="b"/>
              <a:pathLst>
                <a:path w="346" h="81" extrusionOk="0">
                  <a:moveTo>
                    <a:pt x="0" y="0"/>
                  </a:moveTo>
                  <a:lnTo>
                    <a:pt x="0" y="81"/>
                  </a:lnTo>
                  <a:lnTo>
                    <a:pt x="346" y="81"/>
                  </a:lnTo>
                  <a:lnTo>
                    <a:pt x="346" y="0"/>
                  </a:lnTo>
                  <a:lnTo>
                    <a:pt x="0" y="0"/>
                  </a:lnTo>
                  <a:close/>
                  <a:moveTo>
                    <a:pt x="21" y="19"/>
                  </a:moveTo>
                  <a:lnTo>
                    <a:pt x="168" y="19"/>
                  </a:lnTo>
                  <a:lnTo>
                    <a:pt x="190" y="41"/>
                  </a:lnTo>
                  <a:lnTo>
                    <a:pt x="168" y="60"/>
                  </a:lnTo>
                  <a:lnTo>
                    <a:pt x="21" y="60"/>
                  </a:lnTo>
                  <a:lnTo>
                    <a:pt x="21" y="19"/>
                  </a:lnTo>
                  <a:close/>
                  <a:moveTo>
                    <a:pt x="325" y="60"/>
                  </a:moveTo>
                  <a:lnTo>
                    <a:pt x="199" y="60"/>
                  </a:lnTo>
                  <a:lnTo>
                    <a:pt x="218" y="41"/>
                  </a:lnTo>
                  <a:lnTo>
                    <a:pt x="199" y="19"/>
                  </a:lnTo>
                  <a:lnTo>
                    <a:pt x="325" y="19"/>
                  </a:lnTo>
                  <a:lnTo>
                    <a:pt x="325" y="6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" name="CuadroTexto 2">
            <a:extLst>
              <a:ext uri="{FF2B5EF4-FFF2-40B4-BE49-F238E27FC236}">
                <a16:creationId xmlns:a16="http://schemas.microsoft.com/office/drawing/2014/main" id="{D187543D-33D0-524F-84B2-00F513B2C7D1}"/>
              </a:ext>
            </a:extLst>
          </p:cNvPr>
          <p:cNvSpPr txBox="1"/>
          <p:nvPr/>
        </p:nvSpPr>
        <p:spPr>
          <a:xfrm>
            <a:off x="1129629" y="552605"/>
            <a:ext cx="688474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t">
              <a:lnSpc>
                <a:spcPct val="100000"/>
              </a:lnSpc>
            </a:pPr>
            <a:r>
              <a:rPr lang="es-MX" sz="2400" dirty="0">
                <a:latin typeface="Baloo 2 ExtraBold" panose="020B0604020202020204" charset="0"/>
                <a:cs typeface="Baloo 2 ExtraBold" panose="020B0604020202020204" charset="0"/>
              </a:rPr>
              <a:t>Consultas potencialmente más complejas.</a:t>
            </a:r>
          </a:p>
          <a:p>
            <a:pPr algn="just" fontAlgn="t">
              <a:lnSpc>
                <a:spcPct val="100000"/>
              </a:lnSpc>
            </a:pPr>
            <a:endParaRPr lang="es-MX" sz="2400" dirty="0">
              <a:latin typeface="Baloo 2 ExtraBold" panose="020B0604020202020204" charset="0"/>
              <a:cs typeface="Baloo 2 ExtraBold" panose="020B0604020202020204" charset="0"/>
            </a:endParaRPr>
          </a:p>
          <a:p>
            <a:pPr algn="just" fontAlgn="t">
              <a:lnSpc>
                <a:spcPct val="100000"/>
              </a:lnSpc>
            </a:pPr>
            <a:r>
              <a:rPr lang="es-MX" sz="2400" dirty="0">
                <a:latin typeface="Baloo 2 ExtraBold" panose="020B0604020202020204" charset="0"/>
                <a:cs typeface="Baloo 2 ExtraBold" panose="020B0604020202020204" charset="0"/>
              </a:rPr>
              <a:t>Menor eficiencia en ciertas operaciones comparadas con bases relacionales.</a:t>
            </a:r>
          </a:p>
          <a:p>
            <a:pPr algn="just" fontAlgn="t">
              <a:lnSpc>
                <a:spcPct val="100000"/>
              </a:lnSpc>
            </a:pPr>
            <a:endParaRPr lang="es-MX" sz="2400" dirty="0">
              <a:latin typeface="Baloo 2 ExtraBold" panose="020B0604020202020204" charset="0"/>
              <a:cs typeface="Baloo 2 ExtraBold" panose="020B0604020202020204" charset="0"/>
            </a:endParaRPr>
          </a:p>
          <a:p>
            <a:pPr algn="just" fontAlgn="t">
              <a:lnSpc>
                <a:spcPct val="100000"/>
              </a:lnSpc>
            </a:pPr>
            <a:r>
              <a:rPr lang="es-MX" sz="2400" dirty="0">
                <a:latin typeface="Baloo 2 ExtraBold" panose="020B0604020202020204" charset="0"/>
                <a:cs typeface="Baloo 2 ExtraBold" panose="020B0604020202020204" charset="0"/>
              </a:rPr>
              <a:t>Riesgo de inconsistencias si no existen reglas de validación.</a:t>
            </a:r>
          </a:p>
          <a:p>
            <a:pPr algn="just" fontAlgn="t">
              <a:lnSpc>
                <a:spcPct val="100000"/>
              </a:lnSpc>
            </a:pPr>
            <a:endParaRPr lang="es-MX" sz="2400" dirty="0">
              <a:latin typeface="Baloo 2 ExtraBold" panose="020B0604020202020204" charset="0"/>
              <a:cs typeface="Baloo 2 ExtraBold" panose="020B0604020202020204" charset="0"/>
            </a:endParaRPr>
          </a:p>
          <a:p>
            <a:pPr algn="just" fontAlgn="t">
              <a:lnSpc>
                <a:spcPct val="100000"/>
              </a:lnSpc>
            </a:pPr>
            <a:r>
              <a:rPr lang="es-MX" sz="2400" dirty="0">
                <a:latin typeface="Baloo 2 ExtraBold" panose="020B0604020202020204" charset="0"/>
                <a:cs typeface="Baloo 2 ExtraBold" panose="020B0604020202020204" charset="0"/>
              </a:rPr>
              <a:t>Estructuras demasiado flexibles pueden dificultar la gobernanza de datos.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4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Ejemplos</a:t>
            </a:r>
            <a:endParaRPr dirty="0"/>
          </a:p>
        </p:txBody>
      </p:sp>
      <p:sp>
        <p:nvSpPr>
          <p:cNvPr id="1238" name="Google Shape;1238;p40"/>
          <p:cNvSpPr txBox="1">
            <a:spLocks noGrp="1"/>
          </p:cNvSpPr>
          <p:nvPr>
            <p:ph type="subTitle" idx="4294967295"/>
          </p:nvPr>
        </p:nvSpPr>
        <p:spPr>
          <a:xfrm>
            <a:off x="1194360" y="2383762"/>
            <a:ext cx="585189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s-MX" sz="2400" dirty="0"/>
              <a:t>Configuración de aplicaciones</a:t>
            </a:r>
          </a:p>
        </p:txBody>
      </p:sp>
      <p:sp>
        <p:nvSpPr>
          <p:cNvPr id="1240" name="Google Shape;1240;p40"/>
          <p:cNvSpPr txBox="1">
            <a:spLocks noGrp="1"/>
          </p:cNvSpPr>
          <p:nvPr>
            <p:ph type="subTitle" idx="4294967295"/>
          </p:nvPr>
        </p:nvSpPr>
        <p:spPr>
          <a:xfrm>
            <a:off x="1194361" y="1851438"/>
            <a:ext cx="453408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s-MX" sz="2400" dirty="0"/>
              <a:t>Publicaciones científicas</a:t>
            </a:r>
          </a:p>
        </p:txBody>
      </p:sp>
      <p:sp>
        <p:nvSpPr>
          <p:cNvPr id="1241" name="Google Shape;1241;p40"/>
          <p:cNvSpPr txBox="1">
            <a:spLocks noGrp="1"/>
          </p:cNvSpPr>
          <p:nvPr>
            <p:ph type="subTitle" idx="4294967295"/>
          </p:nvPr>
        </p:nvSpPr>
        <p:spPr>
          <a:xfrm>
            <a:off x="1194361" y="1229464"/>
            <a:ext cx="413067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s-MX" sz="2400" dirty="0"/>
              <a:t>Catálogos de productos</a:t>
            </a:r>
          </a:p>
        </p:txBody>
      </p:sp>
      <p:sp>
        <p:nvSpPr>
          <p:cNvPr id="1243" name="Google Shape;1243;p40"/>
          <p:cNvSpPr/>
          <p:nvPr/>
        </p:nvSpPr>
        <p:spPr>
          <a:xfrm>
            <a:off x="903961" y="1353164"/>
            <a:ext cx="252300" cy="252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4" name="Google Shape;1244;p40"/>
          <p:cNvSpPr/>
          <p:nvPr/>
        </p:nvSpPr>
        <p:spPr>
          <a:xfrm>
            <a:off x="903961" y="2571750"/>
            <a:ext cx="252300" cy="252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5" name="Google Shape;1245;p40"/>
          <p:cNvSpPr/>
          <p:nvPr/>
        </p:nvSpPr>
        <p:spPr>
          <a:xfrm>
            <a:off x="903961" y="1940903"/>
            <a:ext cx="252300" cy="252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41"/>
          <p:cNvSpPr txBox="1">
            <a:spLocks noGrp="1"/>
          </p:cNvSpPr>
          <p:nvPr>
            <p:ph type="title"/>
          </p:nvPr>
        </p:nvSpPr>
        <p:spPr>
          <a:xfrm>
            <a:off x="451059" y="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Ejemplos</a:t>
            </a:r>
            <a:endParaRPr dirty="0"/>
          </a:p>
        </p:txBody>
      </p:sp>
      <p:sp>
        <p:nvSpPr>
          <p:cNvPr id="2" name="Google Shape;1241;p40">
            <a:extLst>
              <a:ext uri="{FF2B5EF4-FFF2-40B4-BE49-F238E27FC236}">
                <a16:creationId xmlns:a16="http://schemas.microsoft.com/office/drawing/2014/main" id="{621806CE-C5E6-921B-AA89-9CF9E8918A90}"/>
              </a:ext>
            </a:extLst>
          </p:cNvPr>
          <p:cNvSpPr txBox="1">
            <a:spLocks/>
          </p:cNvSpPr>
          <p:nvPr/>
        </p:nvSpPr>
        <p:spPr>
          <a:xfrm>
            <a:off x="325640" y="560557"/>
            <a:ext cx="782941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just" fontAlgn="t">
              <a:lnSpc>
                <a:spcPct val="100000"/>
              </a:lnSpc>
              <a:buNone/>
            </a:pPr>
            <a:r>
              <a:rPr lang="es-MX" sz="2000" dirty="0"/>
              <a:t>Dependiendo de la información que se requiere obtener los datos pueden categorizarse como estructurados o semiestructurados.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1F89C963-FD0B-1353-B088-9E75F761C8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9950814"/>
              </p:ext>
            </p:extLst>
          </p:nvPr>
        </p:nvGraphicFramePr>
        <p:xfrm>
          <a:off x="639811" y="1693814"/>
          <a:ext cx="8104095" cy="20726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01365">
                  <a:extLst>
                    <a:ext uri="{9D8B030D-6E8A-4147-A177-3AD203B41FA5}">
                      <a16:colId xmlns:a16="http://schemas.microsoft.com/office/drawing/2014/main" val="3443670188"/>
                    </a:ext>
                  </a:extLst>
                </a:gridCol>
                <a:gridCol w="2701365">
                  <a:extLst>
                    <a:ext uri="{9D8B030D-6E8A-4147-A177-3AD203B41FA5}">
                      <a16:colId xmlns:a16="http://schemas.microsoft.com/office/drawing/2014/main" val="26169721"/>
                    </a:ext>
                  </a:extLst>
                </a:gridCol>
                <a:gridCol w="2701365">
                  <a:extLst>
                    <a:ext uri="{9D8B030D-6E8A-4147-A177-3AD203B41FA5}">
                      <a16:colId xmlns:a16="http://schemas.microsoft.com/office/drawing/2014/main" val="1788801999"/>
                    </a:ext>
                  </a:extLst>
                </a:gridCol>
              </a:tblGrid>
              <a:tr h="2841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b="1" dirty="0"/>
                        <a:t>Caso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b="1"/>
                        <a:t>Estructurado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b="1" dirty="0"/>
                        <a:t>Semiestructurado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444568"/>
                  </a:ext>
                </a:extLst>
              </a:tr>
              <a:tr h="4830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dirty="0"/>
                        <a:t>Catálogo de productos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Tabla Productos(id, nombre, precio)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dirty="0"/>
                        <a:t>XML o JSON donde cada producto puede tener atributos distintos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7853007"/>
                  </a:ext>
                </a:extLst>
              </a:tr>
              <a:tr h="4830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Publicaciones científicas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Tabla de artículos con campos fijos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dirty="0"/>
                        <a:t>XML o JSON con autores, referencias y anexos variables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5452769"/>
                  </a:ext>
                </a:extLst>
              </a:tr>
              <a:tr h="4830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Configuración de aplicaciones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Tabla de parámetros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dirty="0"/>
                        <a:t>Archivos XML o JSON  con estructura jerárquica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08983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4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Práctica</a:t>
            </a:r>
            <a:endParaRPr dirty="0"/>
          </a:p>
        </p:txBody>
      </p:sp>
      <p:sp>
        <p:nvSpPr>
          <p:cNvPr id="1259" name="Google Shape;1259;p42"/>
          <p:cNvSpPr txBox="1"/>
          <p:nvPr/>
        </p:nvSpPr>
        <p:spPr>
          <a:xfrm>
            <a:off x="713225" y="1137215"/>
            <a:ext cx="7704000" cy="6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lnSpc>
                <a:spcPct val="160000"/>
              </a:lnSpc>
              <a:spcAft>
                <a:spcPts val="1200"/>
              </a:spcAft>
              <a:buNone/>
              <a:defRPr sz="2400"/>
            </a:pPr>
            <a:r>
              <a:rPr lang="es-MX" sz="1800" dirty="0">
                <a:latin typeface="DM Sans" pitchFamily="2" charset="0"/>
              </a:rPr>
              <a:t>Una institución de salud integra información proveniente de hospitales públicos, hospitales privados, laboratorios y consultorios. Cada fuente maneja atributos distintos para sus pacientes. ¿Sería más conveniente utilizar una base de datos relacional tradicional o un modelo semiestructurado basado en XML o JSON?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43"/>
          <p:cNvSpPr txBox="1"/>
          <p:nvPr/>
        </p:nvSpPr>
        <p:spPr>
          <a:xfrm>
            <a:off x="570917" y="1089911"/>
            <a:ext cx="2863500" cy="3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¿Qué son XML y JSON?</a:t>
            </a:r>
            <a:endParaRPr sz="2000" dirty="0">
              <a:solidFill>
                <a:schemeClr val="dk1"/>
              </a:solidFill>
              <a:latin typeface="Baloo 2 ExtraBold"/>
              <a:ea typeface="Baloo 2 ExtraBold"/>
              <a:cs typeface="Baloo 2 ExtraBold"/>
              <a:sym typeface="Baloo 2 ExtraBold"/>
            </a:endParaRPr>
          </a:p>
        </p:txBody>
      </p:sp>
      <p:sp>
        <p:nvSpPr>
          <p:cNvPr id="1271" name="Google Shape;1271;p4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1.2 Introducción a XML</a:t>
            </a:r>
            <a:endParaRPr dirty="0"/>
          </a:p>
        </p:txBody>
      </p:sp>
      <p:sp>
        <p:nvSpPr>
          <p:cNvPr id="1281" name="Google Shape;1281;p43"/>
          <p:cNvSpPr/>
          <p:nvPr/>
        </p:nvSpPr>
        <p:spPr>
          <a:xfrm>
            <a:off x="821191" y="1487061"/>
            <a:ext cx="357000" cy="536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lt1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1</a:t>
            </a:r>
            <a:endParaRPr sz="3000" dirty="0">
              <a:solidFill>
                <a:schemeClr val="lt1"/>
              </a:solidFill>
              <a:latin typeface="Baloo 2 ExtraBold"/>
              <a:ea typeface="Baloo 2 ExtraBold"/>
              <a:cs typeface="Baloo 2 ExtraBold"/>
              <a:sym typeface="Baloo 2 ExtraBold"/>
            </a:endParaRPr>
          </a:p>
        </p:txBody>
      </p:sp>
      <p:sp>
        <p:nvSpPr>
          <p:cNvPr id="1283" name="Google Shape;1283;p43"/>
          <p:cNvSpPr/>
          <p:nvPr/>
        </p:nvSpPr>
        <p:spPr>
          <a:xfrm>
            <a:off x="821491" y="2431431"/>
            <a:ext cx="356700" cy="857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lt1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3</a:t>
            </a:r>
            <a:endParaRPr sz="3000" dirty="0">
              <a:solidFill>
                <a:schemeClr val="lt1"/>
              </a:solidFill>
              <a:latin typeface="Baloo 2 ExtraBold"/>
              <a:ea typeface="Baloo 2 ExtraBold"/>
              <a:cs typeface="Baloo 2 ExtraBold"/>
              <a:sym typeface="Baloo 2 ExtraBold"/>
            </a:endParaRPr>
          </a:p>
        </p:txBody>
      </p:sp>
      <p:sp>
        <p:nvSpPr>
          <p:cNvPr id="1274" name="Google Shape;1274;p43"/>
          <p:cNvSpPr/>
          <p:nvPr/>
        </p:nvSpPr>
        <p:spPr>
          <a:xfrm>
            <a:off x="821491" y="2227338"/>
            <a:ext cx="3567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lt1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2</a:t>
            </a:r>
            <a:endParaRPr sz="3000" dirty="0">
              <a:solidFill>
                <a:schemeClr val="lt1"/>
              </a:solidFill>
              <a:latin typeface="Baloo 2 ExtraBold"/>
              <a:ea typeface="Baloo 2 ExtraBold"/>
              <a:cs typeface="Baloo 2 ExtraBold"/>
              <a:sym typeface="Baloo 2 ExtraBold"/>
            </a:endParaRPr>
          </a:p>
        </p:txBody>
      </p:sp>
      <p:sp>
        <p:nvSpPr>
          <p:cNvPr id="1276" name="Google Shape;1276;p43"/>
          <p:cNvSpPr/>
          <p:nvPr/>
        </p:nvSpPr>
        <p:spPr>
          <a:xfrm>
            <a:off x="821191" y="3433904"/>
            <a:ext cx="3567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lt1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4</a:t>
            </a:r>
            <a:endParaRPr sz="3000" dirty="0">
              <a:solidFill>
                <a:schemeClr val="lt1"/>
              </a:solidFill>
              <a:latin typeface="Baloo 2 ExtraBold"/>
              <a:ea typeface="Baloo 2 ExtraBold"/>
              <a:cs typeface="Baloo 2 ExtraBold"/>
              <a:sym typeface="Baloo 2 ExtraBold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529ED326-16FB-2D36-4847-4FB9BEA8B728}"/>
              </a:ext>
            </a:extLst>
          </p:cNvPr>
          <p:cNvSpPr/>
          <p:nvPr/>
        </p:nvSpPr>
        <p:spPr>
          <a:xfrm>
            <a:off x="1178191" y="1487061"/>
            <a:ext cx="7499644" cy="225135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DM Sans" pitchFamily="2" charset="0"/>
              </a:rPr>
              <a:t>Son formatos para representar datos </a:t>
            </a:r>
            <a:r>
              <a:rPr lang="en-US" sz="2000" dirty="0" err="1">
                <a:solidFill>
                  <a:srgbClr val="000000"/>
                </a:solidFill>
                <a:latin typeface="DM Sans" pitchFamily="2" charset="0"/>
              </a:rPr>
              <a:t>semiestructurados</a:t>
            </a:r>
            <a:endParaRPr lang="en-US" sz="2000" dirty="0">
              <a:solidFill>
                <a:srgbClr val="000000"/>
              </a:solidFill>
              <a:latin typeface="DM Sans" pitchFamily="2" charset="0"/>
            </a:endParaRPr>
          </a:p>
          <a:p>
            <a:pPr marL="0" indent="0">
              <a:buNone/>
            </a:pPr>
            <a:endParaRPr lang="en-US" sz="2000" dirty="0">
              <a:latin typeface="DM Sans" pitchFamily="2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DM Sans" pitchFamily="2" charset="0"/>
              </a:rPr>
              <a:t>Son </a:t>
            </a:r>
            <a:r>
              <a:rPr lang="en-US" sz="2000" dirty="0" err="1">
                <a:solidFill>
                  <a:srgbClr val="000000"/>
                </a:solidFill>
                <a:latin typeface="DM Sans" pitchFamily="2" charset="0"/>
              </a:rPr>
              <a:t>autodescriptivos</a:t>
            </a:r>
            <a:r>
              <a:rPr lang="en-US" sz="2000" dirty="0">
                <a:solidFill>
                  <a:srgbClr val="000000"/>
                </a:solidFill>
                <a:latin typeface="DM Sans" pitchFamily="2" charset="0"/>
              </a:rPr>
              <a:t>.</a:t>
            </a:r>
          </a:p>
          <a:p>
            <a:pPr marL="0" indent="0">
              <a:buNone/>
            </a:pPr>
            <a:endParaRPr lang="en-US" sz="2000" dirty="0">
              <a:latin typeface="DM Sans" pitchFamily="2" charset="0"/>
            </a:endParaRPr>
          </a:p>
          <a:p>
            <a:pPr marL="0" indent="0">
              <a:buNone/>
            </a:pPr>
            <a:r>
              <a:rPr lang="en-US" sz="2000" dirty="0" err="1">
                <a:solidFill>
                  <a:srgbClr val="000000"/>
                </a:solidFill>
                <a:latin typeface="DM Sans" pitchFamily="2" charset="0"/>
              </a:rPr>
              <a:t>Permiten</a:t>
            </a:r>
            <a:r>
              <a:rPr lang="en-US" sz="2000" dirty="0">
                <a:solidFill>
                  <a:srgbClr val="000000"/>
                </a:solidFill>
                <a:latin typeface="DM Sans" pitchFamily="2" charset="0"/>
              </a:rPr>
              <a:t> estructuras </a:t>
            </a:r>
            <a:r>
              <a:rPr lang="en-US" sz="2000" dirty="0" err="1">
                <a:solidFill>
                  <a:srgbClr val="000000"/>
                </a:solidFill>
                <a:latin typeface="DM Sans" pitchFamily="2" charset="0"/>
              </a:rPr>
              <a:t>jerárquicas</a:t>
            </a:r>
            <a:r>
              <a:rPr lang="en-US" sz="2000" dirty="0">
                <a:solidFill>
                  <a:srgbClr val="000000"/>
                </a:solidFill>
                <a:latin typeface="DM Sans" pitchFamily="2" charset="0"/>
              </a:rPr>
              <a:t>.</a:t>
            </a:r>
          </a:p>
          <a:p>
            <a:pPr marL="0" indent="0">
              <a:buNone/>
            </a:pPr>
            <a:endParaRPr lang="en-US" sz="2000" dirty="0">
              <a:latin typeface="DM Sans" pitchFamily="2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DM Sans" pitchFamily="2" charset="0"/>
              </a:rPr>
              <a:t>Se utilizan para intercambio e integración de información</a:t>
            </a:r>
            <a:r>
              <a:rPr lang="en-US" sz="1600" dirty="0">
                <a:solidFill>
                  <a:srgbClr val="000000"/>
                </a:solidFill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44"/>
          <p:cNvSpPr txBox="1">
            <a:spLocks noGrp="1"/>
          </p:cNvSpPr>
          <p:nvPr>
            <p:ph type="title"/>
          </p:nvPr>
        </p:nvSpPr>
        <p:spPr>
          <a:xfrm>
            <a:off x="339230" y="200221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¿Cómo se conforma un XML?</a:t>
            </a:r>
            <a:endParaRPr dirty="0"/>
          </a:p>
        </p:txBody>
      </p:sp>
      <p:sp>
        <p:nvSpPr>
          <p:cNvPr id="1294" name="Google Shape;1294;p44"/>
          <p:cNvSpPr txBox="1"/>
          <p:nvPr/>
        </p:nvSpPr>
        <p:spPr>
          <a:xfrm>
            <a:off x="371480" y="612064"/>
            <a:ext cx="5208900" cy="495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Componentes</a:t>
            </a:r>
            <a:endParaRPr sz="1800" b="1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95" name="Google Shape;1295;p44"/>
          <p:cNvSpPr txBox="1"/>
          <p:nvPr/>
        </p:nvSpPr>
        <p:spPr>
          <a:xfrm>
            <a:off x="245045" y="1080382"/>
            <a:ext cx="5208900" cy="27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Lato"/>
              <a:buAutoNum type="arabicPeriod"/>
            </a:pPr>
            <a:r>
              <a:rPr lang="en" sz="20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Declaración XML</a:t>
            </a:r>
            <a:endParaRPr sz="2000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Lato"/>
              <a:buAutoNum type="arabicPeriod"/>
            </a:pPr>
            <a:r>
              <a:rPr lang="es-MX" sz="20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Elemento raíz</a:t>
            </a:r>
            <a:endParaRPr sz="2000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Lato"/>
              <a:buAutoNum type="arabicPeriod"/>
            </a:pPr>
            <a:r>
              <a:rPr lang="es-MX" sz="20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Elementos</a:t>
            </a:r>
            <a:endParaRPr sz="2000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Lato"/>
              <a:buAutoNum type="arabicPeriod"/>
            </a:pPr>
            <a:r>
              <a:rPr lang="es-MX" sz="20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Atributos</a:t>
            </a:r>
            <a:endParaRPr sz="2000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Lato"/>
              <a:buAutoNum type="arabicPeriod"/>
            </a:pPr>
            <a:r>
              <a:rPr lang="en" sz="20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Texto</a:t>
            </a: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Lato"/>
              <a:buAutoNum type="arabicPeriod"/>
            </a:pPr>
            <a:r>
              <a:rPr lang="en" sz="20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s-MX" sz="20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elaciones padre-hijo-hermano</a:t>
            </a:r>
            <a:endParaRPr sz="2000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45487DD-78CF-CD74-0F03-10698E7775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4924" y="612064"/>
            <a:ext cx="3538785" cy="43293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1">
          <a:extLst>
            <a:ext uri="{FF2B5EF4-FFF2-40B4-BE49-F238E27FC236}">
              <a16:creationId xmlns:a16="http://schemas.microsoft.com/office/drawing/2014/main" id="{B11ED070-F27B-E716-9893-82682C87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04;p34">
            <a:extLst>
              <a:ext uri="{FF2B5EF4-FFF2-40B4-BE49-F238E27FC236}">
                <a16:creationId xmlns:a16="http://schemas.microsoft.com/office/drawing/2014/main" id="{BCBE29A5-8BC7-0058-41A8-BFF64B78B3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0763" y="778107"/>
            <a:ext cx="732134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sz="2800" b="1" dirty="0">
                <a:solidFill>
                  <a:schemeClr val="accent1">
                    <a:lumMod val="10000"/>
                  </a:schemeClr>
                </a:solidFill>
              </a:rPr>
              <a:t>Relaciones padre-hijo en XML</a:t>
            </a:r>
            <a:endParaRPr dirty="0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E12EB616-0560-F4E4-D6A7-2B91C4B16A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4131318"/>
              </p:ext>
            </p:extLst>
          </p:nvPr>
        </p:nvGraphicFramePr>
        <p:xfrm>
          <a:off x="777441" y="1554007"/>
          <a:ext cx="7424450" cy="2438400"/>
        </p:xfrm>
        <a:graphic>
          <a:graphicData uri="http://schemas.openxmlformats.org/drawingml/2006/table">
            <a:tbl>
              <a:tblPr>
                <a:tableStyleId>{55128F1C-263D-4756-A434-B3B8AE7D6FB3}</a:tableStyleId>
              </a:tblPr>
              <a:tblGrid>
                <a:gridCol w="3712225">
                  <a:extLst>
                    <a:ext uri="{9D8B030D-6E8A-4147-A177-3AD203B41FA5}">
                      <a16:colId xmlns:a16="http://schemas.microsoft.com/office/drawing/2014/main" val="3747588608"/>
                    </a:ext>
                  </a:extLst>
                </a:gridCol>
                <a:gridCol w="3712225">
                  <a:extLst>
                    <a:ext uri="{9D8B030D-6E8A-4147-A177-3AD203B41FA5}">
                      <a16:colId xmlns:a16="http://schemas.microsoft.com/office/drawing/2014/main" val="3073322170"/>
                    </a:ext>
                  </a:extLst>
                </a:gridCol>
              </a:tblGrid>
              <a:tr h="2231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b="1" dirty="0"/>
                        <a:t>Padre</a:t>
                      </a: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b="1" dirty="0"/>
                        <a:t>Hijo</a:t>
                      </a: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204266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dirty="0"/>
                        <a:t>Pacientes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dirty="0"/>
                        <a:t>paciente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6637829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dirty="0"/>
                        <a:t>Paciente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dirty="0"/>
                        <a:t>nombre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6761337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dirty="0"/>
                        <a:t>Paciente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/>
                        <a:t>edad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7753558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dirty="0"/>
                        <a:t>paciente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/>
                        <a:t>alergias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9005329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dirty="0"/>
                        <a:t>alergias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/>
                        <a:t>alergia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8009496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/>
                        <a:t>paciente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/>
                        <a:t>estudios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679055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/>
                        <a:t>estudios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dirty="0"/>
                        <a:t>estudio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212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488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p48"/>
          <p:cNvSpPr txBox="1">
            <a:spLocks noGrp="1"/>
          </p:cNvSpPr>
          <p:nvPr>
            <p:ph type="title"/>
          </p:nvPr>
        </p:nvSpPr>
        <p:spPr>
          <a:xfrm>
            <a:off x="223720" y="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b="1" dirty="0" err="1">
                <a:solidFill>
                  <a:schemeClr val="accent1">
                    <a:lumMod val="25000"/>
                  </a:schemeClr>
                </a:solidFill>
              </a:rPr>
              <a:t>Estructura</a:t>
            </a:r>
            <a:r>
              <a:rPr lang="en-US" b="1" dirty="0">
                <a:solidFill>
                  <a:schemeClr val="accent1">
                    <a:lumMod val="2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25000"/>
                  </a:schemeClr>
                </a:solidFill>
              </a:rPr>
              <a:t>jerárquica</a:t>
            </a:r>
            <a:r>
              <a:rPr lang="en-US" b="1" dirty="0">
                <a:solidFill>
                  <a:schemeClr val="accent1">
                    <a:lumMod val="25000"/>
                  </a:schemeClr>
                </a:solidFill>
              </a:rPr>
              <a:t> XML</a:t>
            </a:r>
            <a:endParaRPr dirty="0">
              <a:solidFill>
                <a:schemeClr val="accent1">
                  <a:lumMod val="25000"/>
                </a:schemeClr>
              </a:solidFill>
            </a:endParaRPr>
          </a:p>
        </p:txBody>
      </p:sp>
      <p:grpSp>
        <p:nvGrpSpPr>
          <p:cNvPr id="1716" name="Google Shape;1716;p48"/>
          <p:cNvGrpSpPr/>
          <p:nvPr/>
        </p:nvGrpSpPr>
        <p:grpSpPr>
          <a:xfrm>
            <a:off x="5816969" y="1228062"/>
            <a:ext cx="1687171" cy="2082500"/>
            <a:chOff x="1457450" y="276213"/>
            <a:chExt cx="3719513" cy="4591050"/>
          </a:xfrm>
        </p:grpSpPr>
        <p:sp>
          <p:nvSpPr>
            <p:cNvPr id="1717" name="Google Shape;1717;p48"/>
            <p:cNvSpPr/>
            <p:nvPr/>
          </p:nvSpPr>
          <p:spPr>
            <a:xfrm>
              <a:off x="3249738" y="279388"/>
              <a:ext cx="593725" cy="484188"/>
            </a:xfrm>
            <a:custGeom>
              <a:avLst/>
              <a:gdLst/>
              <a:ahLst/>
              <a:cxnLst/>
              <a:rect l="l" t="t" r="r" b="b"/>
              <a:pathLst>
                <a:path w="162" h="132" extrusionOk="0">
                  <a:moveTo>
                    <a:pt x="2" y="54"/>
                  </a:moveTo>
                  <a:cubicBezTo>
                    <a:pt x="0" y="46"/>
                    <a:pt x="14" y="23"/>
                    <a:pt x="21" y="18"/>
                  </a:cubicBezTo>
                  <a:cubicBezTo>
                    <a:pt x="30" y="12"/>
                    <a:pt x="40" y="8"/>
                    <a:pt x="51" y="5"/>
                  </a:cubicBezTo>
                  <a:cubicBezTo>
                    <a:pt x="73" y="0"/>
                    <a:pt x="93" y="7"/>
                    <a:pt x="110" y="23"/>
                  </a:cubicBezTo>
                  <a:cubicBezTo>
                    <a:pt x="162" y="74"/>
                    <a:pt x="75" y="132"/>
                    <a:pt x="75" y="132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8" name="Google Shape;1718;p48"/>
            <p:cNvSpPr/>
            <p:nvPr/>
          </p:nvSpPr>
          <p:spPr>
            <a:xfrm>
              <a:off x="3619625" y="614350"/>
              <a:ext cx="176100" cy="176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9" name="Google Shape;1719;p48"/>
            <p:cNvSpPr/>
            <p:nvPr/>
          </p:nvSpPr>
          <p:spPr>
            <a:xfrm>
              <a:off x="3216400" y="341300"/>
              <a:ext cx="447675" cy="811213"/>
            </a:xfrm>
            <a:custGeom>
              <a:avLst/>
              <a:gdLst/>
              <a:ahLst/>
              <a:cxnLst/>
              <a:rect l="l" t="t" r="r" b="b"/>
              <a:pathLst>
                <a:path w="122" h="221" extrusionOk="0">
                  <a:moveTo>
                    <a:pt x="98" y="59"/>
                  </a:moveTo>
                  <a:cubicBezTo>
                    <a:pt x="98" y="60"/>
                    <a:pt x="99" y="61"/>
                    <a:pt x="100" y="61"/>
                  </a:cubicBezTo>
                  <a:cubicBezTo>
                    <a:pt x="105" y="60"/>
                    <a:pt x="116" y="58"/>
                    <a:pt x="119" y="71"/>
                  </a:cubicBezTo>
                  <a:cubicBezTo>
                    <a:pt x="122" y="84"/>
                    <a:pt x="110" y="92"/>
                    <a:pt x="103" y="93"/>
                  </a:cubicBezTo>
                  <a:cubicBezTo>
                    <a:pt x="100" y="94"/>
                    <a:pt x="90" y="102"/>
                    <a:pt x="89" y="104"/>
                  </a:cubicBezTo>
                  <a:cubicBezTo>
                    <a:pt x="85" y="109"/>
                    <a:pt x="95" y="160"/>
                    <a:pt x="97" y="176"/>
                  </a:cubicBezTo>
                  <a:cubicBezTo>
                    <a:pt x="101" y="206"/>
                    <a:pt x="57" y="221"/>
                    <a:pt x="57" y="221"/>
                  </a:cubicBezTo>
                  <a:cubicBezTo>
                    <a:pt x="57" y="221"/>
                    <a:pt x="31" y="214"/>
                    <a:pt x="29" y="176"/>
                  </a:cubicBezTo>
                  <a:cubicBezTo>
                    <a:pt x="29" y="176"/>
                    <a:pt x="30" y="104"/>
                    <a:pt x="30" y="103"/>
                  </a:cubicBezTo>
                  <a:cubicBezTo>
                    <a:pt x="23" y="98"/>
                    <a:pt x="0" y="97"/>
                    <a:pt x="10" y="47"/>
                  </a:cubicBezTo>
                  <a:cubicBezTo>
                    <a:pt x="19" y="0"/>
                    <a:pt x="53" y="0"/>
                    <a:pt x="62" y="1"/>
                  </a:cubicBezTo>
                  <a:cubicBezTo>
                    <a:pt x="69" y="1"/>
                    <a:pt x="94" y="1"/>
                    <a:pt x="98" y="59"/>
                  </a:cubicBezTo>
                  <a:close/>
                </a:path>
              </a:pathLst>
            </a:custGeom>
            <a:solidFill>
              <a:srgbClr val="894C3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0" name="Google Shape;1720;p48"/>
            <p:cNvSpPr/>
            <p:nvPr/>
          </p:nvSpPr>
          <p:spPr>
            <a:xfrm>
              <a:off x="3356100" y="276213"/>
              <a:ext cx="314325" cy="290513"/>
            </a:xfrm>
            <a:custGeom>
              <a:avLst/>
              <a:gdLst/>
              <a:ahLst/>
              <a:cxnLst/>
              <a:rect l="l" t="t" r="r" b="b"/>
              <a:pathLst>
                <a:path w="86" h="79" extrusionOk="0">
                  <a:moveTo>
                    <a:pt x="0" y="16"/>
                  </a:moveTo>
                  <a:cubicBezTo>
                    <a:pt x="0" y="16"/>
                    <a:pt x="52" y="74"/>
                    <a:pt x="61" y="79"/>
                  </a:cubicBezTo>
                  <a:cubicBezTo>
                    <a:pt x="61" y="79"/>
                    <a:pt x="86" y="0"/>
                    <a:pt x="0" y="1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1" name="Google Shape;1721;p48"/>
            <p:cNvSpPr/>
            <p:nvPr/>
          </p:nvSpPr>
          <p:spPr>
            <a:xfrm>
              <a:off x="3572000" y="561963"/>
              <a:ext cx="61913" cy="80963"/>
            </a:xfrm>
            <a:custGeom>
              <a:avLst/>
              <a:gdLst/>
              <a:ahLst/>
              <a:cxnLst/>
              <a:rect l="l" t="t" r="r" b="b"/>
              <a:pathLst>
                <a:path w="17" h="22" extrusionOk="0">
                  <a:moveTo>
                    <a:pt x="17" y="15"/>
                  </a:moveTo>
                  <a:cubicBezTo>
                    <a:pt x="17" y="15"/>
                    <a:pt x="7" y="0"/>
                    <a:pt x="0" y="22"/>
                  </a:cubicBezTo>
                </a:path>
              </a:pathLst>
            </a:custGeom>
            <a:solidFill>
              <a:srgbClr val="69392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2" name="Google Shape;1722;p48"/>
            <p:cNvSpPr/>
            <p:nvPr/>
          </p:nvSpPr>
          <p:spPr>
            <a:xfrm>
              <a:off x="3378318" y="569898"/>
              <a:ext cx="87302" cy="28549"/>
            </a:xfrm>
            <a:custGeom>
              <a:avLst/>
              <a:gdLst/>
              <a:ahLst/>
              <a:cxnLst/>
              <a:rect l="l" t="t" r="r" b="b"/>
              <a:pathLst>
                <a:path w="24" h="24" extrusionOk="0">
                  <a:moveTo>
                    <a:pt x="11" y="1"/>
                  </a:moveTo>
                  <a:cubicBezTo>
                    <a:pt x="5" y="1"/>
                    <a:pt x="0" y="7"/>
                    <a:pt x="1" y="13"/>
                  </a:cubicBezTo>
                  <a:cubicBezTo>
                    <a:pt x="1" y="19"/>
                    <a:pt x="6" y="24"/>
                    <a:pt x="13" y="24"/>
                  </a:cubicBezTo>
                  <a:cubicBezTo>
                    <a:pt x="19" y="23"/>
                    <a:pt x="24" y="18"/>
                    <a:pt x="24" y="11"/>
                  </a:cubicBezTo>
                  <a:cubicBezTo>
                    <a:pt x="23" y="5"/>
                    <a:pt x="18" y="0"/>
                    <a:pt x="11" y="1"/>
                  </a:cubicBezTo>
                  <a:close/>
                </a:path>
              </a:pathLst>
            </a:custGeom>
            <a:solidFill>
              <a:srgbClr val="69392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3" name="Google Shape;1723;p48"/>
            <p:cNvSpPr/>
            <p:nvPr/>
          </p:nvSpPr>
          <p:spPr>
            <a:xfrm>
              <a:off x="3238602" y="525460"/>
              <a:ext cx="39738" cy="36486"/>
            </a:xfrm>
            <a:custGeom>
              <a:avLst/>
              <a:gdLst/>
              <a:ahLst/>
              <a:cxnLst/>
              <a:rect l="l" t="t" r="r" b="b"/>
              <a:pathLst>
                <a:path w="11" h="21" extrusionOk="0">
                  <a:moveTo>
                    <a:pt x="2" y="21"/>
                  </a:moveTo>
                  <a:cubicBezTo>
                    <a:pt x="7" y="20"/>
                    <a:pt x="11" y="15"/>
                    <a:pt x="10" y="9"/>
                  </a:cubicBezTo>
                  <a:cubicBezTo>
                    <a:pt x="10" y="5"/>
                    <a:pt x="7" y="2"/>
                    <a:pt x="4" y="0"/>
                  </a:cubicBezTo>
                  <a:cubicBezTo>
                    <a:pt x="4" y="0"/>
                    <a:pt x="0" y="13"/>
                    <a:pt x="2" y="21"/>
                  </a:cubicBezTo>
                  <a:close/>
                </a:path>
              </a:pathLst>
            </a:custGeom>
            <a:solidFill>
              <a:srgbClr val="69392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4" name="Google Shape;1724;p48"/>
            <p:cNvSpPr/>
            <p:nvPr/>
          </p:nvSpPr>
          <p:spPr>
            <a:xfrm>
              <a:off x="3370388" y="474650"/>
              <a:ext cx="39688" cy="36513"/>
            </a:xfrm>
            <a:custGeom>
              <a:avLst/>
              <a:gdLst/>
              <a:ahLst/>
              <a:cxnLst/>
              <a:rect l="l" t="t" r="r" b="b"/>
              <a:pathLst>
                <a:path w="11" h="10" extrusionOk="0">
                  <a:moveTo>
                    <a:pt x="9" y="8"/>
                  </a:moveTo>
                  <a:cubicBezTo>
                    <a:pt x="11" y="10"/>
                    <a:pt x="9" y="3"/>
                    <a:pt x="7" y="1"/>
                  </a:cubicBezTo>
                  <a:cubicBezTo>
                    <a:pt x="4" y="0"/>
                    <a:pt x="1" y="0"/>
                    <a:pt x="0" y="3"/>
                  </a:cubicBezTo>
                  <a:cubicBezTo>
                    <a:pt x="0" y="3"/>
                    <a:pt x="5" y="3"/>
                    <a:pt x="9" y="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5" name="Google Shape;1725;p48"/>
            <p:cNvSpPr/>
            <p:nvPr/>
          </p:nvSpPr>
          <p:spPr>
            <a:xfrm>
              <a:off x="3271963" y="452425"/>
              <a:ext cx="47625" cy="17463"/>
            </a:xfrm>
            <a:custGeom>
              <a:avLst/>
              <a:gdLst/>
              <a:ahLst/>
              <a:cxnLst/>
              <a:rect l="l" t="t" r="r" b="b"/>
              <a:pathLst>
                <a:path w="13" h="5" extrusionOk="0">
                  <a:moveTo>
                    <a:pt x="2" y="4"/>
                  </a:moveTo>
                  <a:cubicBezTo>
                    <a:pt x="0" y="5"/>
                    <a:pt x="5" y="0"/>
                    <a:pt x="8" y="0"/>
                  </a:cubicBezTo>
                  <a:cubicBezTo>
                    <a:pt x="11" y="0"/>
                    <a:pt x="13" y="2"/>
                    <a:pt x="13" y="4"/>
                  </a:cubicBezTo>
                  <a:cubicBezTo>
                    <a:pt x="13" y="4"/>
                    <a:pt x="8" y="2"/>
                    <a:pt x="2" y="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6" name="Google Shape;1726;p48"/>
            <p:cNvSpPr/>
            <p:nvPr/>
          </p:nvSpPr>
          <p:spPr>
            <a:xfrm>
              <a:off x="3356100" y="522275"/>
              <a:ext cx="17463" cy="33338"/>
            </a:xfrm>
            <a:custGeom>
              <a:avLst/>
              <a:gdLst/>
              <a:ahLst/>
              <a:cxnLst/>
              <a:rect l="l" t="t" r="r" b="b"/>
              <a:pathLst>
                <a:path w="5" h="9" extrusionOk="0">
                  <a:moveTo>
                    <a:pt x="4" y="5"/>
                  </a:moveTo>
                  <a:cubicBezTo>
                    <a:pt x="3" y="7"/>
                    <a:pt x="2" y="9"/>
                    <a:pt x="1" y="8"/>
                  </a:cubicBezTo>
                  <a:cubicBezTo>
                    <a:pt x="0" y="8"/>
                    <a:pt x="0" y="6"/>
                    <a:pt x="0" y="4"/>
                  </a:cubicBezTo>
                  <a:cubicBezTo>
                    <a:pt x="1" y="2"/>
                    <a:pt x="2" y="0"/>
                    <a:pt x="3" y="0"/>
                  </a:cubicBezTo>
                  <a:cubicBezTo>
                    <a:pt x="4" y="1"/>
                    <a:pt x="5" y="3"/>
                    <a:pt x="4" y="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7" name="Google Shape;1727;p48"/>
            <p:cNvSpPr/>
            <p:nvPr/>
          </p:nvSpPr>
          <p:spPr>
            <a:xfrm>
              <a:off x="3294188" y="500050"/>
              <a:ext cx="17463" cy="28575"/>
            </a:xfrm>
            <a:custGeom>
              <a:avLst/>
              <a:gdLst/>
              <a:ahLst/>
              <a:cxnLst/>
              <a:rect l="l" t="t" r="r" b="b"/>
              <a:pathLst>
                <a:path w="5" h="8" extrusionOk="0">
                  <a:moveTo>
                    <a:pt x="4" y="5"/>
                  </a:moveTo>
                  <a:cubicBezTo>
                    <a:pt x="4" y="7"/>
                    <a:pt x="2" y="8"/>
                    <a:pt x="1" y="8"/>
                  </a:cubicBezTo>
                  <a:cubicBezTo>
                    <a:pt x="0" y="8"/>
                    <a:pt x="0" y="6"/>
                    <a:pt x="1" y="4"/>
                  </a:cubicBezTo>
                  <a:cubicBezTo>
                    <a:pt x="1" y="2"/>
                    <a:pt x="2" y="0"/>
                    <a:pt x="3" y="0"/>
                  </a:cubicBezTo>
                  <a:cubicBezTo>
                    <a:pt x="4" y="1"/>
                    <a:pt x="5" y="3"/>
                    <a:pt x="4" y="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8" name="Google Shape;1728;p48"/>
            <p:cNvSpPr/>
            <p:nvPr/>
          </p:nvSpPr>
          <p:spPr>
            <a:xfrm>
              <a:off x="3319588" y="715950"/>
              <a:ext cx="168275" cy="133350"/>
            </a:xfrm>
            <a:custGeom>
              <a:avLst/>
              <a:gdLst/>
              <a:ahLst/>
              <a:cxnLst/>
              <a:rect l="l" t="t" r="r" b="b"/>
              <a:pathLst>
                <a:path w="46" h="36" extrusionOk="0">
                  <a:moveTo>
                    <a:pt x="2" y="1"/>
                  </a:moveTo>
                  <a:cubicBezTo>
                    <a:pt x="2" y="1"/>
                    <a:pt x="24" y="3"/>
                    <a:pt x="35" y="2"/>
                  </a:cubicBezTo>
                  <a:cubicBezTo>
                    <a:pt x="46" y="0"/>
                    <a:pt x="0" y="36"/>
                    <a:pt x="2" y="1"/>
                  </a:cubicBezTo>
                  <a:close/>
                </a:path>
              </a:pathLst>
            </a:custGeom>
            <a:solidFill>
              <a:srgbClr val="69392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9" name="Google Shape;1729;p48"/>
            <p:cNvSpPr/>
            <p:nvPr/>
          </p:nvSpPr>
          <p:spPr>
            <a:xfrm>
              <a:off x="3227513" y="441313"/>
              <a:ext cx="106363" cy="125413"/>
            </a:xfrm>
            <a:custGeom>
              <a:avLst/>
              <a:gdLst/>
              <a:ahLst/>
              <a:cxnLst/>
              <a:rect l="l" t="t" r="r" b="b"/>
              <a:pathLst>
                <a:path w="29" h="34" extrusionOk="0">
                  <a:moveTo>
                    <a:pt x="14" y="34"/>
                  </a:moveTo>
                  <a:cubicBezTo>
                    <a:pt x="6" y="34"/>
                    <a:pt x="0" y="26"/>
                    <a:pt x="0" y="17"/>
                  </a:cubicBezTo>
                  <a:cubicBezTo>
                    <a:pt x="0" y="8"/>
                    <a:pt x="6" y="0"/>
                    <a:pt x="14" y="0"/>
                  </a:cubicBezTo>
                  <a:cubicBezTo>
                    <a:pt x="23" y="0"/>
                    <a:pt x="29" y="8"/>
                    <a:pt x="29" y="17"/>
                  </a:cubicBezTo>
                  <a:cubicBezTo>
                    <a:pt x="29" y="26"/>
                    <a:pt x="23" y="34"/>
                    <a:pt x="14" y="34"/>
                  </a:cubicBezTo>
                  <a:close/>
                  <a:moveTo>
                    <a:pt x="14" y="3"/>
                  </a:moveTo>
                  <a:cubicBezTo>
                    <a:pt x="7" y="3"/>
                    <a:pt x="2" y="9"/>
                    <a:pt x="2" y="17"/>
                  </a:cubicBezTo>
                  <a:cubicBezTo>
                    <a:pt x="2" y="25"/>
                    <a:pt x="7" y="32"/>
                    <a:pt x="14" y="32"/>
                  </a:cubicBezTo>
                  <a:cubicBezTo>
                    <a:pt x="21" y="32"/>
                    <a:pt x="27" y="25"/>
                    <a:pt x="27" y="17"/>
                  </a:cubicBezTo>
                  <a:cubicBezTo>
                    <a:pt x="27" y="9"/>
                    <a:pt x="21" y="3"/>
                    <a:pt x="14" y="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0" name="Google Shape;1730;p48"/>
            <p:cNvSpPr/>
            <p:nvPr/>
          </p:nvSpPr>
          <p:spPr>
            <a:xfrm>
              <a:off x="3333875" y="485763"/>
              <a:ext cx="109538" cy="120650"/>
            </a:xfrm>
            <a:custGeom>
              <a:avLst/>
              <a:gdLst/>
              <a:ahLst/>
              <a:cxnLst/>
              <a:rect l="l" t="t" r="r" b="b"/>
              <a:pathLst>
                <a:path w="30" h="33" extrusionOk="0">
                  <a:moveTo>
                    <a:pt x="15" y="33"/>
                  </a:moveTo>
                  <a:cubicBezTo>
                    <a:pt x="6" y="33"/>
                    <a:pt x="0" y="26"/>
                    <a:pt x="0" y="17"/>
                  </a:cubicBezTo>
                  <a:cubicBezTo>
                    <a:pt x="0" y="7"/>
                    <a:pt x="6" y="0"/>
                    <a:pt x="15" y="0"/>
                  </a:cubicBezTo>
                  <a:cubicBezTo>
                    <a:pt x="23" y="0"/>
                    <a:pt x="30" y="7"/>
                    <a:pt x="30" y="17"/>
                  </a:cubicBezTo>
                  <a:cubicBezTo>
                    <a:pt x="30" y="26"/>
                    <a:pt x="23" y="33"/>
                    <a:pt x="15" y="33"/>
                  </a:cubicBezTo>
                  <a:close/>
                  <a:moveTo>
                    <a:pt x="15" y="2"/>
                  </a:moveTo>
                  <a:cubicBezTo>
                    <a:pt x="8" y="2"/>
                    <a:pt x="2" y="9"/>
                    <a:pt x="2" y="17"/>
                  </a:cubicBezTo>
                  <a:cubicBezTo>
                    <a:pt x="2" y="25"/>
                    <a:pt x="8" y="31"/>
                    <a:pt x="15" y="31"/>
                  </a:cubicBezTo>
                  <a:cubicBezTo>
                    <a:pt x="22" y="31"/>
                    <a:pt x="27" y="25"/>
                    <a:pt x="27" y="17"/>
                  </a:cubicBezTo>
                  <a:cubicBezTo>
                    <a:pt x="27" y="9"/>
                    <a:pt x="22" y="2"/>
                    <a:pt x="15" y="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1" name="Google Shape;1731;p48"/>
            <p:cNvSpPr/>
            <p:nvPr/>
          </p:nvSpPr>
          <p:spPr>
            <a:xfrm>
              <a:off x="3437063" y="539738"/>
              <a:ext cx="142875" cy="30163"/>
            </a:xfrm>
            <a:custGeom>
              <a:avLst/>
              <a:gdLst/>
              <a:ahLst/>
              <a:cxnLst/>
              <a:rect l="l" t="t" r="r" b="b"/>
              <a:pathLst>
                <a:path w="90" h="19" extrusionOk="0">
                  <a:moveTo>
                    <a:pt x="90" y="19"/>
                  </a:moveTo>
                  <a:lnTo>
                    <a:pt x="0" y="7"/>
                  </a:lnTo>
                  <a:lnTo>
                    <a:pt x="2" y="0"/>
                  </a:lnTo>
                  <a:lnTo>
                    <a:pt x="90" y="14"/>
                  </a:lnTo>
                  <a:lnTo>
                    <a:pt x="90" y="1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2" name="Google Shape;1732;p48"/>
            <p:cNvSpPr/>
            <p:nvPr/>
          </p:nvSpPr>
          <p:spPr>
            <a:xfrm>
              <a:off x="3165600" y="4425938"/>
              <a:ext cx="219075" cy="349250"/>
            </a:xfrm>
            <a:custGeom>
              <a:avLst/>
              <a:gdLst/>
              <a:ahLst/>
              <a:cxnLst/>
              <a:rect l="l" t="t" r="r" b="b"/>
              <a:pathLst>
                <a:path w="60" h="95" extrusionOk="0">
                  <a:moveTo>
                    <a:pt x="60" y="1"/>
                  </a:moveTo>
                  <a:cubicBezTo>
                    <a:pt x="52" y="58"/>
                    <a:pt x="52" y="58"/>
                    <a:pt x="52" y="58"/>
                  </a:cubicBezTo>
                  <a:cubicBezTo>
                    <a:pt x="52" y="58"/>
                    <a:pt x="39" y="95"/>
                    <a:pt x="27" y="81"/>
                  </a:cubicBezTo>
                  <a:cubicBezTo>
                    <a:pt x="15" y="66"/>
                    <a:pt x="4" y="58"/>
                    <a:pt x="4" y="58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60" y="1"/>
                  </a:lnTo>
                  <a:close/>
                </a:path>
              </a:pathLst>
            </a:custGeom>
            <a:solidFill>
              <a:srgbClr val="894C3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3" name="Google Shape;1733;p48"/>
            <p:cNvSpPr/>
            <p:nvPr/>
          </p:nvSpPr>
          <p:spPr>
            <a:xfrm>
              <a:off x="4078413" y="4416413"/>
              <a:ext cx="185738" cy="249238"/>
            </a:xfrm>
            <a:custGeom>
              <a:avLst/>
              <a:gdLst/>
              <a:ahLst/>
              <a:cxnLst/>
              <a:rect l="l" t="t" r="r" b="b"/>
              <a:pathLst>
                <a:path w="51" h="68" extrusionOk="0">
                  <a:moveTo>
                    <a:pt x="0" y="0"/>
                  </a:moveTo>
                  <a:cubicBezTo>
                    <a:pt x="18" y="56"/>
                    <a:pt x="18" y="56"/>
                    <a:pt x="18" y="56"/>
                  </a:cubicBezTo>
                  <a:cubicBezTo>
                    <a:pt x="18" y="56"/>
                    <a:pt x="31" y="68"/>
                    <a:pt x="36" y="68"/>
                  </a:cubicBezTo>
                  <a:cubicBezTo>
                    <a:pt x="45" y="67"/>
                    <a:pt x="49" y="52"/>
                    <a:pt x="49" y="52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894C3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4" name="Google Shape;1734;p48"/>
            <p:cNvSpPr/>
            <p:nvPr/>
          </p:nvSpPr>
          <p:spPr>
            <a:xfrm>
              <a:off x="2981450" y="4606913"/>
              <a:ext cx="400050" cy="193675"/>
            </a:xfrm>
            <a:custGeom>
              <a:avLst/>
              <a:gdLst/>
              <a:ahLst/>
              <a:cxnLst/>
              <a:rect l="l" t="t" r="r" b="b"/>
              <a:pathLst>
                <a:path w="109" h="53" extrusionOk="0">
                  <a:moveTo>
                    <a:pt x="50" y="9"/>
                  </a:moveTo>
                  <a:cubicBezTo>
                    <a:pt x="2" y="48"/>
                    <a:pt x="2" y="48"/>
                    <a:pt x="2" y="48"/>
                  </a:cubicBezTo>
                  <a:cubicBezTo>
                    <a:pt x="0" y="49"/>
                    <a:pt x="2" y="52"/>
                    <a:pt x="5" y="52"/>
                  </a:cubicBezTo>
                  <a:cubicBezTo>
                    <a:pt x="75" y="53"/>
                    <a:pt x="75" y="53"/>
                    <a:pt x="75" y="53"/>
                  </a:cubicBezTo>
                  <a:cubicBezTo>
                    <a:pt x="77" y="53"/>
                    <a:pt x="78" y="52"/>
                    <a:pt x="79" y="51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6" y="37"/>
                    <a:pt x="89" y="37"/>
                    <a:pt x="88" y="40"/>
                  </a:cubicBezTo>
                  <a:cubicBezTo>
                    <a:pt x="91" y="51"/>
                    <a:pt x="91" y="51"/>
                    <a:pt x="91" y="51"/>
                  </a:cubicBezTo>
                  <a:cubicBezTo>
                    <a:pt x="91" y="52"/>
                    <a:pt x="108" y="52"/>
                    <a:pt x="108" y="50"/>
                  </a:cubicBezTo>
                  <a:cubicBezTo>
                    <a:pt x="109" y="41"/>
                    <a:pt x="107" y="11"/>
                    <a:pt x="105" y="2"/>
                  </a:cubicBezTo>
                  <a:cubicBezTo>
                    <a:pt x="105" y="1"/>
                    <a:pt x="104" y="0"/>
                    <a:pt x="102" y="0"/>
                  </a:cubicBezTo>
                  <a:cubicBezTo>
                    <a:pt x="102" y="0"/>
                    <a:pt x="102" y="0"/>
                    <a:pt x="102" y="0"/>
                  </a:cubicBezTo>
                  <a:cubicBezTo>
                    <a:pt x="100" y="0"/>
                    <a:pt x="99" y="0"/>
                    <a:pt x="98" y="1"/>
                  </a:cubicBezTo>
                  <a:cubicBezTo>
                    <a:pt x="93" y="5"/>
                    <a:pt x="78" y="19"/>
                    <a:pt x="70" y="16"/>
                  </a:cubicBezTo>
                  <a:cubicBezTo>
                    <a:pt x="65" y="15"/>
                    <a:pt x="58" y="11"/>
                    <a:pt x="56" y="9"/>
                  </a:cubicBezTo>
                  <a:cubicBezTo>
                    <a:pt x="54" y="8"/>
                    <a:pt x="51" y="8"/>
                    <a:pt x="50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5" name="Google Shape;1735;p48"/>
            <p:cNvSpPr/>
            <p:nvPr/>
          </p:nvSpPr>
          <p:spPr>
            <a:xfrm>
              <a:off x="4110163" y="4595800"/>
              <a:ext cx="260350" cy="271463"/>
            </a:xfrm>
            <a:custGeom>
              <a:avLst/>
              <a:gdLst/>
              <a:ahLst/>
              <a:cxnLst/>
              <a:rect l="l" t="t" r="r" b="b"/>
              <a:pathLst>
                <a:path w="71" h="74" extrusionOk="0">
                  <a:moveTo>
                    <a:pt x="41" y="1"/>
                  </a:moveTo>
                  <a:cubicBezTo>
                    <a:pt x="68" y="46"/>
                    <a:pt x="68" y="46"/>
                    <a:pt x="68" y="46"/>
                  </a:cubicBezTo>
                  <a:cubicBezTo>
                    <a:pt x="71" y="50"/>
                    <a:pt x="69" y="56"/>
                    <a:pt x="64" y="59"/>
                  </a:cubicBezTo>
                  <a:cubicBezTo>
                    <a:pt x="55" y="64"/>
                    <a:pt x="48" y="74"/>
                    <a:pt x="43" y="74"/>
                  </a:cubicBezTo>
                  <a:cubicBezTo>
                    <a:pt x="34" y="74"/>
                    <a:pt x="19" y="64"/>
                    <a:pt x="10" y="60"/>
                  </a:cubicBezTo>
                  <a:cubicBezTo>
                    <a:pt x="4" y="58"/>
                    <a:pt x="0" y="54"/>
                    <a:pt x="0" y="49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3"/>
                    <a:pt x="8" y="3"/>
                    <a:pt x="9" y="4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22" y="16"/>
                    <a:pt x="32" y="16"/>
                    <a:pt x="34" y="12"/>
                  </a:cubicBezTo>
                  <a:cubicBezTo>
                    <a:pt x="35" y="9"/>
                    <a:pt x="39" y="1"/>
                    <a:pt x="39" y="1"/>
                  </a:cubicBezTo>
                  <a:cubicBezTo>
                    <a:pt x="40" y="0"/>
                    <a:pt x="40" y="0"/>
                    <a:pt x="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6" name="Google Shape;1736;p48"/>
            <p:cNvSpPr/>
            <p:nvPr/>
          </p:nvSpPr>
          <p:spPr>
            <a:xfrm>
              <a:off x="2883025" y="1655750"/>
              <a:ext cx="1674812" cy="2825750"/>
            </a:xfrm>
            <a:custGeom>
              <a:avLst/>
              <a:gdLst/>
              <a:ahLst/>
              <a:cxnLst/>
              <a:rect l="l" t="t" r="r" b="b"/>
              <a:pathLst>
                <a:path w="457" h="770" extrusionOk="0">
                  <a:moveTo>
                    <a:pt x="233" y="9"/>
                  </a:moveTo>
                  <a:cubicBezTo>
                    <a:pt x="255" y="47"/>
                    <a:pt x="266" y="75"/>
                    <a:pt x="279" y="124"/>
                  </a:cubicBezTo>
                  <a:cubicBezTo>
                    <a:pt x="293" y="181"/>
                    <a:pt x="450" y="659"/>
                    <a:pt x="457" y="762"/>
                  </a:cubicBezTo>
                  <a:cubicBezTo>
                    <a:pt x="439" y="767"/>
                    <a:pt x="320" y="766"/>
                    <a:pt x="309" y="765"/>
                  </a:cubicBezTo>
                  <a:cubicBezTo>
                    <a:pt x="273" y="663"/>
                    <a:pt x="183" y="329"/>
                    <a:pt x="167" y="264"/>
                  </a:cubicBezTo>
                  <a:cubicBezTo>
                    <a:pt x="165" y="254"/>
                    <a:pt x="149" y="256"/>
                    <a:pt x="151" y="266"/>
                  </a:cubicBezTo>
                  <a:cubicBezTo>
                    <a:pt x="159" y="340"/>
                    <a:pt x="206" y="652"/>
                    <a:pt x="230" y="765"/>
                  </a:cubicBezTo>
                  <a:cubicBezTo>
                    <a:pt x="221" y="770"/>
                    <a:pt x="85" y="769"/>
                    <a:pt x="74" y="768"/>
                  </a:cubicBezTo>
                  <a:cubicBezTo>
                    <a:pt x="62" y="641"/>
                    <a:pt x="0" y="161"/>
                    <a:pt x="94" y="5"/>
                  </a:cubicBezTo>
                  <a:cubicBezTo>
                    <a:pt x="137" y="0"/>
                    <a:pt x="189" y="7"/>
                    <a:pt x="233" y="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7" name="Google Shape;1737;p48"/>
            <p:cNvSpPr/>
            <p:nvPr/>
          </p:nvSpPr>
          <p:spPr>
            <a:xfrm>
              <a:off x="2424238" y="1549388"/>
              <a:ext cx="546100" cy="260350"/>
            </a:xfrm>
            <a:custGeom>
              <a:avLst/>
              <a:gdLst/>
              <a:ahLst/>
              <a:cxnLst/>
              <a:rect l="l" t="t" r="r" b="b"/>
              <a:pathLst>
                <a:path w="149" h="71" extrusionOk="0">
                  <a:moveTo>
                    <a:pt x="31" y="71"/>
                  </a:moveTo>
                  <a:cubicBezTo>
                    <a:pt x="31" y="71"/>
                    <a:pt x="94" y="58"/>
                    <a:pt x="149" y="36"/>
                  </a:cubicBezTo>
                  <a:cubicBezTo>
                    <a:pt x="134" y="25"/>
                    <a:pt x="119" y="13"/>
                    <a:pt x="105" y="0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7" y="36"/>
                    <a:pt x="38" y="41"/>
                    <a:pt x="0" y="55"/>
                  </a:cubicBezTo>
                  <a:lnTo>
                    <a:pt x="31" y="71"/>
                  </a:lnTo>
                  <a:close/>
                </a:path>
              </a:pathLst>
            </a:custGeom>
            <a:solidFill>
              <a:srgbClr val="894C3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8" name="Google Shape;1738;p48"/>
            <p:cNvSpPr/>
            <p:nvPr/>
          </p:nvSpPr>
          <p:spPr>
            <a:xfrm>
              <a:off x="2387725" y="1677975"/>
              <a:ext cx="184150" cy="69850"/>
            </a:xfrm>
            <a:custGeom>
              <a:avLst/>
              <a:gdLst/>
              <a:ahLst/>
              <a:cxnLst/>
              <a:rect l="l" t="t" r="r" b="b"/>
              <a:pathLst>
                <a:path w="50" h="19" extrusionOk="0">
                  <a:moveTo>
                    <a:pt x="50" y="0"/>
                  </a:moveTo>
                  <a:cubicBezTo>
                    <a:pt x="50" y="0"/>
                    <a:pt x="5" y="11"/>
                    <a:pt x="2" y="15"/>
                  </a:cubicBezTo>
                  <a:cubicBezTo>
                    <a:pt x="0" y="19"/>
                    <a:pt x="30" y="15"/>
                    <a:pt x="28" y="19"/>
                  </a:cubicBezTo>
                  <a:cubicBezTo>
                    <a:pt x="28" y="19"/>
                    <a:pt x="47" y="5"/>
                    <a:pt x="50" y="0"/>
                  </a:cubicBezTo>
                  <a:close/>
                </a:path>
              </a:pathLst>
            </a:custGeom>
            <a:solidFill>
              <a:srgbClr val="894C3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9" name="Google Shape;1739;p48"/>
            <p:cNvSpPr/>
            <p:nvPr/>
          </p:nvSpPr>
          <p:spPr>
            <a:xfrm>
              <a:off x="2759200" y="917563"/>
              <a:ext cx="563563" cy="822325"/>
            </a:xfrm>
            <a:custGeom>
              <a:avLst/>
              <a:gdLst/>
              <a:ahLst/>
              <a:cxnLst/>
              <a:rect l="l" t="t" r="r" b="b"/>
              <a:pathLst>
                <a:path w="154" h="224" extrusionOk="0">
                  <a:moveTo>
                    <a:pt x="103" y="24"/>
                  </a:moveTo>
                  <a:cubicBezTo>
                    <a:pt x="92" y="47"/>
                    <a:pt x="50" y="146"/>
                    <a:pt x="50" y="146"/>
                  </a:cubicBezTo>
                  <a:cubicBezTo>
                    <a:pt x="0" y="173"/>
                    <a:pt x="0" y="173"/>
                    <a:pt x="0" y="173"/>
                  </a:cubicBezTo>
                  <a:cubicBezTo>
                    <a:pt x="33" y="224"/>
                    <a:pt x="33" y="224"/>
                    <a:pt x="33" y="224"/>
                  </a:cubicBezTo>
                  <a:cubicBezTo>
                    <a:pt x="33" y="224"/>
                    <a:pt x="80" y="213"/>
                    <a:pt x="103" y="192"/>
                  </a:cubicBezTo>
                  <a:cubicBezTo>
                    <a:pt x="126" y="172"/>
                    <a:pt x="154" y="38"/>
                    <a:pt x="154" y="6"/>
                  </a:cubicBezTo>
                  <a:cubicBezTo>
                    <a:pt x="154" y="6"/>
                    <a:pt x="115" y="0"/>
                    <a:pt x="103" y="2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0" name="Google Shape;1740;p48"/>
            <p:cNvSpPr/>
            <p:nvPr/>
          </p:nvSpPr>
          <p:spPr>
            <a:xfrm>
              <a:off x="3135438" y="885813"/>
              <a:ext cx="784225" cy="890588"/>
            </a:xfrm>
            <a:custGeom>
              <a:avLst/>
              <a:gdLst/>
              <a:ahLst/>
              <a:cxnLst/>
              <a:rect l="l" t="t" r="r" b="b"/>
              <a:pathLst>
                <a:path w="214" h="243" extrusionOk="0">
                  <a:moveTo>
                    <a:pt x="36" y="18"/>
                  </a:moveTo>
                  <a:cubicBezTo>
                    <a:pt x="37" y="21"/>
                    <a:pt x="0" y="109"/>
                    <a:pt x="2" y="139"/>
                  </a:cubicBezTo>
                  <a:cubicBezTo>
                    <a:pt x="3" y="169"/>
                    <a:pt x="24" y="220"/>
                    <a:pt x="22" y="224"/>
                  </a:cubicBezTo>
                  <a:cubicBezTo>
                    <a:pt x="22" y="224"/>
                    <a:pt x="46" y="243"/>
                    <a:pt x="174" y="222"/>
                  </a:cubicBezTo>
                  <a:cubicBezTo>
                    <a:pt x="214" y="188"/>
                    <a:pt x="179" y="70"/>
                    <a:pt x="166" y="33"/>
                  </a:cubicBezTo>
                  <a:cubicBezTo>
                    <a:pt x="166" y="33"/>
                    <a:pt x="125" y="1"/>
                    <a:pt x="114" y="0"/>
                  </a:cubicBezTo>
                  <a:cubicBezTo>
                    <a:pt x="114" y="0"/>
                    <a:pt x="87" y="33"/>
                    <a:pt x="36" y="1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1" name="Google Shape;1741;p48"/>
            <p:cNvSpPr/>
            <p:nvPr/>
          </p:nvSpPr>
          <p:spPr>
            <a:xfrm>
              <a:off x="1457450" y="682613"/>
              <a:ext cx="1608138" cy="1196975"/>
            </a:xfrm>
            <a:custGeom>
              <a:avLst/>
              <a:gdLst/>
              <a:ahLst/>
              <a:cxnLst/>
              <a:rect l="l" t="t" r="r" b="b"/>
              <a:pathLst>
                <a:path w="1013" h="754" extrusionOk="0">
                  <a:moveTo>
                    <a:pt x="215" y="472"/>
                  </a:moveTo>
                  <a:lnTo>
                    <a:pt x="0" y="31"/>
                  </a:lnTo>
                  <a:lnTo>
                    <a:pt x="450" y="0"/>
                  </a:lnTo>
                  <a:lnTo>
                    <a:pt x="1013" y="285"/>
                  </a:lnTo>
                  <a:lnTo>
                    <a:pt x="778" y="754"/>
                  </a:lnTo>
                  <a:lnTo>
                    <a:pt x="215" y="47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2" name="Google Shape;1742;p48"/>
            <p:cNvSpPr/>
            <p:nvPr/>
          </p:nvSpPr>
          <p:spPr>
            <a:xfrm>
              <a:off x="1457450" y="712775"/>
              <a:ext cx="315913" cy="333375"/>
            </a:xfrm>
            <a:custGeom>
              <a:avLst/>
              <a:gdLst/>
              <a:ahLst/>
              <a:cxnLst/>
              <a:rect l="l" t="t" r="r" b="b"/>
              <a:pathLst>
                <a:path w="86" h="91" extrusionOk="0">
                  <a:moveTo>
                    <a:pt x="49" y="77"/>
                  </a:moveTo>
                  <a:cubicBezTo>
                    <a:pt x="63" y="52"/>
                    <a:pt x="74" y="26"/>
                    <a:pt x="86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42" y="91"/>
                    <a:pt x="42" y="91"/>
                    <a:pt x="42" y="91"/>
                  </a:cubicBezTo>
                  <a:cubicBezTo>
                    <a:pt x="44" y="86"/>
                    <a:pt x="47" y="82"/>
                    <a:pt x="49" y="7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3" name="Google Shape;1743;p48"/>
            <p:cNvSpPr/>
            <p:nvPr/>
          </p:nvSpPr>
          <p:spPr>
            <a:xfrm>
              <a:off x="1813050" y="690550"/>
              <a:ext cx="3067050" cy="2103438"/>
            </a:xfrm>
            <a:custGeom>
              <a:avLst/>
              <a:gdLst/>
              <a:ahLst/>
              <a:cxnLst/>
              <a:rect l="l" t="t" r="r" b="b"/>
              <a:pathLst>
                <a:path w="1932" h="1325" extrusionOk="0">
                  <a:moveTo>
                    <a:pt x="0" y="472"/>
                  </a:moveTo>
                  <a:lnTo>
                    <a:pt x="235" y="0"/>
                  </a:lnTo>
                  <a:lnTo>
                    <a:pt x="1932" y="855"/>
                  </a:lnTo>
                  <a:lnTo>
                    <a:pt x="1697" y="1325"/>
                  </a:lnTo>
                  <a:lnTo>
                    <a:pt x="0" y="47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4" name="Google Shape;1744;p48"/>
            <p:cNvSpPr/>
            <p:nvPr/>
          </p:nvSpPr>
          <p:spPr>
            <a:xfrm>
              <a:off x="4268913" y="1927213"/>
              <a:ext cx="908050" cy="990600"/>
            </a:xfrm>
            <a:custGeom>
              <a:avLst/>
              <a:gdLst/>
              <a:ahLst/>
              <a:cxnLst/>
              <a:rect l="l" t="t" r="r" b="b"/>
              <a:pathLst>
                <a:path w="248" h="270" extrusionOk="0">
                  <a:moveTo>
                    <a:pt x="0" y="203"/>
                  </a:moveTo>
                  <a:cubicBezTo>
                    <a:pt x="102" y="0"/>
                    <a:pt x="102" y="0"/>
                    <a:pt x="102" y="0"/>
                  </a:cubicBezTo>
                  <a:cubicBezTo>
                    <a:pt x="204" y="51"/>
                    <a:pt x="204" y="51"/>
                    <a:pt x="204" y="51"/>
                  </a:cubicBezTo>
                  <a:cubicBezTo>
                    <a:pt x="235" y="67"/>
                    <a:pt x="248" y="105"/>
                    <a:pt x="232" y="137"/>
                  </a:cubicBezTo>
                  <a:cubicBezTo>
                    <a:pt x="187" y="226"/>
                    <a:pt x="187" y="226"/>
                    <a:pt x="187" y="226"/>
                  </a:cubicBezTo>
                  <a:cubicBezTo>
                    <a:pt x="171" y="258"/>
                    <a:pt x="133" y="270"/>
                    <a:pt x="102" y="255"/>
                  </a:cubicBezTo>
                  <a:lnTo>
                    <a:pt x="0" y="20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5" name="Google Shape;1745;p48"/>
            <p:cNvSpPr/>
            <p:nvPr/>
          </p:nvSpPr>
          <p:spPr>
            <a:xfrm>
              <a:off x="2135313" y="833425"/>
              <a:ext cx="517525" cy="327025"/>
            </a:xfrm>
            <a:custGeom>
              <a:avLst/>
              <a:gdLst/>
              <a:ahLst/>
              <a:cxnLst/>
              <a:rect l="l" t="t" r="r" b="b"/>
              <a:pathLst>
                <a:path w="141" h="89" extrusionOk="0">
                  <a:moveTo>
                    <a:pt x="10" y="31"/>
                  </a:moveTo>
                  <a:cubicBezTo>
                    <a:pt x="41" y="46"/>
                    <a:pt x="72" y="62"/>
                    <a:pt x="103" y="78"/>
                  </a:cubicBezTo>
                  <a:cubicBezTo>
                    <a:pt x="107" y="80"/>
                    <a:pt x="112" y="83"/>
                    <a:pt x="116" y="85"/>
                  </a:cubicBezTo>
                  <a:cubicBezTo>
                    <a:pt x="124" y="89"/>
                    <a:pt x="134" y="87"/>
                    <a:pt x="138" y="79"/>
                  </a:cubicBezTo>
                  <a:cubicBezTo>
                    <a:pt x="141" y="72"/>
                    <a:pt x="140" y="62"/>
                    <a:pt x="132" y="58"/>
                  </a:cubicBezTo>
                  <a:cubicBezTo>
                    <a:pt x="101" y="42"/>
                    <a:pt x="70" y="26"/>
                    <a:pt x="39" y="11"/>
                  </a:cubicBezTo>
                  <a:cubicBezTo>
                    <a:pt x="34" y="8"/>
                    <a:pt x="30" y="6"/>
                    <a:pt x="25" y="4"/>
                  </a:cubicBezTo>
                  <a:cubicBezTo>
                    <a:pt x="18" y="0"/>
                    <a:pt x="8" y="2"/>
                    <a:pt x="4" y="9"/>
                  </a:cubicBezTo>
                  <a:cubicBezTo>
                    <a:pt x="0" y="16"/>
                    <a:pt x="2" y="27"/>
                    <a:pt x="10" y="3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6" name="Google Shape;1746;p48"/>
            <p:cNvSpPr/>
            <p:nvPr/>
          </p:nvSpPr>
          <p:spPr>
            <a:xfrm>
              <a:off x="4353050" y="1879588"/>
              <a:ext cx="347663" cy="576263"/>
            </a:xfrm>
            <a:custGeom>
              <a:avLst/>
              <a:gdLst/>
              <a:ahLst/>
              <a:cxnLst/>
              <a:rect l="l" t="t" r="r" b="b"/>
              <a:pathLst>
                <a:path w="95" h="157" extrusionOk="0">
                  <a:moveTo>
                    <a:pt x="65" y="9"/>
                  </a:moveTo>
                  <a:cubicBezTo>
                    <a:pt x="44" y="50"/>
                    <a:pt x="24" y="91"/>
                    <a:pt x="4" y="132"/>
                  </a:cubicBezTo>
                  <a:cubicBezTo>
                    <a:pt x="0" y="139"/>
                    <a:pt x="1" y="149"/>
                    <a:pt x="9" y="153"/>
                  </a:cubicBezTo>
                  <a:cubicBezTo>
                    <a:pt x="16" y="157"/>
                    <a:pt x="27" y="155"/>
                    <a:pt x="30" y="147"/>
                  </a:cubicBezTo>
                  <a:cubicBezTo>
                    <a:pt x="51" y="107"/>
                    <a:pt x="71" y="66"/>
                    <a:pt x="92" y="25"/>
                  </a:cubicBezTo>
                  <a:cubicBezTo>
                    <a:pt x="95" y="18"/>
                    <a:pt x="94" y="8"/>
                    <a:pt x="86" y="4"/>
                  </a:cubicBezTo>
                  <a:cubicBezTo>
                    <a:pt x="79" y="0"/>
                    <a:pt x="69" y="2"/>
                    <a:pt x="65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7" name="Google Shape;1747;p48"/>
            <p:cNvSpPr/>
            <p:nvPr/>
          </p:nvSpPr>
          <p:spPr>
            <a:xfrm>
              <a:off x="3337050" y="1568438"/>
              <a:ext cx="927100" cy="352425"/>
            </a:xfrm>
            <a:custGeom>
              <a:avLst/>
              <a:gdLst/>
              <a:ahLst/>
              <a:cxnLst/>
              <a:rect l="l" t="t" r="r" b="b"/>
              <a:pathLst>
                <a:path w="253" h="96" extrusionOk="0">
                  <a:moveTo>
                    <a:pt x="104" y="71"/>
                  </a:moveTo>
                  <a:cubicBezTo>
                    <a:pt x="104" y="71"/>
                    <a:pt x="253" y="42"/>
                    <a:pt x="248" y="11"/>
                  </a:cubicBezTo>
                  <a:cubicBezTo>
                    <a:pt x="161" y="0"/>
                    <a:pt x="161" y="0"/>
                    <a:pt x="161" y="0"/>
                  </a:cubicBezTo>
                  <a:cubicBezTo>
                    <a:pt x="162" y="1"/>
                    <a:pt x="57" y="38"/>
                    <a:pt x="57" y="38"/>
                  </a:cubicBezTo>
                  <a:cubicBezTo>
                    <a:pt x="57" y="38"/>
                    <a:pt x="0" y="64"/>
                    <a:pt x="6" y="70"/>
                  </a:cubicBezTo>
                  <a:cubicBezTo>
                    <a:pt x="10" y="73"/>
                    <a:pt x="37" y="56"/>
                    <a:pt x="36" y="59"/>
                  </a:cubicBezTo>
                  <a:cubicBezTo>
                    <a:pt x="35" y="59"/>
                    <a:pt x="9" y="73"/>
                    <a:pt x="10" y="77"/>
                  </a:cubicBezTo>
                  <a:cubicBezTo>
                    <a:pt x="11" y="84"/>
                    <a:pt x="42" y="66"/>
                    <a:pt x="44" y="68"/>
                  </a:cubicBezTo>
                  <a:cubicBezTo>
                    <a:pt x="44" y="68"/>
                    <a:pt x="15" y="82"/>
                    <a:pt x="18" y="85"/>
                  </a:cubicBezTo>
                  <a:cubicBezTo>
                    <a:pt x="20" y="88"/>
                    <a:pt x="52" y="74"/>
                    <a:pt x="52" y="76"/>
                  </a:cubicBezTo>
                  <a:cubicBezTo>
                    <a:pt x="53" y="77"/>
                    <a:pt x="30" y="87"/>
                    <a:pt x="33" y="91"/>
                  </a:cubicBezTo>
                  <a:cubicBezTo>
                    <a:pt x="36" y="96"/>
                    <a:pt x="104" y="71"/>
                    <a:pt x="104" y="71"/>
                  </a:cubicBezTo>
                  <a:close/>
                </a:path>
              </a:pathLst>
            </a:custGeom>
            <a:solidFill>
              <a:srgbClr val="894C3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8" name="Google Shape;1748;p48"/>
            <p:cNvSpPr/>
            <p:nvPr/>
          </p:nvSpPr>
          <p:spPr>
            <a:xfrm>
              <a:off x="3359275" y="1697025"/>
              <a:ext cx="231775" cy="53975"/>
            </a:xfrm>
            <a:custGeom>
              <a:avLst/>
              <a:gdLst/>
              <a:ahLst/>
              <a:cxnLst/>
              <a:rect l="l" t="t" r="r" b="b"/>
              <a:pathLst>
                <a:path w="63" h="15" extrusionOk="0">
                  <a:moveTo>
                    <a:pt x="34" y="14"/>
                  </a:moveTo>
                  <a:cubicBezTo>
                    <a:pt x="34" y="14"/>
                    <a:pt x="0" y="15"/>
                    <a:pt x="6" y="11"/>
                  </a:cubicBezTo>
                  <a:cubicBezTo>
                    <a:pt x="13" y="8"/>
                    <a:pt x="63" y="0"/>
                    <a:pt x="63" y="0"/>
                  </a:cubicBezTo>
                </a:path>
              </a:pathLst>
            </a:custGeom>
            <a:solidFill>
              <a:srgbClr val="894C3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9" name="Google Shape;1749;p48"/>
            <p:cNvSpPr/>
            <p:nvPr/>
          </p:nvSpPr>
          <p:spPr>
            <a:xfrm>
              <a:off x="3549775" y="819138"/>
              <a:ext cx="714375" cy="811213"/>
            </a:xfrm>
            <a:custGeom>
              <a:avLst/>
              <a:gdLst/>
              <a:ahLst/>
              <a:cxnLst/>
              <a:rect l="l" t="t" r="r" b="b"/>
              <a:pathLst>
                <a:path w="195" h="221" extrusionOk="0">
                  <a:moveTo>
                    <a:pt x="0" y="51"/>
                  </a:moveTo>
                  <a:cubicBezTo>
                    <a:pt x="0" y="51"/>
                    <a:pt x="28" y="98"/>
                    <a:pt x="43" y="118"/>
                  </a:cubicBezTo>
                  <a:cubicBezTo>
                    <a:pt x="58" y="137"/>
                    <a:pt x="100" y="202"/>
                    <a:pt x="100" y="202"/>
                  </a:cubicBezTo>
                  <a:cubicBezTo>
                    <a:pt x="195" y="221"/>
                    <a:pt x="195" y="221"/>
                    <a:pt x="195" y="221"/>
                  </a:cubicBezTo>
                  <a:cubicBezTo>
                    <a:pt x="195" y="221"/>
                    <a:pt x="92" y="0"/>
                    <a:pt x="0" y="5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0" name="Google Shape;1750;p48"/>
            <p:cNvSpPr/>
            <p:nvPr/>
          </p:nvSpPr>
          <p:spPr>
            <a:xfrm>
              <a:off x="2424238" y="1685913"/>
              <a:ext cx="66675" cy="90488"/>
            </a:xfrm>
            <a:custGeom>
              <a:avLst/>
              <a:gdLst/>
              <a:ahLst/>
              <a:cxnLst/>
              <a:rect l="l" t="t" r="r" b="b"/>
              <a:pathLst>
                <a:path w="18" h="25" extrusionOk="0">
                  <a:moveTo>
                    <a:pt x="12" y="6"/>
                  </a:move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2" y="25"/>
                    <a:pt x="7" y="24"/>
                  </a:cubicBezTo>
                  <a:cubicBezTo>
                    <a:pt x="12" y="24"/>
                    <a:pt x="18" y="11"/>
                    <a:pt x="18" y="8"/>
                  </a:cubicBezTo>
                  <a:cubicBezTo>
                    <a:pt x="18" y="0"/>
                    <a:pt x="12" y="6"/>
                    <a:pt x="12" y="6"/>
                  </a:cubicBezTo>
                  <a:close/>
                </a:path>
              </a:pathLst>
            </a:custGeom>
            <a:solidFill>
              <a:srgbClr val="894C3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1" name="Google Shape;1751;p48"/>
            <p:cNvSpPr/>
            <p:nvPr/>
          </p:nvSpPr>
          <p:spPr>
            <a:xfrm>
              <a:off x="2457575" y="1697025"/>
              <a:ext cx="52388" cy="98425"/>
            </a:xfrm>
            <a:custGeom>
              <a:avLst/>
              <a:gdLst/>
              <a:ahLst/>
              <a:cxnLst/>
              <a:rect l="l" t="t" r="r" b="b"/>
              <a:pathLst>
                <a:path w="14" h="27" extrusionOk="0">
                  <a:moveTo>
                    <a:pt x="8" y="7"/>
                  </a:moveTo>
                  <a:cubicBezTo>
                    <a:pt x="0" y="21"/>
                    <a:pt x="0" y="21"/>
                    <a:pt x="0" y="21"/>
                  </a:cubicBezTo>
                  <a:cubicBezTo>
                    <a:pt x="0" y="21"/>
                    <a:pt x="3" y="27"/>
                    <a:pt x="8" y="25"/>
                  </a:cubicBezTo>
                  <a:cubicBezTo>
                    <a:pt x="13" y="24"/>
                    <a:pt x="14" y="10"/>
                    <a:pt x="13" y="7"/>
                  </a:cubicBezTo>
                  <a:cubicBezTo>
                    <a:pt x="12" y="0"/>
                    <a:pt x="8" y="7"/>
                    <a:pt x="8" y="7"/>
                  </a:cubicBezTo>
                  <a:close/>
                </a:path>
              </a:pathLst>
            </a:custGeom>
            <a:solidFill>
              <a:srgbClr val="894C3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2" name="Google Shape;1752;p48"/>
            <p:cNvSpPr/>
            <p:nvPr/>
          </p:nvSpPr>
          <p:spPr>
            <a:xfrm>
              <a:off x="2482975" y="1711313"/>
              <a:ext cx="55563" cy="98425"/>
            </a:xfrm>
            <a:custGeom>
              <a:avLst/>
              <a:gdLst/>
              <a:ahLst/>
              <a:cxnLst/>
              <a:rect l="l" t="t" r="r" b="b"/>
              <a:pathLst>
                <a:path w="15" h="27" extrusionOk="0">
                  <a:moveTo>
                    <a:pt x="8" y="7"/>
                  </a:moveTo>
                  <a:cubicBezTo>
                    <a:pt x="0" y="21"/>
                    <a:pt x="0" y="21"/>
                    <a:pt x="0" y="21"/>
                  </a:cubicBezTo>
                  <a:cubicBezTo>
                    <a:pt x="0" y="21"/>
                    <a:pt x="3" y="27"/>
                    <a:pt x="8" y="26"/>
                  </a:cubicBezTo>
                  <a:cubicBezTo>
                    <a:pt x="13" y="24"/>
                    <a:pt x="15" y="10"/>
                    <a:pt x="14" y="7"/>
                  </a:cubicBezTo>
                  <a:cubicBezTo>
                    <a:pt x="12" y="0"/>
                    <a:pt x="8" y="7"/>
                    <a:pt x="8" y="7"/>
                  </a:cubicBezTo>
                  <a:close/>
                </a:path>
              </a:pathLst>
            </a:custGeom>
            <a:solidFill>
              <a:srgbClr val="894C3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3" name="Google Shape;1753;p48"/>
            <p:cNvSpPr/>
            <p:nvPr/>
          </p:nvSpPr>
          <p:spPr>
            <a:xfrm>
              <a:off x="2509963" y="1744650"/>
              <a:ext cx="39688" cy="79375"/>
            </a:xfrm>
            <a:custGeom>
              <a:avLst/>
              <a:gdLst/>
              <a:ahLst/>
              <a:cxnLst/>
              <a:rect l="l" t="t" r="r" b="b"/>
              <a:pathLst>
                <a:path w="11" h="22" extrusionOk="0">
                  <a:moveTo>
                    <a:pt x="6" y="6"/>
                  </a:moveTo>
                  <a:cubicBezTo>
                    <a:pt x="0" y="17"/>
                    <a:pt x="0" y="17"/>
                    <a:pt x="0" y="17"/>
                  </a:cubicBezTo>
                  <a:cubicBezTo>
                    <a:pt x="0" y="17"/>
                    <a:pt x="2" y="22"/>
                    <a:pt x="6" y="20"/>
                  </a:cubicBezTo>
                  <a:cubicBezTo>
                    <a:pt x="10" y="19"/>
                    <a:pt x="11" y="8"/>
                    <a:pt x="11" y="6"/>
                  </a:cubicBezTo>
                  <a:cubicBezTo>
                    <a:pt x="9" y="0"/>
                    <a:pt x="6" y="6"/>
                    <a:pt x="6" y="6"/>
                  </a:cubicBezTo>
                  <a:close/>
                </a:path>
              </a:pathLst>
            </a:custGeom>
            <a:solidFill>
              <a:srgbClr val="894C3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54" name="Google Shape;1754;p48"/>
          <p:cNvGrpSpPr/>
          <p:nvPr/>
        </p:nvGrpSpPr>
        <p:grpSpPr>
          <a:xfrm>
            <a:off x="5586321" y="2341974"/>
            <a:ext cx="1546616" cy="2145001"/>
            <a:chOff x="1454325" y="1127448"/>
            <a:chExt cx="2591950" cy="3595375"/>
          </a:xfrm>
        </p:grpSpPr>
        <p:sp>
          <p:nvSpPr>
            <p:cNvPr id="1755" name="Google Shape;1755;p48"/>
            <p:cNvSpPr/>
            <p:nvPr/>
          </p:nvSpPr>
          <p:spPr>
            <a:xfrm>
              <a:off x="1454325" y="2432407"/>
              <a:ext cx="803247" cy="685199"/>
            </a:xfrm>
            <a:custGeom>
              <a:avLst/>
              <a:gdLst/>
              <a:ahLst/>
              <a:cxnLst/>
              <a:rect l="l" t="t" r="r" b="b"/>
              <a:pathLst>
                <a:path w="626" h="534" extrusionOk="0">
                  <a:moveTo>
                    <a:pt x="626" y="278"/>
                  </a:moveTo>
                  <a:lnTo>
                    <a:pt x="466" y="534"/>
                  </a:lnTo>
                  <a:lnTo>
                    <a:pt x="291" y="426"/>
                  </a:lnTo>
                  <a:lnTo>
                    <a:pt x="268" y="460"/>
                  </a:lnTo>
                  <a:lnTo>
                    <a:pt x="0" y="292"/>
                  </a:lnTo>
                  <a:lnTo>
                    <a:pt x="23" y="259"/>
                  </a:lnTo>
                  <a:lnTo>
                    <a:pt x="83" y="160"/>
                  </a:lnTo>
                  <a:lnTo>
                    <a:pt x="182" y="0"/>
                  </a:lnTo>
                  <a:lnTo>
                    <a:pt x="626" y="27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6" name="Google Shape;1756;p48"/>
            <p:cNvSpPr/>
            <p:nvPr/>
          </p:nvSpPr>
          <p:spPr>
            <a:xfrm>
              <a:off x="2994097" y="4384072"/>
              <a:ext cx="350299" cy="314371"/>
            </a:xfrm>
            <a:custGeom>
              <a:avLst/>
              <a:gdLst/>
              <a:ahLst/>
              <a:cxnLst/>
              <a:rect l="l" t="t" r="r" b="b"/>
              <a:pathLst>
                <a:path w="273" h="245" extrusionOk="0">
                  <a:moveTo>
                    <a:pt x="0" y="10"/>
                  </a:moveTo>
                  <a:lnTo>
                    <a:pt x="14" y="190"/>
                  </a:lnTo>
                  <a:lnTo>
                    <a:pt x="273" y="245"/>
                  </a:lnTo>
                  <a:lnTo>
                    <a:pt x="141" y="111"/>
                  </a:lnTo>
                  <a:lnTo>
                    <a:pt x="109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A47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7" name="Google Shape;1757;p48"/>
            <p:cNvSpPr/>
            <p:nvPr/>
          </p:nvSpPr>
          <p:spPr>
            <a:xfrm>
              <a:off x="2964585" y="4505971"/>
              <a:ext cx="445251" cy="214286"/>
            </a:xfrm>
            <a:custGeom>
              <a:avLst/>
              <a:gdLst/>
              <a:ahLst/>
              <a:cxnLst/>
              <a:rect l="l" t="t" r="r" b="b"/>
              <a:pathLst>
                <a:path w="347" h="167" extrusionOk="0">
                  <a:moveTo>
                    <a:pt x="164" y="0"/>
                  </a:moveTo>
                  <a:lnTo>
                    <a:pt x="347" y="162"/>
                  </a:lnTo>
                  <a:lnTo>
                    <a:pt x="0" y="167"/>
                  </a:lnTo>
                  <a:lnTo>
                    <a:pt x="23" y="2"/>
                  </a:lnTo>
                  <a:lnTo>
                    <a:pt x="93" y="69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8" name="Google Shape;1758;p48"/>
            <p:cNvSpPr/>
            <p:nvPr/>
          </p:nvSpPr>
          <p:spPr>
            <a:xfrm>
              <a:off x="3175021" y="4530351"/>
              <a:ext cx="44910" cy="32079"/>
            </a:xfrm>
            <a:custGeom>
              <a:avLst/>
              <a:gdLst/>
              <a:ahLst/>
              <a:cxnLst/>
              <a:rect l="l" t="t" r="r" b="b"/>
              <a:pathLst>
                <a:path w="35" h="25" extrusionOk="0">
                  <a:moveTo>
                    <a:pt x="3" y="25"/>
                  </a:moveTo>
                  <a:lnTo>
                    <a:pt x="0" y="20"/>
                  </a:lnTo>
                  <a:lnTo>
                    <a:pt x="33" y="0"/>
                  </a:lnTo>
                  <a:lnTo>
                    <a:pt x="35" y="4"/>
                  </a:lnTo>
                  <a:lnTo>
                    <a:pt x="3" y="2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9" name="Google Shape;1759;p48"/>
            <p:cNvSpPr/>
            <p:nvPr/>
          </p:nvSpPr>
          <p:spPr>
            <a:xfrm>
              <a:off x="3210949" y="4548315"/>
              <a:ext cx="44910" cy="32079"/>
            </a:xfrm>
            <a:custGeom>
              <a:avLst/>
              <a:gdLst/>
              <a:ahLst/>
              <a:cxnLst/>
              <a:rect l="l" t="t" r="r" b="b"/>
              <a:pathLst>
                <a:path w="35" h="25" extrusionOk="0">
                  <a:moveTo>
                    <a:pt x="5" y="25"/>
                  </a:moveTo>
                  <a:lnTo>
                    <a:pt x="0" y="20"/>
                  </a:lnTo>
                  <a:lnTo>
                    <a:pt x="32" y="0"/>
                  </a:lnTo>
                  <a:lnTo>
                    <a:pt x="35" y="4"/>
                  </a:lnTo>
                  <a:lnTo>
                    <a:pt x="5" y="2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0" name="Google Shape;1760;p48"/>
            <p:cNvSpPr/>
            <p:nvPr/>
          </p:nvSpPr>
          <p:spPr>
            <a:xfrm>
              <a:off x="2283236" y="4431548"/>
              <a:ext cx="343882" cy="282292"/>
            </a:xfrm>
            <a:custGeom>
              <a:avLst/>
              <a:gdLst/>
              <a:ahLst/>
              <a:cxnLst/>
              <a:rect l="l" t="t" r="r" b="b"/>
              <a:pathLst>
                <a:path w="268" h="220" extrusionOk="0">
                  <a:moveTo>
                    <a:pt x="245" y="7"/>
                  </a:moveTo>
                  <a:lnTo>
                    <a:pt x="268" y="160"/>
                  </a:lnTo>
                  <a:lnTo>
                    <a:pt x="0" y="220"/>
                  </a:lnTo>
                  <a:lnTo>
                    <a:pt x="144" y="84"/>
                  </a:lnTo>
                  <a:lnTo>
                    <a:pt x="134" y="0"/>
                  </a:lnTo>
                  <a:lnTo>
                    <a:pt x="245" y="7"/>
                  </a:lnTo>
                  <a:close/>
                </a:path>
              </a:pathLst>
            </a:custGeom>
            <a:solidFill>
              <a:srgbClr val="FFA47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1" name="Google Shape;1761;p48"/>
            <p:cNvSpPr/>
            <p:nvPr/>
          </p:nvSpPr>
          <p:spPr>
            <a:xfrm>
              <a:off x="2248591" y="4526501"/>
              <a:ext cx="396492" cy="196322"/>
            </a:xfrm>
            <a:custGeom>
              <a:avLst/>
              <a:gdLst/>
              <a:ahLst/>
              <a:cxnLst/>
              <a:rect l="l" t="t" r="r" b="b"/>
              <a:pathLst>
                <a:path w="309" h="153" extrusionOk="0">
                  <a:moveTo>
                    <a:pt x="159" y="0"/>
                  </a:moveTo>
                  <a:lnTo>
                    <a:pt x="0" y="153"/>
                  </a:lnTo>
                  <a:lnTo>
                    <a:pt x="309" y="151"/>
                  </a:lnTo>
                  <a:lnTo>
                    <a:pt x="286" y="7"/>
                  </a:lnTo>
                  <a:lnTo>
                    <a:pt x="238" y="72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2" name="Google Shape;1762;p48"/>
            <p:cNvSpPr/>
            <p:nvPr/>
          </p:nvSpPr>
          <p:spPr>
            <a:xfrm>
              <a:off x="2411550" y="4550881"/>
              <a:ext cx="43627" cy="29513"/>
            </a:xfrm>
            <a:custGeom>
              <a:avLst/>
              <a:gdLst/>
              <a:ahLst/>
              <a:cxnLst/>
              <a:rect l="l" t="t" r="r" b="b"/>
              <a:pathLst>
                <a:path w="34" h="23" extrusionOk="0">
                  <a:moveTo>
                    <a:pt x="32" y="23"/>
                  </a:moveTo>
                  <a:lnTo>
                    <a:pt x="0" y="4"/>
                  </a:lnTo>
                  <a:lnTo>
                    <a:pt x="2" y="0"/>
                  </a:lnTo>
                  <a:lnTo>
                    <a:pt x="34" y="18"/>
                  </a:lnTo>
                  <a:lnTo>
                    <a:pt x="32" y="2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3" name="Google Shape;1763;p48"/>
            <p:cNvSpPr/>
            <p:nvPr/>
          </p:nvSpPr>
          <p:spPr>
            <a:xfrm>
              <a:off x="2375622" y="4568845"/>
              <a:ext cx="44910" cy="29513"/>
            </a:xfrm>
            <a:custGeom>
              <a:avLst/>
              <a:gdLst/>
              <a:ahLst/>
              <a:cxnLst/>
              <a:rect l="l" t="t" r="r" b="b"/>
              <a:pathLst>
                <a:path w="35" h="23" extrusionOk="0">
                  <a:moveTo>
                    <a:pt x="32" y="23"/>
                  </a:moveTo>
                  <a:lnTo>
                    <a:pt x="0" y="4"/>
                  </a:lnTo>
                  <a:lnTo>
                    <a:pt x="2" y="0"/>
                  </a:lnTo>
                  <a:lnTo>
                    <a:pt x="35" y="18"/>
                  </a:lnTo>
                  <a:lnTo>
                    <a:pt x="32" y="2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4" name="Google Shape;1764;p48"/>
            <p:cNvSpPr/>
            <p:nvPr/>
          </p:nvSpPr>
          <p:spPr>
            <a:xfrm>
              <a:off x="2162620" y="2230953"/>
              <a:ext cx="1032931" cy="2224974"/>
            </a:xfrm>
            <a:custGeom>
              <a:avLst/>
              <a:gdLst/>
              <a:ahLst/>
              <a:cxnLst/>
              <a:rect l="l" t="t" r="r" b="b"/>
              <a:pathLst>
                <a:path w="349" h="750" extrusionOk="0">
                  <a:moveTo>
                    <a:pt x="110" y="0"/>
                  </a:moveTo>
                  <a:cubicBezTo>
                    <a:pt x="243" y="13"/>
                    <a:pt x="243" y="13"/>
                    <a:pt x="243" y="13"/>
                  </a:cubicBezTo>
                  <a:cubicBezTo>
                    <a:pt x="243" y="13"/>
                    <a:pt x="262" y="26"/>
                    <a:pt x="280" y="98"/>
                  </a:cubicBezTo>
                  <a:cubicBezTo>
                    <a:pt x="303" y="186"/>
                    <a:pt x="338" y="413"/>
                    <a:pt x="349" y="742"/>
                  </a:cubicBezTo>
                  <a:cubicBezTo>
                    <a:pt x="193" y="744"/>
                    <a:pt x="193" y="744"/>
                    <a:pt x="193" y="744"/>
                  </a:cubicBezTo>
                  <a:cubicBezTo>
                    <a:pt x="193" y="243"/>
                    <a:pt x="193" y="243"/>
                    <a:pt x="193" y="243"/>
                  </a:cubicBezTo>
                  <a:cubicBezTo>
                    <a:pt x="191" y="236"/>
                    <a:pt x="180" y="238"/>
                    <a:pt x="180" y="245"/>
                  </a:cubicBezTo>
                  <a:cubicBezTo>
                    <a:pt x="157" y="750"/>
                    <a:pt x="157" y="750"/>
                    <a:pt x="157" y="750"/>
                  </a:cubicBezTo>
                  <a:cubicBezTo>
                    <a:pt x="0" y="746"/>
                    <a:pt x="0" y="746"/>
                    <a:pt x="0" y="746"/>
                  </a:cubicBezTo>
                  <a:cubicBezTo>
                    <a:pt x="0" y="746"/>
                    <a:pt x="47" y="198"/>
                    <a:pt x="69" y="112"/>
                  </a:cubicBezTo>
                  <a:cubicBezTo>
                    <a:pt x="90" y="31"/>
                    <a:pt x="110" y="0"/>
                    <a:pt x="1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5" name="Google Shape;1765;p48"/>
            <p:cNvSpPr/>
            <p:nvPr/>
          </p:nvSpPr>
          <p:spPr>
            <a:xfrm>
              <a:off x="2855518" y="1471331"/>
              <a:ext cx="106501" cy="160394"/>
            </a:xfrm>
            <a:custGeom>
              <a:avLst/>
              <a:gdLst/>
              <a:ahLst/>
              <a:cxnLst/>
              <a:rect l="l" t="t" r="r" b="b"/>
              <a:pathLst>
                <a:path w="36" h="54" extrusionOk="0">
                  <a:moveTo>
                    <a:pt x="18" y="54"/>
                  </a:moveTo>
                  <a:cubicBezTo>
                    <a:pt x="17" y="54"/>
                    <a:pt x="16" y="54"/>
                    <a:pt x="16" y="54"/>
                  </a:cubicBezTo>
                  <a:cubicBezTo>
                    <a:pt x="11" y="54"/>
                    <a:pt x="7" y="52"/>
                    <a:pt x="4" y="48"/>
                  </a:cubicBezTo>
                  <a:cubicBezTo>
                    <a:pt x="1" y="45"/>
                    <a:pt x="0" y="40"/>
                    <a:pt x="0" y="35"/>
                  </a:cubicBezTo>
                  <a:cubicBezTo>
                    <a:pt x="1" y="27"/>
                    <a:pt x="17" y="4"/>
                    <a:pt x="18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22" y="5"/>
                    <a:pt x="36" y="30"/>
                    <a:pt x="35" y="39"/>
                  </a:cubicBezTo>
                  <a:cubicBezTo>
                    <a:pt x="34" y="43"/>
                    <a:pt x="32" y="48"/>
                    <a:pt x="28" y="50"/>
                  </a:cubicBezTo>
                  <a:cubicBezTo>
                    <a:pt x="25" y="53"/>
                    <a:pt x="21" y="54"/>
                    <a:pt x="18" y="54"/>
                  </a:cubicBezTo>
                  <a:close/>
                  <a:moveTo>
                    <a:pt x="19" y="7"/>
                  </a:moveTo>
                  <a:cubicBezTo>
                    <a:pt x="14" y="15"/>
                    <a:pt x="4" y="30"/>
                    <a:pt x="4" y="36"/>
                  </a:cubicBezTo>
                  <a:cubicBezTo>
                    <a:pt x="3" y="43"/>
                    <a:pt x="9" y="50"/>
                    <a:pt x="16" y="51"/>
                  </a:cubicBezTo>
                  <a:cubicBezTo>
                    <a:pt x="20" y="51"/>
                    <a:pt x="23" y="50"/>
                    <a:pt x="26" y="48"/>
                  </a:cubicBezTo>
                  <a:cubicBezTo>
                    <a:pt x="29" y="45"/>
                    <a:pt x="31" y="42"/>
                    <a:pt x="31" y="39"/>
                  </a:cubicBezTo>
                  <a:cubicBezTo>
                    <a:pt x="32" y="33"/>
                    <a:pt x="23" y="16"/>
                    <a:pt x="19" y="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6" name="Google Shape;1766;p48"/>
            <p:cNvSpPr/>
            <p:nvPr/>
          </p:nvSpPr>
          <p:spPr>
            <a:xfrm>
              <a:off x="2624552" y="1389209"/>
              <a:ext cx="1419156" cy="667236"/>
            </a:xfrm>
            <a:custGeom>
              <a:avLst/>
              <a:gdLst/>
              <a:ahLst/>
              <a:cxnLst/>
              <a:rect l="l" t="t" r="r" b="b"/>
              <a:pathLst>
                <a:path w="479" h="225" extrusionOk="0">
                  <a:moveTo>
                    <a:pt x="472" y="36"/>
                  </a:moveTo>
                  <a:cubicBezTo>
                    <a:pt x="457" y="47"/>
                    <a:pt x="439" y="66"/>
                    <a:pt x="405" y="82"/>
                  </a:cubicBezTo>
                  <a:cubicBezTo>
                    <a:pt x="405" y="82"/>
                    <a:pt x="308" y="165"/>
                    <a:pt x="270" y="185"/>
                  </a:cubicBezTo>
                  <a:cubicBezTo>
                    <a:pt x="230" y="206"/>
                    <a:pt x="143" y="225"/>
                    <a:pt x="40" y="178"/>
                  </a:cubicBezTo>
                  <a:cubicBezTo>
                    <a:pt x="40" y="178"/>
                    <a:pt x="0" y="156"/>
                    <a:pt x="24" y="125"/>
                  </a:cubicBezTo>
                  <a:cubicBezTo>
                    <a:pt x="48" y="93"/>
                    <a:pt x="77" y="107"/>
                    <a:pt x="77" y="107"/>
                  </a:cubicBezTo>
                  <a:cubicBezTo>
                    <a:pt x="148" y="154"/>
                    <a:pt x="179" y="154"/>
                    <a:pt x="247" y="135"/>
                  </a:cubicBezTo>
                  <a:cubicBezTo>
                    <a:pt x="377" y="58"/>
                    <a:pt x="377" y="58"/>
                    <a:pt x="377" y="58"/>
                  </a:cubicBezTo>
                  <a:cubicBezTo>
                    <a:pt x="386" y="52"/>
                    <a:pt x="384" y="49"/>
                    <a:pt x="390" y="40"/>
                  </a:cubicBezTo>
                  <a:cubicBezTo>
                    <a:pt x="400" y="27"/>
                    <a:pt x="414" y="7"/>
                    <a:pt x="418" y="6"/>
                  </a:cubicBezTo>
                  <a:cubicBezTo>
                    <a:pt x="423" y="4"/>
                    <a:pt x="405" y="36"/>
                    <a:pt x="405" y="36"/>
                  </a:cubicBezTo>
                  <a:cubicBezTo>
                    <a:pt x="405" y="36"/>
                    <a:pt x="451" y="2"/>
                    <a:pt x="457" y="1"/>
                  </a:cubicBezTo>
                  <a:cubicBezTo>
                    <a:pt x="462" y="0"/>
                    <a:pt x="428" y="34"/>
                    <a:pt x="428" y="34"/>
                  </a:cubicBezTo>
                  <a:cubicBezTo>
                    <a:pt x="472" y="7"/>
                    <a:pt x="472" y="7"/>
                    <a:pt x="472" y="7"/>
                  </a:cubicBezTo>
                  <a:cubicBezTo>
                    <a:pt x="473" y="7"/>
                    <a:pt x="474" y="8"/>
                    <a:pt x="473" y="9"/>
                  </a:cubicBezTo>
                  <a:cubicBezTo>
                    <a:pt x="437" y="44"/>
                    <a:pt x="437" y="44"/>
                    <a:pt x="437" y="44"/>
                  </a:cubicBezTo>
                  <a:cubicBezTo>
                    <a:pt x="473" y="23"/>
                    <a:pt x="473" y="23"/>
                    <a:pt x="473" y="23"/>
                  </a:cubicBezTo>
                  <a:cubicBezTo>
                    <a:pt x="474" y="23"/>
                    <a:pt x="479" y="22"/>
                    <a:pt x="478" y="23"/>
                  </a:cubicBezTo>
                  <a:cubicBezTo>
                    <a:pt x="439" y="55"/>
                    <a:pt x="439" y="55"/>
                    <a:pt x="439" y="55"/>
                  </a:cubicBezTo>
                  <a:cubicBezTo>
                    <a:pt x="471" y="33"/>
                    <a:pt x="471" y="33"/>
                    <a:pt x="471" y="33"/>
                  </a:cubicBezTo>
                  <a:cubicBezTo>
                    <a:pt x="471" y="33"/>
                    <a:pt x="474" y="34"/>
                    <a:pt x="472" y="36"/>
                  </a:cubicBezTo>
                  <a:close/>
                </a:path>
              </a:pathLst>
            </a:custGeom>
            <a:solidFill>
              <a:srgbClr val="FFA47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7" name="Google Shape;1767;p48"/>
            <p:cNvSpPr/>
            <p:nvPr/>
          </p:nvSpPr>
          <p:spPr>
            <a:xfrm>
              <a:off x="2663046" y="1382793"/>
              <a:ext cx="1383228" cy="694182"/>
            </a:xfrm>
            <a:custGeom>
              <a:avLst/>
              <a:gdLst/>
              <a:ahLst/>
              <a:cxnLst/>
              <a:rect l="l" t="t" r="r" b="b"/>
              <a:pathLst>
                <a:path w="467" h="234" extrusionOk="0">
                  <a:moveTo>
                    <a:pt x="155" y="211"/>
                  </a:moveTo>
                  <a:cubicBezTo>
                    <a:pt x="119" y="211"/>
                    <a:pt x="75" y="204"/>
                    <a:pt x="27" y="181"/>
                  </a:cubicBezTo>
                  <a:cubicBezTo>
                    <a:pt x="26" y="181"/>
                    <a:pt x="6" y="170"/>
                    <a:pt x="2" y="152"/>
                  </a:cubicBezTo>
                  <a:cubicBezTo>
                    <a:pt x="0" y="143"/>
                    <a:pt x="3" y="134"/>
                    <a:pt x="10" y="125"/>
                  </a:cubicBezTo>
                  <a:cubicBezTo>
                    <a:pt x="34" y="93"/>
                    <a:pt x="65" y="107"/>
                    <a:pt x="65" y="107"/>
                  </a:cubicBezTo>
                  <a:cubicBezTo>
                    <a:pt x="135" y="153"/>
                    <a:pt x="165" y="154"/>
                    <a:pt x="233" y="135"/>
                  </a:cubicBezTo>
                  <a:cubicBezTo>
                    <a:pt x="363" y="58"/>
                    <a:pt x="363" y="58"/>
                    <a:pt x="363" y="58"/>
                  </a:cubicBezTo>
                  <a:cubicBezTo>
                    <a:pt x="368" y="55"/>
                    <a:pt x="369" y="52"/>
                    <a:pt x="371" y="49"/>
                  </a:cubicBezTo>
                  <a:cubicBezTo>
                    <a:pt x="372" y="47"/>
                    <a:pt x="373" y="44"/>
                    <a:pt x="376" y="41"/>
                  </a:cubicBezTo>
                  <a:cubicBezTo>
                    <a:pt x="399" y="8"/>
                    <a:pt x="403" y="6"/>
                    <a:pt x="404" y="6"/>
                  </a:cubicBezTo>
                  <a:cubicBezTo>
                    <a:pt x="405" y="6"/>
                    <a:pt x="406" y="6"/>
                    <a:pt x="407" y="7"/>
                  </a:cubicBezTo>
                  <a:cubicBezTo>
                    <a:pt x="408" y="8"/>
                    <a:pt x="410" y="10"/>
                    <a:pt x="398" y="31"/>
                  </a:cubicBezTo>
                  <a:cubicBezTo>
                    <a:pt x="412" y="21"/>
                    <a:pt x="439" y="2"/>
                    <a:pt x="443" y="1"/>
                  </a:cubicBezTo>
                  <a:cubicBezTo>
                    <a:pt x="445" y="0"/>
                    <a:pt x="446" y="1"/>
                    <a:pt x="446" y="2"/>
                  </a:cubicBezTo>
                  <a:cubicBezTo>
                    <a:pt x="447" y="3"/>
                    <a:pt x="448" y="5"/>
                    <a:pt x="427" y="26"/>
                  </a:cubicBezTo>
                  <a:cubicBezTo>
                    <a:pt x="458" y="8"/>
                    <a:pt x="458" y="8"/>
                    <a:pt x="458" y="8"/>
                  </a:cubicBezTo>
                  <a:cubicBezTo>
                    <a:pt x="459" y="7"/>
                    <a:pt x="461" y="7"/>
                    <a:pt x="462" y="8"/>
                  </a:cubicBezTo>
                  <a:cubicBezTo>
                    <a:pt x="463" y="10"/>
                    <a:pt x="463" y="11"/>
                    <a:pt x="462" y="12"/>
                  </a:cubicBezTo>
                  <a:cubicBezTo>
                    <a:pt x="437" y="36"/>
                    <a:pt x="437" y="36"/>
                    <a:pt x="437" y="36"/>
                  </a:cubicBezTo>
                  <a:cubicBezTo>
                    <a:pt x="459" y="24"/>
                    <a:pt x="459" y="24"/>
                    <a:pt x="459" y="24"/>
                  </a:cubicBezTo>
                  <a:cubicBezTo>
                    <a:pt x="459" y="24"/>
                    <a:pt x="465" y="21"/>
                    <a:pt x="466" y="23"/>
                  </a:cubicBezTo>
                  <a:cubicBezTo>
                    <a:pt x="467" y="25"/>
                    <a:pt x="467" y="25"/>
                    <a:pt x="467" y="25"/>
                  </a:cubicBezTo>
                  <a:cubicBezTo>
                    <a:pt x="466" y="26"/>
                    <a:pt x="466" y="26"/>
                    <a:pt x="466" y="26"/>
                  </a:cubicBezTo>
                  <a:cubicBezTo>
                    <a:pt x="456" y="34"/>
                    <a:pt x="456" y="34"/>
                    <a:pt x="456" y="34"/>
                  </a:cubicBezTo>
                  <a:cubicBezTo>
                    <a:pt x="458" y="33"/>
                    <a:pt x="458" y="33"/>
                    <a:pt x="458" y="33"/>
                  </a:cubicBezTo>
                  <a:cubicBezTo>
                    <a:pt x="459" y="33"/>
                    <a:pt x="459" y="33"/>
                    <a:pt x="459" y="33"/>
                  </a:cubicBezTo>
                  <a:cubicBezTo>
                    <a:pt x="460" y="33"/>
                    <a:pt x="461" y="34"/>
                    <a:pt x="462" y="35"/>
                  </a:cubicBezTo>
                  <a:cubicBezTo>
                    <a:pt x="462" y="36"/>
                    <a:pt x="462" y="38"/>
                    <a:pt x="461" y="39"/>
                  </a:cubicBezTo>
                  <a:cubicBezTo>
                    <a:pt x="460" y="39"/>
                    <a:pt x="460" y="39"/>
                    <a:pt x="460" y="39"/>
                  </a:cubicBezTo>
                  <a:cubicBezTo>
                    <a:pt x="456" y="42"/>
                    <a:pt x="452" y="46"/>
                    <a:pt x="448" y="49"/>
                  </a:cubicBezTo>
                  <a:cubicBezTo>
                    <a:pt x="434" y="60"/>
                    <a:pt x="418" y="73"/>
                    <a:pt x="394" y="85"/>
                  </a:cubicBezTo>
                  <a:cubicBezTo>
                    <a:pt x="387" y="91"/>
                    <a:pt x="295" y="169"/>
                    <a:pt x="258" y="188"/>
                  </a:cubicBezTo>
                  <a:cubicBezTo>
                    <a:pt x="248" y="194"/>
                    <a:pt x="211" y="211"/>
                    <a:pt x="155" y="211"/>
                  </a:cubicBezTo>
                  <a:close/>
                  <a:moveTo>
                    <a:pt x="48" y="108"/>
                  </a:moveTo>
                  <a:cubicBezTo>
                    <a:pt x="38" y="108"/>
                    <a:pt x="25" y="112"/>
                    <a:pt x="13" y="128"/>
                  </a:cubicBezTo>
                  <a:cubicBezTo>
                    <a:pt x="7" y="136"/>
                    <a:pt x="5" y="144"/>
                    <a:pt x="6" y="152"/>
                  </a:cubicBezTo>
                  <a:cubicBezTo>
                    <a:pt x="10" y="168"/>
                    <a:pt x="28" y="178"/>
                    <a:pt x="28" y="178"/>
                  </a:cubicBezTo>
                  <a:cubicBezTo>
                    <a:pt x="151" y="234"/>
                    <a:pt x="240" y="194"/>
                    <a:pt x="256" y="185"/>
                  </a:cubicBezTo>
                  <a:cubicBezTo>
                    <a:pt x="293" y="166"/>
                    <a:pt x="390" y="83"/>
                    <a:pt x="391" y="82"/>
                  </a:cubicBezTo>
                  <a:cubicBezTo>
                    <a:pt x="392" y="82"/>
                    <a:pt x="392" y="82"/>
                    <a:pt x="392" y="82"/>
                  </a:cubicBezTo>
                  <a:cubicBezTo>
                    <a:pt x="413" y="72"/>
                    <a:pt x="428" y="60"/>
                    <a:pt x="440" y="50"/>
                  </a:cubicBezTo>
                  <a:cubicBezTo>
                    <a:pt x="427" y="59"/>
                    <a:pt x="427" y="59"/>
                    <a:pt x="427" y="59"/>
                  </a:cubicBezTo>
                  <a:cubicBezTo>
                    <a:pt x="425" y="56"/>
                    <a:pt x="425" y="56"/>
                    <a:pt x="425" y="56"/>
                  </a:cubicBezTo>
                  <a:cubicBezTo>
                    <a:pt x="455" y="31"/>
                    <a:pt x="455" y="31"/>
                    <a:pt x="455" y="31"/>
                  </a:cubicBezTo>
                  <a:cubicBezTo>
                    <a:pt x="410" y="56"/>
                    <a:pt x="410" y="56"/>
                    <a:pt x="410" y="56"/>
                  </a:cubicBezTo>
                  <a:cubicBezTo>
                    <a:pt x="452" y="16"/>
                    <a:pt x="452" y="16"/>
                    <a:pt x="452" y="16"/>
                  </a:cubicBezTo>
                  <a:cubicBezTo>
                    <a:pt x="402" y="46"/>
                    <a:pt x="402" y="46"/>
                    <a:pt x="402" y="46"/>
                  </a:cubicBezTo>
                  <a:cubicBezTo>
                    <a:pt x="413" y="34"/>
                    <a:pt x="413" y="34"/>
                    <a:pt x="413" y="34"/>
                  </a:cubicBezTo>
                  <a:cubicBezTo>
                    <a:pt x="423" y="25"/>
                    <a:pt x="434" y="14"/>
                    <a:pt x="439" y="7"/>
                  </a:cubicBezTo>
                  <a:cubicBezTo>
                    <a:pt x="430" y="13"/>
                    <a:pt x="411" y="27"/>
                    <a:pt x="393" y="40"/>
                  </a:cubicBezTo>
                  <a:cubicBezTo>
                    <a:pt x="386" y="46"/>
                    <a:pt x="386" y="46"/>
                    <a:pt x="386" y="46"/>
                  </a:cubicBezTo>
                  <a:cubicBezTo>
                    <a:pt x="390" y="37"/>
                    <a:pt x="390" y="37"/>
                    <a:pt x="390" y="37"/>
                  </a:cubicBezTo>
                  <a:cubicBezTo>
                    <a:pt x="396" y="28"/>
                    <a:pt x="401" y="17"/>
                    <a:pt x="403" y="12"/>
                  </a:cubicBezTo>
                  <a:cubicBezTo>
                    <a:pt x="400" y="14"/>
                    <a:pt x="394" y="22"/>
                    <a:pt x="379" y="43"/>
                  </a:cubicBezTo>
                  <a:cubicBezTo>
                    <a:pt x="377" y="46"/>
                    <a:pt x="376" y="49"/>
                    <a:pt x="375" y="51"/>
                  </a:cubicBezTo>
                  <a:cubicBezTo>
                    <a:pt x="373" y="54"/>
                    <a:pt x="371" y="57"/>
                    <a:pt x="365" y="61"/>
                  </a:cubicBezTo>
                  <a:cubicBezTo>
                    <a:pt x="234" y="139"/>
                    <a:pt x="234" y="139"/>
                    <a:pt x="234" y="139"/>
                  </a:cubicBezTo>
                  <a:cubicBezTo>
                    <a:pt x="165" y="159"/>
                    <a:pt x="134" y="157"/>
                    <a:pt x="63" y="111"/>
                  </a:cubicBezTo>
                  <a:cubicBezTo>
                    <a:pt x="63" y="111"/>
                    <a:pt x="57" y="108"/>
                    <a:pt x="48" y="108"/>
                  </a:cubicBezTo>
                  <a:close/>
                </a:path>
              </a:pathLst>
            </a:custGeom>
            <a:solidFill>
              <a:srgbClr val="FFA47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8" name="Google Shape;1768;p48"/>
            <p:cNvSpPr/>
            <p:nvPr/>
          </p:nvSpPr>
          <p:spPr>
            <a:xfrm>
              <a:off x="2647649" y="1656104"/>
              <a:ext cx="447817" cy="402908"/>
            </a:xfrm>
            <a:custGeom>
              <a:avLst/>
              <a:gdLst/>
              <a:ahLst/>
              <a:cxnLst/>
              <a:rect l="l" t="t" r="r" b="b"/>
              <a:pathLst>
                <a:path w="151" h="136" extrusionOk="0">
                  <a:moveTo>
                    <a:pt x="151" y="47"/>
                  </a:moveTo>
                  <a:cubicBezTo>
                    <a:pt x="144" y="46"/>
                    <a:pt x="76" y="25"/>
                    <a:pt x="67" y="4"/>
                  </a:cubicBezTo>
                  <a:cubicBezTo>
                    <a:pt x="67" y="4"/>
                    <a:pt x="48" y="0"/>
                    <a:pt x="24" y="32"/>
                  </a:cubicBezTo>
                  <a:cubicBezTo>
                    <a:pt x="0" y="63"/>
                    <a:pt x="67" y="130"/>
                    <a:pt x="67" y="130"/>
                  </a:cubicBezTo>
                  <a:cubicBezTo>
                    <a:pt x="77" y="136"/>
                    <a:pt x="130" y="132"/>
                    <a:pt x="130" y="132"/>
                  </a:cubicBezTo>
                  <a:lnTo>
                    <a:pt x="151" y="4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9" name="Google Shape;1769;p48"/>
            <p:cNvSpPr/>
            <p:nvPr/>
          </p:nvSpPr>
          <p:spPr>
            <a:xfrm>
              <a:off x="2621986" y="1199304"/>
              <a:ext cx="390076" cy="323353"/>
            </a:xfrm>
            <a:custGeom>
              <a:avLst/>
              <a:gdLst/>
              <a:ahLst/>
              <a:cxnLst/>
              <a:rect l="l" t="t" r="r" b="b"/>
              <a:pathLst>
                <a:path w="132" h="109" extrusionOk="0">
                  <a:moveTo>
                    <a:pt x="0" y="60"/>
                  </a:moveTo>
                  <a:cubicBezTo>
                    <a:pt x="12" y="109"/>
                    <a:pt x="27" y="106"/>
                    <a:pt x="48" y="102"/>
                  </a:cubicBezTo>
                  <a:cubicBezTo>
                    <a:pt x="57" y="100"/>
                    <a:pt x="67" y="99"/>
                    <a:pt x="78" y="101"/>
                  </a:cubicBezTo>
                  <a:cubicBezTo>
                    <a:pt x="94" y="105"/>
                    <a:pt x="107" y="99"/>
                    <a:pt x="118" y="89"/>
                  </a:cubicBezTo>
                  <a:cubicBezTo>
                    <a:pt x="118" y="89"/>
                    <a:pt x="118" y="89"/>
                    <a:pt x="118" y="89"/>
                  </a:cubicBezTo>
                  <a:cubicBezTo>
                    <a:pt x="122" y="78"/>
                    <a:pt x="124" y="76"/>
                    <a:pt x="121" y="65"/>
                  </a:cubicBezTo>
                  <a:cubicBezTo>
                    <a:pt x="122" y="59"/>
                    <a:pt x="122" y="59"/>
                    <a:pt x="122" y="59"/>
                  </a:cubicBezTo>
                  <a:cubicBezTo>
                    <a:pt x="132" y="46"/>
                    <a:pt x="125" y="28"/>
                    <a:pt x="113" y="18"/>
                  </a:cubicBezTo>
                  <a:cubicBezTo>
                    <a:pt x="105" y="10"/>
                    <a:pt x="96" y="8"/>
                    <a:pt x="85" y="5"/>
                  </a:cubicBezTo>
                  <a:cubicBezTo>
                    <a:pt x="73" y="1"/>
                    <a:pt x="50" y="0"/>
                    <a:pt x="36" y="10"/>
                  </a:cubicBezTo>
                  <a:cubicBezTo>
                    <a:pt x="31" y="13"/>
                    <a:pt x="30" y="11"/>
                    <a:pt x="29" y="9"/>
                  </a:cubicBezTo>
                  <a:cubicBezTo>
                    <a:pt x="27" y="7"/>
                    <a:pt x="26" y="5"/>
                    <a:pt x="22" y="9"/>
                  </a:cubicBezTo>
                  <a:cubicBezTo>
                    <a:pt x="21" y="10"/>
                    <a:pt x="20" y="11"/>
                    <a:pt x="20" y="11"/>
                  </a:cubicBezTo>
                  <a:cubicBezTo>
                    <a:pt x="5" y="18"/>
                    <a:pt x="0" y="57"/>
                    <a:pt x="0" y="6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0" name="Google Shape;1770;p48"/>
            <p:cNvSpPr/>
            <p:nvPr/>
          </p:nvSpPr>
          <p:spPr>
            <a:xfrm>
              <a:off x="2606588" y="1127448"/>
              <a:ext cx="174508" cy="187339"/>
            </a:xfrm>
            <a:custGeom>
              <a:avLst/>
              <a:gdLst/>
              <a:ahLst/>
              <a:cxnLst/>
              <a:rect l="l" t="t" r="r" b="b"/>
              <a:pathLst>
                <a:path w="59" h="63" extrusionOk="0">
                  <a:moveTo>
                    <a:pt x="53" y="40"/>
                  </a:moveTo>
                  <a:cubicBezTo>
                    <a:pt x="59" y="32"/>
                    <a:pt x="59" y="19"/>
                    <a:pt x="53" y="11"/>
                  </a:cubicBezTo>
                  <a:cubicBezTo>
                    <a:pt x="47" y="3"/>
                    <a:pt x="35" y="0"/>
                    <a:pt x="26" y="4"/>
                  </a:cubicBezTo>
                  <a:cubicBezTo>
                    <a:pt x="22" y="6"/>
                    <a:pt x="18" y="9"/>
                    <a:pt x="15" y="12"/>
                  </a:cubicBezTo>
                  <a:cubicBezTo>
                    <a:pt x="12" y="15"/>
                    <a:pt x="9" y="19"/>
                    <a:pt x="7" y="23"/>
                  </a:cubicBezTo>
                  <a:cubicBezTo>
                    <a:pt x="2" y="31"/>
                    <a:pt x="0" y="43"/>
                    <a:pt x="6" y="50"/>
                  </a:cubicBezTo>
                  <a:cubicBezTo>
                    <a:pt x="8" y="53"/>
                    <a:pt x="11" y="55"/>
                    <a:pt x="13" y="57"/>
                  </a:cubicBezTo>
                  <a:cubicBezTo>
                    <a:pt x="18" y="59"/>
                    <a:pt x="23" y="62"/>
                    <a:pt x="28" y="62"/>
                  </a:cubicBezTo>
                  <a:cubicBezTo>
                    <a:pt x="33" y="63"/>
                    <a:pt x="39" y="61"/>
                    <a:pt x="42" y="5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1" name="Google Shape;1771;p48"/>
            <p:cNvSpPr/>
            <p:nvPr/>
          </p:nvSpPr>
          <p:spPr>
            <a:xfrm>
              <a:off x="2654065" y="1267310"/>
              <a:ext cx="319503" cy="599230"/>
            </a:xfrm>
            <a:custGeom>
              <a:avLst/>
              <a:gdLst/>
              <a:ahLst/>
              <a:cxnLst/>
              <a:rect l="l" t="t" r="r" b="b"/>
              <a:pathLst>
                <a:path w="108" h="202" extrusionOk="0">
                  <a:moveTo>
                    <a:pt x="21" y="44"/>
                  </a:moveTo>
                  <a:cubicBezTo>
                    <a:pt x="20" y="45"/>
                    <a:pt x="22" y="45"/>
                    <a:pt x="21" y="45"/>
                  </a:cubicBezTo>
                  <a:cubicBezTo>
                    <a:pt x="17" y="42"/>
                    <a:pt x="12" y="40"/>
                    <a:pt x="6" y="50"/>
                  </a:cubicBezTo>
                  <a:cubicBezTo>
                    <a:pt x="0" y="61"/>
                    <a:pt x="16" y="70"/>
                    <a:pt x="22" y="71"/>
                  </a:cubicBezTo>
                  <a:cubicBezTo>
                    <a:pt x="25" y="71"/>
                    <a:pt x="16" y="106"/>
                    <a:pt x="11" y="130"/>
                  </a:cubicBezTo>
                  <a:cubicBezTo>
                    <a:pt x="8" y="148"/>
                    <a:pt x="8" y="175"/>
                    <a:pt x="8" y="175"/>
                  </a:cubicBezTo>
                  <a:cubicBezTo>
                    <a:pt x="8" y="175"/>
                    <a:pt x="42" y="202"/>
                    <a:pt x="62" y="174"/>
                  </a:cubicBezTo>
                  <a:cubicBezTo>
                    <a:pt x="62" y="174"/>
                    <a:pt x="70" y="121"/>
                    <a:pt x="70" y="102"/>
                  </a:cubicBezTo>
                  <a:cubicBezTo>
                    <a:pt x="70" y="101"/>
                    <a:pt x="96" y="104"/>
                    <a:pt x="103" y="57"/>
                  </a:cubicBezTo>
                  <a:cubicBezTo>
                    <a:pt x="108" y="13"/>
                    <a:pt x="78" y="4"/>
                    <a:pt x="71" y="2"/>
                  </a:cubicBezTo>
                  <a:cubicBezTo>
                    <a:pt x="65" y="0"/>
                    <a:pt x="71" y="35"/>
                    <a:pt x="21" y="44"/>
                  </a:cubicBezTo>
                </a:path>
              </a:pathLst>
            </a:custGeom>
            <a:solidFill>
              <a:srgbClr val="FFA47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2" name="Google Shape;1772;p48"/>
            <p:cNvSpPr/>
            <p:nvPr/>
          </p:nvSpPr>
          <p:spPr>
            <a:xfrm>
              <a:off x="2689993" y="1409740"/>
              <a:ext cx="29513" cy="41061"/>
            </a:xfrm>
            <a:custGeom>
              <a:avLst/>
              <a:gdLst/>
              <a:ahLst/>
              <a:cxnLst/>
              <a:rect l="l" t="t" r="r" b="b"/>
              <a:pathLst>
                <a:path w="10" h="14" extrusionOk="0">
                  <a:moveTo>
                    <a:pt x="10" y="2"/>
                  </a:moveTo>
                  <a:cubicBezTo>
                    <a:pt x="7" y="1"/>
                    <a:pt x="2" y="0"/>
                    <a:pt x="1" y="3"/>
                  </a:cubicBezTo>
                  <a:cubicBezTo>
                    <a:pt x="0" y="6"/>
                    <a:pt x="2" y="12"/>
                    <a:pt x="5" y="14"/>
                  </a:cubicBezTo>
                </a:path>
              </a:pathLst>
            </a:custGeom>
            <a:solidFill>
              <a:srgbClr val="E595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3" name="Google Shape;1773;p48"/>
            <p:cNvSpPr/>
            <p:nvPr/>
          </p:nvSpPr>
          <p:spPr>
            <a:xfrm>
              <a:off x="2642516" y="1160809"/>
              <a:ext cx="292557" cy="292557"/>
            </a:xfrm>
            <a:custGeom>
              <a:avLst/>
              <a:gdLst/>
              <a:ahLst/>
              <a:cxnLst/>
              <a:rect l="l" t="t" r="r" b="b"/>
              <a:pathLst>
                <a:path w="99" h="99" extrusionOk="0">
                  <a:moveTo>
                    <a:pt x="99" y="42"/>
                  </a:moveTo>
                  <a:cubicBezTo>
                    <a:pt x="99" y="42"/>
                    <a:pt x="60" y="99"/>
                    <a:pt x="27" y="83"/>
                  </a:cubicBezTo>
                  <a:cubicBezTo>
                    <a:pt x="0" y="70"/>
                    <a:pt x="28" y="0"/>
                    <a:pt x="60" y="18"/>
                  </a:cubicBezTo>
                  <a:cubicBezTo>
                    <a:pt x="92" y="35"/>
                    <a:pt x="99" y="42"/>
                    <a:pt x="99" y="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4" name="Google Shape;1774;p48"/>
            <p:cNvSpPr/>
            <p:nvPr/>
          </p:nvSpPr>
          <p:spPr>
            <a:xfrm>
              <a:off x="2757999" y="1513674"/>
              <a:ext cx="103935" cy="88538"/>
            </a:xfrm>
            <a:custGeom>
              <a:avLst/>
              <a:gdLst/>
              <a:ahLst/>
              <a:cxnLst/>
              <a:rect l="l" t="t" r="r" b="b"/>
              <a:pathLst>
                <a:path w="35" h="30" extrusionOk="0">
                  <a:moveTo>
                    <a:pt x="35" y="19"/>
                  </a:moveTo>
                  <a:cubicBezTo>
                    <a:pt x="35" y="19"/>
                    <a:pt x="20" y="18"/>
                    <a:pt x="7" y="6"/>
                  </a:cubicBezTo>
                  <a:cubicBezTo>
                    <a:pt x="0" y="0"/>
                    <a:pt x="12" y="28"/>
                    <a:pt x="33" y="30"/>
                  </a:cubicBezTo>
                  <a:cubicBezTo>
                    <a:pt x="33" y="30"/>
                    <a:pt x="34" y="28"/>
                    <a:pt x="35" y="19"/>
                  </a:cubicBezTo>
                  <a:close/>
                </a:path>
              </a:pathLst>
            </a:custGeom>
            <a:solidFill>
              <a:srgbClr val="E595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5" name="Google Shape;1775;p48"/>
            <p:cNvSpPr/>
            <p:nvPr/>
          </p:nvSpPr>
          <p:spPr>
            <a:xfrm>
              <a:off x="2876048" y="1371245"/>
              <a:ext cx="35928" cy="32079"/>
            </a:xfrm>
            <a:custGeom>
              <a:avLst/>
              <a:gdLst/>
              <a:ahLst/>
              <a:cxnLst/>
              <a:rect l="l" t="t" r="r" b="b"/>
              <a:pathLst>
                <a:path w="12" h="11" extrusionOk="0">
                  <a:moveTo>
                    <a:pt x="2" y="9"/>
                  </a:moveTo>
                  <a:cubicBezTo>
                    <a:pt x="0" y="11"/>
                    <a:pt x="2" y="4"/>
                    <a:pt x="5" y="2"/>
                  </a:cubicBezTo>
                  <a:cubicBezTo>
                    <a:pt x="7" y="0"/>
                    <a:pt x="11" y="1"/>
                    <a:pt x="12" y="3"/>
                  </a:cubicBezTo>
                  <a:cubicBezTo>
                    <a:pt x="12" y="3"/>
                    <a:pt x="6" y="4"/>
                    <a:pt x="2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6" name="Google Shape;1776;p48"/>
            <p:cNvSpPr/>
            <p:nvPr/>
          </p:nvSpPr>
          <p:spPr>
            <a:xfrm>
              <a:off x="2944055" y="1385360"/>
              <a:ext cx="15398" cy="17964"/>
            </a:xfrm>
            <a:custGeom>
              <a:avLst/>
              <a:gdLst/>
              <a:ahLst/>
              <a:cxnLst/>
              <a:rect l="l" t="t" r="r" b="b"/>
              <a:pathLst>
                <a:path w="5" h="6" extrusionOk="0">
                  <a:moveTo>
                    <a:pt x="5" y="1"/>
                  </a:moveTo>
                  <a:cubicBezTo>
                    <a:pt x="2" y="0"/>
                    <a:pt x="1" y="0"/>
                    <a:pt x="0" y="3"/>
                  </a:cubicBezTo>
                  <a:cubicBezTo>
                    <a:pt x="0" y="3"/>
                    <a:pt x="4" y="4"/>
                    <a:pt x="5" y="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7" name="Google Shape;1777;p48"/>
            <p:cNvSpPr/>
            <p:nvPr/>
          </p:nvSpPr>
          <p:spPr>
            <a:xfrm>
              <a:off x="2902994" y="1418721"/>
              <a:ext cx="11549" cy="23097"/>
            </a:xfrm>
            <a:custGeom>
              <a:avLst/>
              <a:gdLst/>
              <a:ahLst/>
              <a:cxnLst/>
              <a:rect l="l" t="t" r="r" b="b"/>
              <a:pathLst>
                <a:path w="4" h="8" extrusionOk="0">
                  <a:moveTo>
                    <a:pt x="0" y="4"/>
                  </a:moveTo>
                  <a:cubicBezTo>
                    <a:pt x="0" y="6"/>
                    <a:pt x="0" y="8"/>
                    <a:pt x="1" y="8"/>
                  </a:cubicBezTo>
                  <a:cubicBezTo>
                    <a:pt x="2" y="8"/>
                    <a:pt x="3" y="6"/>
                    <a:pt x="3" y="4"/>
                  </a:cubicBezTo>
                  <a:cubicBezTo>
                    <a:pt x="4" y="2"/>
                    <a:pt x="3" y="0"/>
                    <a:pt x="2" y="0"/>
                  </a:cubicBezTo>
                  <a:cubicBezTo>
                    <a:pt x="1" y="0"/>
                    <a:pt x="0" y="2"/>
                    <a:pt x="0" y="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8" name="Google Shape;1778;p48"/>
            <p:cNvSpPr/>
            <p:nvPr/>
          </p:nvSpPr>
          <p:spPr>
            <a:xfrm>
              <a:off x="2935073" y="1418721"/>
              <a:ext cx="12831" cy="23097"/>
            </a:xfrm>
            <a:custGeom>
              <a:avLst/>
              <a:gdLst/>
              <a:ahLst/>
              <a:cxnLst/>
              <a:rect l="l" t="t" r="r" b="b"/>
              <a:pathLst>
                <a:path w="4" h="8" extrusionOk="0">
                  <a:moveTo>
                    <a:pt x="0" y="4"/>
                  </a:moveTo>
                  <a:cubicBezTo>
                    <a:pt x="0" y="6"/>
                    <a:pt x="1" y="8"/>
                    <a:pt x="2" y="8"/>
                  </a:cubicBezTo>
                  <a:cubicBezTo>
                    <a:pt x="3" y="8"/>
                    <a:pt x="4" y="7"/>
                    <a:pt x="4" y="4"/>
                  </a:cubicBezTo>
                  <a:cubicBezTo>
                    <a:pt x="4" y="2"/>
                    <a:pt x="3" y="1"/>
                    <a:pt x="2" y="1"/>
                  </a:cubicBezTo>
                  <a:cubicBezTo>
                    <a:pt x="1" y="0"/>
                    <a:pt x="0" y="2"/>
                    <a:pt x="0" y="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9" name="Google Shape;1779;p48"/>
            <p:cNvSpPr/>
            <p:nvPr/>
          </p:nvSpPr>
          <p:spPr>
            <a:xfrm>
              <a:off x="2793280" y="1441847"/>
              <a:ext cx="67999" cy="17935"/>
            </a:xfrm>
            <a:custGeom>
              <a:avLst/>
              <a:gdLst/>
              <a:ahLst/>
              <a:cxnLst/>
              <a:rect l="l" t="t" r="r" b="b"/>
              <a:pathLst>
                <a:path w="23" h="23" extrusionOk="0">
                  <a:moveTo>
                    <a:pt x="11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7" y="1"/>
                    <a:pt x="5" y="2"/>
                    <a:pt x="3" y="4"/>
                  </a:cubicBezTo>
                  <a:cubicBezTo>
                    <a:pt x="1" y="6"/>
                    <a:pt x="0" y="9"/>
                    <a:pt x="0" y="12"/>
                  </a:cubicBezTo>
                  <a:cubicBezTo>
                    <a:pt x="0" y="18"/>
                    <a:pt x="5" y="23"/>
                    <a:pt x="11" y="23"/>
                  </a:cubicBezTo>
                  <a:cubicBezTo>
                    <a:pt x="11" y="23"/>
                    <a:pt x="12" y="23"/>
                    <a:pt x="12" y="23"/>
                  </a:cubicBezTo>
                  <a:cubicBezTo>
                    <a:pt x="18" y="22"/>
                    <a:pt x="23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</a:path>
              </a:pathLst>
            </a:custGeom>
            <a:solidFill>
              <a:srgbClr val="E595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0" name="Google Shape;1780;p48"/>
            <p:cNvSpPr/>
            <p:nvPr/>
          </p:nvSpPr>
          <p:spPr>
            <a:xfrm>
              <a:off x="2416683" y="1631724"/>
              <a:ext cx="577415" cy="687766"/>
            </a:xfrm>
            <a:custGeom>
              <a:avLst/>
              <a:gdLst/>
              <a:ahLst/>
              <a:cxnLst/>
              <a:rect l="l" t="t" r="r" b="b"/>
              <a:pathLst>
                <a:path w="195" h="232" extrusionOk="0">
                  <a:moveTo>
                    <a:pt x="146" y="14"/>
                  </a:moveTo>
                  <a:cubicBezTo>
                    <a:pt x="156" y="32"/>
                    <a:pt x="195" y="90"/>
                    <a:pt x="190" y="121"/>
                  </a:cubicBezTo>
                  <a:cubicBezTo>
                    <a:pt x="187" y="141"/>
                    <a:pt x="195" y="214"/>
                    <a:pt x="195" y="214"/>
                  </a:cubicBezTo>
                  <a:cubicBezTo>
                    <a:pt x="195" y="214"/>
                    <a:pt x="100" y="232"/>
                    <a:pt x="0" y="193"/>
                  </a:cubicBezTo>
                  <a:cubicBezTo>
                    <a:pt x="1" y="141"/>
                    <a:pt x="0" y="85"/>
                    <a:pt x="31" y="33"/>
                  </a:cubicBezTo>
                  <a:cubicBezTo>
                    <a:pt x="31" y="33"/>
                    <a:pt x="82" y="0"/>
                    <a:pt x="93" y="1"/>
                  </a:cubicBezTo>
                  <a:cubicBezTo>
                    <a:pt x="93" y="1"/>
                    <a:pt x="156" y="65"/>
                    <a:pt x="146" y="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1" name="Google Shape;1781;p48"/>
            <p:cNvSpPr/>
            <p:nvPr/>
          </p:nvSpPr>
          <p:spPr>
            <a:xfrm>
              <a:off x="1791792" y="1631724"/>
              <a:ext cx="918731" cy="1124035"/>
            </a:xfrm>
            <a:custGeom>
              <a:avLst/>
              <a:gdLst/>
              <a:ahLst/>
              <a:cxnLst/>
              <a:rect l="l" t="t" r="r" b="b"/>
              <a:pathLst>
                <a:path w="310" h="379" extrusionOk="0">
                  <a:moveTo>
                    <a:pt x="297" y="19"/>
                  </a:moveTo>
                  <a:cubicBezTo>
                    <a:pt x="146" y="0"/>
                    <a:pt x="54" y="226"/>
                    <a:pt x="54" y="226"/>
                  </a:cubicBezTo>
                  <a:cubicBezTo>
                    <a:pt x="37" y="279"/>
                    <a:pt x="37" y="279"/>
                    <a:pt x="37" y="279"/>
                  </a:cubicBezTo>
                  <a:cubicBezTo>
                    <a:pt x="5" y="325"/>
                    <a:pt x="0" y="349"/>
                    <a:pt x="0" y="349"/>
                  </a:cubicBezTo>
                  <a:cubicBezTo>
                    <a:pt x="20" y="319"/>
                    <a:pt x="20" y="319"/>
                    <a:pt x="20" y="319"/>
                  </a:cubicBezTo>
                  <a:cubicBezTo>
                    <a:pt x="3" y="366"/>
                    <a:pt x="3" y="366"/>
                    <a:pt x="3" y="366"/>
                  </a:cubicBezTo>
                  <a:cubicBezTo>
                    <a:pt x="2" y="367"/>
                    <a:pt x="6" y="364"/>
                    <a:pt x="7" y="363"/>
                  </a:cubicBezTo>
                  <a:cubicBezTo>
                    <a:pt x="28" y="327"/>
                    <a:pt x="28" y="327"/>
                    <a:pt x="28" y="327"/>
                  </a:cubicBezTo>
                  <a:cubicBezTo>
                    <a:pt x="13" y="376"/>
                    <a:pt x="13" y="376"/>
                    <a:pt x="13" y="376"/>
                  </a:cubicBezTo>
                  <a:cubicBezTo>
                    <a:pt x="13" y="377"/>
                    <a:pt x="15" y="378"/>
                    <a:pt x="15" y="377"/>
                  </a:cubicBezTo>
                  <a:cubicBezTo>
                    <a:pt x="41" y="332"/>
                    <a:pt x="41" y="332"/>
                    <a:pt x="41" y="332"/>
                  </a:cubicBezTo>
                  <a:cubicBezTo>
                    <a:pt x="41" y="332"/>
                    <a:pt x="28" y="379"/>
                    <a:pt x="32" y="375"/>
                  </a:cubicBezTo>
                  <a:cubicBezTo>
                    <a:pt x="36" y="371"/>
                    <a:pt x="57" y="325"/>
                    <a:pt x="57" y="325"/>
                  </a:cubicBezTo>
                  <a:cubicBezTo>
                    <a:pt x="57" y="325"/>
                    <a:pt x="79" y="342"/>
                    <a:pt x="81" y="340"/>
                  </a:cubicBezTo>
                  <a:cubicBezTo>
                    <a:pt x="84" y="338"/>
                    <a:pt x="76" y="322"/>
                    <a:pt x="74" y="305"/>
                  </a:cubicBezTo>
                  <a:cubicBezTo>
                    <a:pt x="73" y="294"/>
                    <a:pt x="110" y="216"/>
                    <a:pt x="110" y="216"/>
                  </a:cubicBezTo>
                  <a:cubicBezTo>
                    <a:pt x="141" y="157"/>
                    <a:pt x="213" y="82"/>
                    <a:pt x="310" y="96"/>
                  </a:cubicBezTo>
                </a:path>
              </a:pathLst>
            </a:custGeom>
            <a:solidFill>
              <a:srgbClr val="FFA47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2" name="Google Shape;1782;p48"/>
            <p:cNvSpPr/>
            <p:nvPr/>
          </p:nvSpPr>
          <p:spPr>
            <a:xfrm>
              <a:off x="2366640" y="1638140"/>
              <a:ext cx="366979" cy="343883"/>
            </a:xfrm>
            <a:custGeom>
              <a:avLst/>
              <a:gdLst/>
              <a:ahLst/>
              <a:cxnLst/>
              <a:rect l="l" t="t" r="r" b="b"/>
              <a:pathLst>
                <a:path w="124" h="116" extrusionOk="0">
                  <a:moveTo>
                    <a:pt x="107" y="0"/>
                  </a:moveTo>
                  <a:cubicBezTo>
                    <a:pt x="62" y="12"/>
                    <a:pt x="0" y="27"/>
                    <a:pt x="0" y="27"/>
                  </a:cubicBezTo>
                  <a:cubicBezTo>
                    <a:pt x="27" y="116"/>
                    <a:pt x="27" y="116"/>
                    <a:pt x="27" y="116"/>
                  </a:cubicBezTo>
                  <a:cubicBezTo>
                    <a:pt x="27" y="116"/>
                    <a:pt x="91" y="86"/>
                    <a:pt x="124" y="99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3" name="Google Shape;1783;p48"/>
            <p:cNvSpPr/>
            <p:nvPr/>
          </p:nvSpPr>
          <p:spPr>
            <a:xfrm>
              <a:off x="2660480" y="1604778"/>
              <a:ext cx="313087" cy="327203"/>
            </a:xfrm>
            <a:custGeom>
              <a:avLst/>
              <a:gdLst/>
              <a:ahLst/>
              <a:cxnLst/>
              <a:rect l="l" t="t" r="r" b="b"/>
              <a:pathLst>
                <a:path w="106" h="110" extrusionOk="0">
                  <a:moveTo>
                    <a:pt x="9" y="1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2" y="37"/>
                    <a:pt x="72" y="37"/>
                    <a:pt x="72" y="37"/>
                  </a:cubicBezTo>
                  <a:cubicBezTo>
                    <a:pt x="72" y="37"/>
                    <a:pt x="106" y="110"/>
                    <a:pt x="59" y="67"/>
                  </a:cubicBezTo>
                  <a:cubicBezTo>
                    <a:pt x="12" y="23"/>
                    <a:pt x="9" y="16"/>
                    <a:pt x="9" y="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4" name="Google Shape;1784;p48"/>
            <p:cNvSpPr/>
            <p:nvPr/>
          </p:nvSpPr>
          <p:spPr>
            <a:xfrm>
              <a:off x="2665613" y="1439252"/>
              <a:ext cx="103935" cy="162960"/>
            </a:xfrm>
            <a:custGeom>
              <a:avLst/>
              <a:gdLst/>
              <a:ahLst/>
              <a:cxnLst/>
              <a:rect l="l" t="t" r="r" b="b"/>
              <a:pathLst>
                <a:path w="35" h="55" extrusionOk="0">
                  <a:moveTo>
                    <a:pt x="17" y="55"/>
                  </a:moveTo>
                  <a:cubicBezTo>
                    <a:pt x="17" y="55"/>
                    <a:pt x="16" y="55"/>
                    <a:pt x="16" y="55"/>
                  </a:cubicBezTo>
                  <a:cubicBezTo>
                    <a:pt x="11" y="54"/>
                    <a:pt x="7" y="52"/>
                    <a:pt x="4" y="48"/>
                  </a:cubicBezTo>
                  <a:cubicBezTo>
                    <a:pt x="1" y="45"/>
                    <a:pt x="0" y="40"/>
                    <a:pt x="0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1" y="27"/>
                    <a:pt x="17" y="4"/>
                    <a:pt x="17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2" y="6"/>
                    <a:pt x="35" y="30"/>
                    <a:pt x="35" y="39"/>
                  </a:cubicBezTo>
                  <a:cubicBezTo>
                    <a:pt x="34" y="44"/>
                    <a:pt x="32" y="48"/>
                    <a:pt x="28" y="51"/>
                  </a:cubicBezTo>
                  <a:cubicBezTo>
                    <a:pt x="25" y="53"/>
                    <a:pt x="21" y="55"/>
                    <a:pt x="17" y="55"/>
                  </a:cubicBezTo>
                  <a:close/>
                  <a:moveTo>
                    <a:pt x="19" y="7"/>
                  </a:moveTo>
                  <a:cubicBezTo>
                    <a:pt x="14" y="15"/>
                    <a:pt x="4" y="30"/>
                    <a:pt x="4" y="36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3" y="40"/>
                    <a:pt x="4" y="43"/>
                    <a:pt x="7" y="46"/>
                  </a:cubicBezTo>
                  <a:cubicBezTo>
                    <a:pt x="9" y="49"/>
                    <a:pt x="12" y="51"/>
                    <a:pt x="16" y="51"/>
                  </a:cubicBezTo>
                  <a:cubicBezTo>
                    <a:pt x="20" y="51"/>
                    <a:pt x="23" y="50"/>
                    <a:pt x="26" y="48"/>
                  </a:cubicBezTo>
                  <a:cubicBezTo>
                    <a:pt x="29" y="46"/>
                    <a:pt x="31" y="42"/>
                    <a:pt x="31" y="39"/>
                  </a:cubicBezTo>
                  <a:cubicBezTo>
                    <a:pt x="32" y="33"/>
                    <a:pt x="23" y="16"/>
                    <a:pt x="19" y="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85" name="Google Shape;1785;p48"/>
          <p:cNvGrpSpPr/>
          <p:nvPr/>
        </p:nvGrpSpPr>
        <p:grpSpPr>
          <a:xfrm flipH="1">
            <a:off x="7414489" y="1395093"/>
            <a:ext cx="1322715" cy="2144997"/>
            <a:chOff x="2597950" y="316701"/>
            <a:chExt cx="2781150" cy="4510087"/>
          </a:xfrm>
        </p:grpSpPr>
        <p:sp>
          <p:nvSpPr>
            <p:cNvPr id="1786" name="Google Shape;1786;p48"/>
            <p:cNvSpPr/>
            <p:nvPr/>
          </p:nvSpPr>
          <p:spPr>
            <a:xfrm>
              <a:off x="3891763" y="1007263"/>
              <a:ext cx="854075" cy="895350"/>
            </a:xfrm>
            <a:custGeom>
              <a:avLst/>
              <a:gdLst/>
              <a:ahLst/>
              <a:cxnLst/>
              <a:rect l="l" t="t" r="r" b="b"/>
              <a:pathLst>
                <a:path w="233" h="244" extrusionOk="0">
                  <a:moveTo>
                    <a:pt x="155" y="106"/>
                  </a:moveTo>
                  <a:cubicBezTo>
                    <a:pt x="155" y="106"/>
                    <a:pt x="23" y="244"/>
                    <a:pt x="0" y="222"/>
                  </a:cubicBezTo>
                  <a:cubicBezTo>
                    <a:pt x="43" y="141"/>
                    <a:pt x="43" y="141"/>
                    <a:pt x="43" y="141"/>
                  </a:cubicBezTo>
                  <a:cubicBezTo>
                    <a:pt x="43" y="143"/>
                    <a:pt x="135" y="71"/>
                    <a:pt x="135" y="71"/>
                  </a:cubicBezTo>
                  <a:cubicBezTo>
                    <a:pt x="135" y="71"/>
                    <a:pt x="154" y="23"/>
                    <a:pt x="162" y="23"/>
                  </a:cubicBezTo>
                  <a:cubicBezTo>
                    <a:pt x="169" y="23"/>
                    <a:pt x="154" y="50"/>
                    <a:pt x="156" y="54"/>
                  </a:cubicBezTo>
                  <a:cubicBezTo>
                    <a:pt x="159" y="57"/>
                    <a:pt x="204" y="0"/>
                    <a:pt x="209" y="7"/>
                  </a:cubicBezTo>
                  <a:cubicBezTo>
                    <a:pt x="212" y="11"/>
                    <a:pt x="181" y="41"/>
                    <a:pt x="183" y="46"/>
                  </a:cubicBezTo>
                  <a:cubicBezTo>
                    <a:pt x="185" y="48"/>
                    <a:pt x="219" y="27"/>
                    <a:pt x="223" y="28"/>
                  </a:cubicBezTo>
                  <a:cubicBezTo>
                    <a:pt x="233" y="31"/>
                    <a:pt x="185" y="54"/>
                    <a:pt x="187" y="55"/>
                  </a:cubicBezTo>
                  <a:cubicBezTo>
                    <a:pt x="190" y="57"/>
                    <a:pt x="226" y="34"/>
                    <a:pt x="227" y="42"/>
                  </a:cubicBezTo>
                  <a:cubicBezTo>
                    <a:pt x="227" y="47"/>
                    <a:pt x="194" y="63"/>
                    <a:pt x="194" y="66"/>
                  </a:cubicBezTo>
                  <a:cubicBezTo>
                    <a:pt x="195" y="69"/>
                    <a:pt x="213" y="57"/>
                    <a:pt x="219" y="59"/>
                  </a:cubicBezTo>
                  <a:cubicBezTo>
                    <a:pt x="225" y="61"/>
                    <a:pt x="194" y="77"/>
                    <a:pt x="192" y="79"/>
                  </a:cubicBezTo>
                  <a:cubicBezTo>
                    <a:pt x="190" y="82"/>
                    <a:pt x="173" y="98"/>
                    <a:pt x="155" y="106"/>
                  </a:cubicBezTo>
                  <a:close/>
                </a:path>
              </a:pathLst>
            </a:custGeom>
            <a:solidFill>
              <a:srgbClr val="B7736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7" name="Google Shape;1787;p48"/>
            <p:cNvSpPr/>
            <p:nvPr/>
          </p:nvSpPr>
          <p:spPr>
            <a:xfrm>
              <a:off x="3404400" y="1021551"/>
              <a:ext cx="658813" cy="800100"/>
            </a:xfrm>
            <a:custGeom>
              <a:avLst/>
              <a:gdLst/>
              <a:ahLst/>
              <a:cxnLst/>
              <a:rect l="l" t="t" r="r" b="b"/>
              <a:pathLst>
                <a:path w="180" h="218" extrusionOk="0">
                  <a:moveTo>
                    <a:pt x="98" y="0"/>
                  </a:moveTo>
                  <a:cubicBezTo>
                    <a:pt x="98" y="0"/>
                    <a:pt x="130" y="11"/>
                    <a:pt x="138" y="36"/>
                  </a:cubicBezTo>
                  <a:cubicBezTo>
                    <a:pt x="146" y="60"/>
                    <a:pt x="180" y="133"/>
                    <a:pt x="180" y="133"/>
                  </a:cubicBezTo>
                  <a:cubicBezTo>
                    <a:pt x="134" y="218"/>
                    <a:pt x="134" y="218"/>
                    <a:pt x="134" y="218"/>
                  </a:cubicBezTo>
                  <a:cubicBezTo>
                    <a:pt x="134" y="218"/>
                    <a:pt x="0" y="48"/>
                    <a:pt x="98" y="0"/>
                  </a:cubicBezTo>
                  <a:close/>
                </a:path>
              </a:pathLst>
            </a:custGeom>
            <a:solidFill>
              <a:srgbClr val="B7736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8" name="Google Shape;1788;p48"/>
            <p:cNvSpPr/>
            <p:nvPr/>
          </p:nvSpPr>
          <p:spPr>
            <a:xfrm>
              <a:off x="3359950" y="973925"/>
              <a:ext cx="703263" cy="654050"/>
            </a:xfrm>
            <a:custGeom>
              <a:avLst/>
              <a:gdLst/>
              <a:ahLst/>
              <a:cxnLst/>
              <a:rect l="l" t="t" r="r" b="b"/>
              <a:pathLst>
                <a:path w="192" h="178" extrusionOk="0">
                  <a:moveTo>
                    <a:pt x="107" y="5"/>
                  </a:moveTo>
                  <a:cubicBezTo>
                    <a:pt x="142" y="0"/>
                    <a:pt x="161" y="40"/>
                    <a:pt x="192" y="115"/>
                  </a:cubicBezTo>
                  <a:cubicBezTo>
                    <a:pt x="113" y="178"/>
                    <a:pt x="113" y="178"/>
                    <a:pt x="113" y="178"/>
                  </a:cubicBezTo>
                  <a:cubicBezTo>
                    <a:pt x="113" y="178"/>
                    <a:pt x="0" y="22"/>
                    <a:pt x="107" y="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9" name="Google Shape;1789;p48"/>
            <p:cNvSpPr/>
            <p:nvPr/>
          </p:nvSpPr>
          <p:spPr>
            <a:xfrm>
              <a:off x="3312325" y="316701"/>
              <a:ext cx="476250" cy="506413"/>
            </a:xfrm>
            <a:custGeom>
              <a:avLst/>
              <a:gdLst/>
              <a:ahLst/>
              <a:cxnLst/>
              <a:rect l="l" t="t" r="r" b="b"/>
              <a:pathLst>
                <a:path w="130" h="138" extrusionOk="0">
                  <a:moveTo>
                    <a:pt x="121" y="35"/>
                  </a:moveTo>
                  <a:cubicBezTo>
                    <a:pt x="104" y="14"/>
                    <a:pt x="66" y="0"/>
                    <a:pt x="35" y="13"/>
                  </a:cubicBezTo>
                  <a:cubicBezTo>
                    <a:pt x="34" y="13"/>
                    <a:pt x="34" y="13"/>
                    <a:pt x="34" y="13"/>
                  </a:cubicBezTo>
                  <a:cubicBezTo>
                    <a:pt x="14" y="20"/>
                    <a:pt x="0" y="39"/>
                    <a:pt x="1" y="60"/>
                  </a:cubicBezTo>
                  <a:cubicBezTo>
                    <a:pt x="1" y="74"/>
                    <a:pt x="5" y="88"/>
                    <a:pt x="11" y="99"/>
                  </a:cubicBezTo>
                  <a:cubicBezTo>
                    <a:pt x="25" y="124"/>
                    <a:pt x="52" y="135"/>
                    <a:pt x="80" y="133"/>
                  </a:cubicBezTo>
                  <a:cubicBezTo>
                    <a:pt x="85" y="133"/>
                    <a:pt x="90" y="134"/>
                    <a:pt x="93" y="138"/>
                  </a:cubicBezTo>
                  <a:cubicBezTo>
                    <a:pt x="126" y="82"/>
                    <a:pt x="126" y="82"/>
                    <a:pt x="126" y="82"/>
                  </a:cubicBezTo>
                  <a:cubicBezTo>
                    <a:pt x="130" y="74"/>
                    <a:pt x="130" y="47"/>
                    <a:pt x="121" y="3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0" name="Google Shape;1790;p48"/>
            <p:cNvSpPr/>
            <p:nvPr/>
          </p:nvSpPr>
          <p:spPr>
            <a:xfrm>
              <a:off x="3129763" y="529426"/>
              <a:ext cx="222300" cy="22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1" name="Google Shape;1791;p48"/>
            <p:cNvSpPr/>
            <p:nvPr/>
          </p:nvSpPr>
          <p:spPr>
            <a:xfrm>
              <a:off x="3334550" y="445288"/>
              <a:ext cx="447675" cy="766763"/>
            </a:xfrm>
            <a:custGeom>
              <a:avLst/>
              <a:gdLst/>
              <a:ahLst/>
              <a:cxnLst/>
              <a:rect l="l" t="t" r="r" b="b"/>
              <a:pathLst>
                <a:path w="122" h="209" extrusionOk="0">
                  <a:moveTo>
                    <a:pt x="37" y="55"/>
                  </a:moveTo>
                  <a:cubicBezTo>
                    <a:pt x="37" y="56"/>
                    <a:pt x="33" y="48"/>
                    <a:pt x="32" y="47"/>
                  </a:cubicBezTo>
                  <a:cubicBezTo>
                    <a:pt x="27" y="46"/>
                    <a:pt x="17" y="41"/>
                    <a:pt x="11" y="52"/>
                  </a:cubicBezTo>
                  <a:cubicBezTo>
                    <a:pt x="6" y="64"/>
                    <a:pt x="15" y="74"/>
                    <a:pt x="21" y="77"/>
                  </a:cubicBezTo>
                  <a:cubicBezTo>
                    <a:pt x="23" y="78"/>
                    <a:pt x="30" y="82"/>
                    <a:pt x="31" y="84"/>
                  </a:cubicBezTo>
                  <a:cubicBezTo>
                    <a:pt x="39" y="101"/>
                    <a:pt x="28" y="135"/>
                    <a:pt x="27" y="149"/>
                  </a:cubicBezTo>
                  <a:cubicBezTo>
                    <a:pt x="24" y="178"/>
                    <a:pt x="0" y="146"/>
                    <a:pt x="0" y="146"/>
                  </a:cubicBezTo>
                  <a:cubicBezTo>
                    <a:pt x="0" y="146"/>
                    <a:pt x="80" y="209"/>
                    <a:pt x="92" y="174"/>
                  </a:cubicBezTo>
                  <a:cubicBezTo>
                    <a:pt x="82" y="157"/>
                    <a:pt x="76" y="104"/>
                    <a:pt x="84" y="107"/>
                  </a:cubicBezTo>
                  <a:cubicBezTo>
                    <a:pt x="95" y="111"/>
                    <a:pt x="119" y="97"/>
                    <a:pt x="122" y="47"/>
                  </a:cubicBezTo>
                  <a:cubicBezTo>
                    <a:pt x="109" y="9"/>
                    <a:pt x="93" y="3"/>
                    <a:pt x="92" y="0"/>
                  </a:cubicBezTo>
                  <a:cubicBezTo>
                    <a:pt x="91" y="27"/>
                    <a:pt x="76" y="44"/>
                    <a:pt x="37" y="55"/>
                  </a:cubicBezTo>
                  <a:close/>
                </a:path>
              </a:pathLst>
            </a:custGeom>
            <a:solidFill>
              <a:srgbClr val="B7736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2" name="Google Shape;1792;p48"/>
            <p:cNvSpPr/>
            <p:nvPr/>
          </p:nvSpPr>
          <p:spPr>
            <a:xfrm>
              <a:off x="3390113" y="610388"/>
              <a:ext cx="53975" cy="84138"/>
            </a:xfrm>
            <a:custGeom>
              <a:avLst/>
              <a:gdLst/>
              <a:ahLst/>
              <a:cxnLst/>
              <a:rect l="l" t="t" r="r" b="b"/>
              <a:pathLst>
                <a:path w="15" h="23" extrusionOk="0">
                  <a:moveTo>
                    <a:pt x="0" y="12"/>
                  </a:moveTo>
                  <a:cubicBezTo>
                    <a:pt x="0" y="12"/>
                    <a:pt x="13" y="0"/>
                    <a:pt x="15" y="23"/>
                  </a:cubicBezTo>
                </a:path>
              </a:pathLst>
            </a:custGeom>
            <a:solidFill>
              <a:srgbClr val="894C3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3" name="Google Shape;1793;p48"/>
            <p:cNvSpPr/>
            <p:nvPr/>
          </p:nvSpPr>
          <p:spPr>
            <a:xfrm>
              <a:off x="3543316" y="683352"/>
              <a:ext cx="95248" cy="30278"/>
            </a:xfrm>
            <a:custGeom>
              <a:avLst/>
              <a:gdLst/>
              <a:ahLst/>
              <a:cxnLst/>
              <a:rect l="l" t="t" r="r" b="b"/>
              <a:pathLst>
                <a:path w="26" h="25" extrusionOk="0">
                  <a:moveTo>
                    <a:pt x="17" y="2"/>
                  </a:moveTo>
                  <a:cubicBezTo>
                    <a:pt x="22" y="4"/>
                    <a:pt x="26" y="10"/>
                    <a:pt x="24" y="16"/>
                  </a:cubicBezTo>
                  <a:cubicBezTo>
                    <a:pt x="22" y="22"/>
                    <a:pt x="15" y="25"/>
                    <a:pt x="9" y="23"/>
                  </a:cubicBezTo>
                  <a:cubicBezTo>
                    <a:pt x="4" y="21"/>
                    <a:pt x="0" y="15"/>
                    <a:pt x="2" y="9"/>
                  </a:cubicBezTo>
                  <a:cubicBezTo>
                    <a:pt x="4" y="3"/>
                    <a:pt x="11" y="0"/>
                    <a:pt x="17" y="2"/>
                  </a:cubicBezTo>
                  <a:close/>
                </a:path>
              </a:pathLst>
            </a:custGeom>
            <a:solidFill>
              <a:srgbClr val="894C3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4" name="Google Shape;1794;p48"/>
            <p:cNvSpPr/>
            <p:nvPr/>
          </p:nvSpPr>
          <p:spPr>
            <a:xfrm>
              <a:off x="3628238" y="581813"/>
              <a:ext cx="42863" cy="28575"/>
            </a:xfrm>
            <a:custGeom>
              <a:avLst/>
              <a:gdLst/>
              <a:ahLst/>
              <a:cxnLst/>
              <a:rect l="l" t="t" r="r" b="b"/>
              <a:pathLst>
                <a:path w="12" h="8" extrusionOk="0">
                  <a:moveTo>
                    <a:pt x="2" y="6"/>
                  </a:moveTo>
                  <a:cubicBezTo>
                    <a:pt x="0" y="8"/>
                    <a:pt x="3" y="1"/>
                    <a:pt x="6" y="0"/>
                  </a:cubicBezTo>
                  <a:cubicBezTo>
                    <a:pt x="9" y="0"/>
                    <a:pt x="12" y="1"/>
                    <a:pt x="12" y="3"/>
                  </a:cubicBezTo>
                  <a:cubicBezTo>
                    <a:pt x="12" y="3"/>
                    <a:pt x="7" y="3"/>
                    <a:pt x="2" y="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5" name="Google Shape;1795;p48"/>
            <p:cNvSpPr/>
            <p:nvPr/>
          </p:nvSpPr>
          <p:spPr>
            <a:xfrm>
              <a:off x="3723488" y="577050"/>
              <a:ext cx="47625" cy="30163"/>
            </a:xfrm>
            <a:custGeom>
              <a:avLst/>
              <a:gdLst/>
              <a:ahLst/>
              <a:cxnLst/>
              <a:rect l="l" t="t" r="r" b="b"/>
              <a:pathLst>
                <a:path w="13" h="8" extrusionOk="0">
                  <a:moveTo>
                    <a:pt x="11" y="6"/>
                  </a:moveTo>
                  <a:cubicBezTo>
                    <a:pt x="13" y="8"/>
                    <a:pt x="9" y="1"/>
                    <a:pt x="7" y="1"/>
                  </a:cubicBezTo>
                  <a:cubicBezTo>
                    <a:pt x="4" y="0"/>
                    <a:pt x="1" y="1"/>
                    <a:pt x="0" y="4"/>
                  </a:cubicBezTo>
                  <a:cubicBezTo>
                    <a:pt x="0" y="4"/>
                    <a:pt x="6" y="3"/>
                    <a:pt x="11" y="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6" name="Google Shape;1796;p48"/>
            <p:cNvSpPr/>
            <p:nvPr/>
          </p:nvSpPr>
          <p:spPr>
            <a:xfrm>
              <a:off x="3656813" y="632613"/>
              <a:ext cx="14400" cy="303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7" name="Google Shape;1797;p48"/>
            <p:cNvSpPr/>
            <p:nvPr/>
          </p:nvSpPr>
          <p:spPr>
            <a:xfrm>
              <a:off x="3723488" y="626263"/>
              <a:ext cx="14288" cy="28575"/>
            </a:xfrm>
            <a:custGeom>
              <a:avLst/>
              <a:gdLst/>
              <a:ahLst/>
              <a:cxnLst/>
              <a:rect l="l" t="t" r="r" b="b"/>
              <a:pathLst>
                <a:path w="4" h="8" extrusionOk="0">
                  <a:moveTo>
                    <a:pt x="0" y="4"/>
                  </a:moveTo>
                  <a:cubicBezTo>
                    <a:pt x="0" y="6"/>
                    <a:pt x="1" y="8"/>
                    <a:pt x="2" y="8"/>
                  </a:cubicBezTo>
                  <a:cubicBezTo>
                    <a:pt x="3" y="8"/>
                    <a:pt x="4" y="6"/>
                    <a:pt x="3" y="4"/>
                  </a:cubicBezTo>
                  <a:cubicBezTo>
                    <a:pt x="3" y="2"/>
                    <a:pt x="2" y="0"/>
                    <a:pt x="1" y="0"/>
                  </a:cubicBezTo>
                  <a:cubicBezTo>
                    <a:pt x="0" y="0"/>
                    <a:pt x="0" y="2"/>
                    <a:pt x="0" y="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8" name="Google Shape;1798;p48"/>
            <p:cNvSpPr/>
            <p:nvPr/>
          </p:nvSpPr>
          <p:spPr>
            <a:xfrm>
              <a:off x="3502825" y="786601"/>
              <a:ext cx="131763" cy="150813"/>
            </a:xfrm>
            <a:custGeom>
              <a:avLst/>
              <a:gdLst/>
              <a:ahLst/>
              <a:cxnLst/>
              <a:rect l="l" t="t" r="r" b="b"/>
              <a:pathLst>
                <a:path w="36" h="41" extrusionOk="0">
                  <a:moveTo>
                    <a:pt x="36" y="14"/>
                  </a:moveTo>
                  <a:cubicBezTo>
                    <a:pt x="36" y="14"/>
                    <a:pt x="20" y="8"/>
                    <a:pt x="10" y="4"/>
                  </a:cubicBezTo>
                  <a:cubicBezTo>
                    <a:pt x="0" y="0"/>
                    <a:pt x="25" y="41"/>
                    <a:pt x="36" y="14"/>
                  </a:cubicBezTo>
                  <a:close/>
                </a:path>
              </a:pathLst>
            </a:custGeom>
            <a:solidFill>
              <a:srgbClr val="894C3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9" name="Google Shape;1799;p48"/>
            <p:cNvSpPr/>
            <p:nvPr/>
          </p:nvSpPr>
          <p:spPr>
            <a:xfrm>
              <a:off x="3558388" y="4394988"/>
              <a:ext cx="215900" cy="344488"/>
            </a:xfrm>
            <a:custGeom>
              <a:avLst/>
              <a:gdLst/>
              <a:ahLst/>
              <a:cxnLst/>
              <a:rect l="l" t="t" r="r" b="b"/>
              <a:pathLst>
                <a:path w="59" h="94" extrusionOk="0">
                  <a:moveTo>
                    <a:pt x="0" y="2"/>
                  </a:moveTo>
                  <a:cubicBezTo>
                    <a:pt x="8" y="57"/>
                    <a:pt x="8" y="57"/>
                    <a:pt x="8" y="57"/>
                  </a:cubicBezTo>
                  <a:cubicBezTo>
                    <a:pt x="8" y="57"/>
                    <a:pt x="21" y="94"/>
                    <a:pt x="32" y="79"/>
                  </a:cubicBezTo>
                  <a:cubicBezTo>
                    <a:pt x="44" y="65"/>
                    <a:pt x="55" y="58"/>
                    <a:pt x="55" y="58"/>
                  </a:cubicBezTo>
                  <a:cubicBezTo>
                    <a:pt x="59" y="0"/>
                    <a:pt x="59" y="0"/>
                    <a:pt x="59" y="0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B7736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0" name="Google Shape;1800;p48"/>
            <p:cNvSpPr/>
            <p:nvPr/>
          </p:nvSpPr>
          <p:spPr>
            <a:xfrm>
              <a:off x="2701138" y="4383876"/>
              <a:ext cx="182563" cy="246063"/>
            </a:xfrm>
            <a:custGeom>
              <a:avLst/>
              <a:gdLst/>
              <a:ahLst/>
              <a:cxnLst/>
              <a:rect l="l" t="t" r="r" b="b"/>
              <a:pathLst>
                <a:path w="50" h="67" extrusionOk="0">
                  <a:moveTo>
                    <a:pt x="50" y="0"/>
                  </a:moveTo>
                  <a:cubicBezTo>
                    <a:pt x="33" y="56"/>
                    <a:pt x="33" y="56"/>
                    <a:pt x="33" y="56"/>
                  </a:cubicBezTo>
                  <a:cubicBezTo>
                    <a:pt x="33" y="56"/>
                    <a:pt x="19" y="67"/>
                    <a:pt x="15" y="67"/>
                  </a:cubicBezTo>
                  <a:cubicBezTo>
                    <a:pt x="6" y="66"/>
                    <a:pt x="2" y="51"/>
                    <a:pt x="2" y="51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50" y="0"/>
                  </a:lnTo>
                  <a:close/>
                </a:path>
              </a:pathLst>
            </a:custGeom>
            <a:solidFill>
              <a:srgbClr val="B7736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1" name="Google Shape;1801;p48"/>
            <p:cNvSpPr/>
            <p:nvPr/>
          </p:nvSpPr>
          <p:spPr>
            <a:xfrm>
              <a:off x="3564738" y="4571200"/>
              <a:ext cx="388938" cy="190500"/>
            </a:xfrm>
            <a:custGeom>
              <a:avLst/>
              <a:gdLst/>
              <a:ahLst/>
              <a:cxnLst/>
              <a:rect l="l" t="t" r="r" b="b"/>
              <a:pathLst>
                <a:path w="106" h="52" extrusionOk="0">
                  <a:moveTo>
                    <a:pt x="57" y="9"/>
                  </a:moveTo>
                  <a:cubicBezTo>
                    <a:pt x="103" y="47"/>
                    <a:pt x="103" y="47"/>
                    <a:pt x="103" y="47"/>
                  </a:cubicBezTo>
                  <a:cubicBezTo>
                    <a:pt x="106" y="49"/>
                    <a:pt x="104" y="52"/>
                    <a:pt x="101" y="52"/>
                  </a:cubicBezTo>
                  <a:cubicBezTo>
                    <a:pt x="32" y="52"/>
                    <a:pt x="32" y="52"/>
                    <a:pt x="32" y="52"/>
                  </a:cubicBezTo>
                  <a:cubicBezTo>
                    <a:pt x="31" y="52"/>
                    <a:pt x="29" y="52"/>
                    <a:pt x="29" y="5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2" y="37"/>
                    <a:pt x="19" y="37"/>
                    <a:pt x="19" y="40"/>
                  </a:cubicBezTo>
                  <a:cubicBezTo>
                    <a:pt x="17" y="50"/>
                    <a:pt x="17" y="50"/>
                    <a:pt x="17" y="50"/>
                  </a:cubicBezTo>
                  <a:cubicBezTo>
                    <a:pt x="17" y="52"/>
                    <a:pt x="1" y="51"/>
                    <a:pt x="1" y="50"/>
                  </a:cubicBezTo>
                  <a:cubicBezTo>
                    <a:pt x="0" y="41"/>
                    <a:pt x="2" y="11"/>
                    <a:pt x="3" y="3"/>
                  </a:cubicBezTo>
                  <a:cubicBezTo>
                    <a:pt x="3" y="1"/>
                    <a:pt x="5" y="1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8" y="0"/>
                    <a:pt x="9" y="1"/>
                    <a:pt x="10" y="1"/>
                  </a:cubicBezTo>
                  <a:cubicBezTo>
                    <a:pt x="15" y="6"/>
                    <a:pt x="29" y="19"/>
                    <a:pt x="37" y="17"/>
                  </a:cubicBezTo>
                  <a:cubicBezTo>
                    <a:pt x="43" y="15"/>
                    <a:pt x="49" y="11"/>
                    <a:pt x="52" y="10"/>
                  </a:cubicBezTo>
                  <a:cubicBezTo>
                    <a:pt x="53" y="8"/>
                    <a:pt x="56" y="8"/>
                    <a:pt x="57" y="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2" name="Google Shape;1802;p48"/>
            <p:cNvSpPr/>
            <p:nvPr/>
          </p:nvSpPr>
          <p:spPr>
            <a:xfrm>
              <a:off x="2597950" y="4563263"/>
              <a:ext cx="252413" cy="263525"/>
            </a:xfrm>
            <a:custGeom>
              <a:avLst/>
              <a:gdLst/>
              <a:ahLst/>
              <a:cxnLst/>
              <a:rect l="l" t="t" r="r" b="b"/>
              <a:pathLst>
                <a:path w="69" h="72" extrusionOk="0">
                  <a:moveTo>
                    <a:pt x="29" y="0"/>
                  </a:moveTo>
                  <a:cubicBezTo>
                    <a:pt x="3" y="44"/>
                    <a:pt x="3" y="44"/>
                    <a:pt x="3" y="44"/>
                  </a:cubicBezTo>
                  <a:cubicBezTo>
                    <a:pt x="0" y="49"/>
                    <a:pt x="1" y="54"/>
                    <a:pt x="7" y="57"/>
                  </a:cubicBezTo>
                  <a:cubicBezTo>
                    <a:pt x="15" y="62"/>
                    <a:pt x="21" y="72"/>
                    <a:pt x="27" y="72"/>
                  </a:cubicBezTo>
                  <a:cubicBezTo>
                    <a:pt x="36" y="72"/>
                    <a:pt x="51" y="62"/>
                    <a:pt x="59" y="58"/>
                  </a:cubicBezTo>
                  <a:cubicBezTo>
                    <a:pt x="65" y="56"/>
                    <a:pt x="69" y="52"/>
                    <a:pt x="68" y="48"/>
                  </a:cubicBezTo>
                  <a:cubicBezTo>
                    <a:pt x="62" y="3"/>
                    <a:pt x="62" y="3"/>
                    <a:pt x="62" y="3"/>
                  </a:cubicBezTo>
                  <a:cubicBezTo>
                    <a:pt x="62" y="3"/>
                    <a:pt x="61" y="3"/>
                    <a:pt x="60" y="3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47" y="15"/>
                    <a:pt x="38" y="15"/>
                    <a:pt x="36" y="11"/>
                  </a:cubicBezTo>
                  <a:cubicBezTo>
                    <a:pt x="34" y="9"/>
                    <a:pt x="31" y="0"/>
                    <a:pt x="31" y="0"/>
                  </a:cubicBezTo>
                  <a:cubicBezTo>
                    <a:pt x="30" y="0"/>
                    <a:pt x="29" y="0"/>
                    <a:pt x="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3" name="Google Shape;1803;p48"/>
            <p:cNvSpPr/>
            <p:nvPr/>
          </p:nvSpPr>
          <p:spPr>
            <a:xfrm>
              <a:off x="2678913" y="1667663"/>
              <a:ext cx="1370013" cy="2811463"/>
            </a:xfrm>
            <a:custGeom>
              <a:avLst/>
              <a:gdLst/>
              <a:ahLst/>
              <a:cxnLst/>
              <a:rect l="l" t="t" r="r" b="b"/>
              <a:pathLst>
                <a:path w="374" h="766" extrusionOk="0">
                  <a:moveTo>
                    <a:pt x="163" y="2"/>
                  </a:moveTo>
                  <a:cubicBezTo>
                    <a:pt x="142" y="39"/>
                    <a:pt x="114" y="79"/>
                    <a:pt x="102" y="127"/>
                  </a:cubicBezTo>
                  <a:cubicBezTo>
                    <a:pt x="88" y="182"/>
                    <a:pt x="7" y="652"/>
                    <a:pt x="0" y="753"/>
                  </a:cubicBezTo>
                  <a:cubicBezTo>
                    <a:pt x="18" y="757"/>
                    <a:pt x="44" y="754"/>
                    <a:pt x="55" y="754"/>
                  </a:cubicBezTo>
                  <a:cubicBezTo>
                    <a:pt x="90" y="653"/>
                    <a:pt x="196" y="286"/>
                    <a:pt x="211" y="222"/>
                  </a:cubicBezTo>
                  <a:cubicBezTo>
                    <a:pt x="213" y="213"/>
                    <a:pt x="228" y="215"/>
                    <a:pt x="227" y="225"/>
                  </a:cubicBezTo>
                  <a:cubicBezTo>
                    <a:pt x="218" y="297"/>
                    <a:pt x="240" y="564"/>
                    <a:pt x="240" y="762"/>
                  </a:cubicBezTo>
                  <a:cubicBezTo>
                    <a:pt x="249" y="766"/>
                    <a:pt x="289" y="763"/>
                    <a:pt x="299" y="762"/>
                  </a:cubicBezTo>
                  <a:cubicBezTo>
                    <a:pt x="311" y="638"/>
                    <a:pt x="374" y="163"/>
                    <a:pt x="282" y="11"/>
                  </a:cubicBezTo>
                  <a:cubicBezTo>
                    <a:pt x="240" y="5"/>
                    <a:pt x="206" y="0"/>
                    <a:pt x="163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4" name="Google Shape;1804;p48"/>
            <p:cNvSpPr/>
            <p:nvPr/>
          </p:nvSpPr>
          <p:spPr>
            <a:xfrm>
              <a:off x="3034513" y="918363"/>
              <a:ext cx="812800" cy="896938"/>
            </a:xfrm>
            <a:custGeom>
              <a:avLst/>
              <a:gdLst/>
              <a:ahLst/>
              <a:cxnLst/>
              <a:rect l="l" t="t" r="r" b="b"/>
              <a:pathLst>
                <a:path w="222" h="244" extrusionOk="0">
                  <a:moveTo>
                    <a:pt x="166" y="16"/>
                  </a:moveTo>
                  <a:cubicBezTo>
                    <a:pt x="170" y="20"/>
                    <a:pt x="209" y="112"/>
                    <a:pt x="208" y="141"/>
                  </a:cubicBezTo>
                  <a:cubicBezTo>
                    <a:pt x="206" y="170"/>
                    <a:pt x="222" y="226"/>
                    <a:pt x="222" y="226"/>
                  </a:cubicBezTo>
                  <a:cubicBezTo>
                    <a:pt x="222" y="226"/>
                    <a:pt x="174" y="244"/>
                    <a:pt x="49" y="224"/>
                  </a:cubicBezTo>
                  <a:cubicBezTo>
                    <a:pt x="18" y="157"/>
                    <a:pt x="0" y="79"/>
                    <a:pt x="41" y="37"/>
                  </a:cubicBezTo>
                  <a:cubicBezTo>
                    <a:pt x="41" y="37"/>
                    <a:pt x="98" y="1"/>
                    <a:pt x="109" y="0"/>
                  </a:cubicBezTo>
                  <a:cubicBezTo>
                    <a:pt x="109" y="0"/>
                    <a:pt x="146" y="55"/>
                    <a:pt x="162" y="55"/>
                  </a:cubicBezTo>
                  <a:cubicBezTo>
                    <a:pt x="169" y="54"/>
                    <a:pt x="167" y="27"/>
                    <a:pt x="166" y="1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5" name="Google Shape;1805;p48"/>
            <p:cNvSpPr/>
            <p:nvPr/>
          </p:nvSpPr>
          <p:spPr>
            <a:xfrm>
              <a:off x="3407575" y="850101"/>
              <a:ext cx="374650" cy="388938"/>
            </a:xfrm>
            <a:custGeom>
              <a:avLst/>
              <a:gdLst/>
              <a:ahLst/>
              <a:cxnLst/>
              <a:rect l="l" t="t" r="r" b="b"/>
              <a:pathLst>
                <a:path w="102" h="106" extrusionOk="0">
                  <a:moveTo>
                    <a:pt x="0" y="22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6" y="45"/>
                    <a:pt x="76" y="45"/>
                    <a:pt x="76" y="45"/>
                  </a:cubicBezTo>
                  <a:cubicBezTo>
                    <a:pt x="76" y="45"/>
                    <a:pt x="102" y="106"/>
                    <a:pt x="69" y="97"/>
                  </a:cubicBezTo>
                  <a:cubicBezTo>
                    <a:pt x="35" y="87"/>
                    <a:pt x="0" y="22"/>
                    <a:pt x="0" y="2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6" name="Google Shape;1806;p48"/>
            <p:cNvSpPr/>
            <p:nvPr/>
          </p:nvSpPr>
          <p:spPr>
            <a:xfrm>
              <a:off x="3118650" y="1091400"/>
              <a:ext cx="277813" cy="674688"/>
            </a:xfrm>
            <a:custGeom>
              <a:avLst/>
              <a:gdLst/>
              <a:ahLst/>
              <a:cxnLst/>
              <a:rect l="l" t="t" r="r" b="b"/>
              <a:pathLst>
                <a:path w="76" h="184" extrusionOk="0">
                  <a:moveTo>
                    <a:pt x="30" y="26"/>
                  </a:moveTo>
                  <a:cubicBezTo>
                    <a:pt x="37" y="66"/>
                    <a:pt x="54" y="103"/>
                    <a:pt x="65" y="142"/>
                  </a:cubicBezTo>
                  <a:cubicBezTo>
                    <a:pt x="69" y="156"/>
                    <a:pt x="72" y="170"/>
                    <a:pt x="76" y="184"/>
                  </a:cubicBezTo>
                  <a:cubicBezTo>
                    <a:pt x="62" y="182"/>
                    <a:pt x="45" y="180"/>
                    <a:pt x="26" y="177"/>
                  </a:cubicBezTo>
                  <a:cubicBezTo>
                    <a:pt x="1" y="124"/>
                    <a:pt x="0" y="49"/>
                    <a:pt x="21" y="0"/>
                  </a:cubicBezTo>
                  <a:cubicBezTo>
                    <a:pt x="24" y="9"/>
                    <a:pt x="27" y="17"/>
                    <a:pt x="30" y="26"/>
                  </a:cubicBezTo>
                  <a:close/>
                </a:path>
              </a:pathLst>
            </a:custGeom>
            <a:solidFill>
              <a:srgbClr val="39194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7" name="Google Shape;1807;p48"/>
            <p:cNvSpPr/>
            <p:nvPr/>
          </p:nvSpPr>
          <p:spPr>
            <a:xfrm>
              <a:off x="3093250" y="1483513"/>
              <a:ext cx="1095375" cy="547688"/>
            </a:xfrm>
            <a:custGeom>
              <a:avLst/>
              <a:gdLst/>
              <a:ahLst/>
              <a:cxnLst/>
              <a:rect l="l" t="t" r="r" b="b"/>
              <a:pathLst>
                <a:path w="299" h="149" extrusionOk="0">
                  <a:moveTo>
                    <a:pt x="195" y="115"/>
                  </a:moveTo>
                  <a:cubicBezTo>
                    <a:pt x="195" y="115"/>
                    <a:pt x="22" y="149"/>
                    <a:pt x="12" y="118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85" y="69"/>
                    <a:pt x="85" y="69"/>
                    <a:pt x="85" y="69"/>
                  </a:cubicBezTo>
                  <a:cubicBezTo>
                    <a:pt x="84" y="71"/>
                    <a:pt x="217" y="84"/>
                    <a:pt x="217" y="84"/>
                  </a:cubicBezTo>
                  <a:cubicBezTo>
                    <a:pt x="217" y="84"/>
                    <a:pt x="244" y="84"/>
                    <a:pt x="259" y="91"/>
                  </a:cubicBezTo>
                  <a:cubicBezTo>
                    <a:pt x="260" y="92"/>
                    <a:pt x="289" y="114"/>
                    <a:pt x="299" y="127"/>
                  </a:cubicBezTo>
                  <a:cubicBezTo>
                    <a:pt x="242" y="131"/>
                    <a:pt x="242" y="131"/>
                    <a:pt x="242" y="131"/>
                  </a:cubicBezTo>
                  <a:cubicBezTo>
                    <a:pt x="236" y="131"/>
                    <a:pt x="195" y="115"/>
                    <a:pt x="195" y="115"/>
                  </a:cubicBezTo>
                  <a:close/>
                </a:path>
              </a:pathLst>
            </a:custGeom>
            <a:solidFill>
              <a:srgbClr val="B7736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8" name="Google Shape;1808;p48"/>
            <p:cNvSpPr/>
            <p:nvPr/>
          </p:nvSpPr>
          <p:spPr>
            <a:xfrm>
              <a:off x="2905925" y="1007263"/>
              <a:ext cx="498475" cy="573088"/>
            </a:xfrm>
            <a:custGeom>
              <a:avLst/>
              <a:gdLst/>
              <a:ahLst/>
              <a:cxnLst/>
              <a:rect l="l" t="t" r="r" b="b"/>
              <a:pathLst>
                <a:path w="136" h="156" extrusionOk="0">
                  <a:moveTo>
                    <a:pt x="108" y="5"/>
                  </a:moveTo>
                  <a:cubicBezTo>
                    <a:pt x="108" y="5"/>
                    <a:pt x="136" y="25"/>
                    <a:pt x="130" y="50"/>
                  </a:cubicBezTo>
                  <a:cubicBezTo>
                    <a:pt x="125" y="75"/>
                    <a:pt x="129" y="135"/>
                    <a:pt x="129" y="135"/>
                  </a:cubicBezTo>
                  <a:cubicBezTo>
                    <a:pt x="48" y="156"/>
                    <a:pt x="48" y="156"/>
                    <a:pt x="48" y="156"/>
                  </a:cubicBezTo>
                  <a:cubicBezTo>
                    <a:pt x="48" y="156"/>
                    <a:pt x="0" y="0"/>
                    <a:pt x="108" y="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9" name="Google Shape;1809;p48"/>
            <p:cNvSpPr/>
            <p:nvPr/>
          </p:nvSpPr>
          <p:spPr>
            <a:xfrm>
              <a:off x="3536163" y="1931188"/>
              <a:ext cx="571500" cy="69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0" name="Google Shape;1810;p48"/>
            <p:cNvSpPr/>
            <p:nvPr/>
          </p:nvSpPr>
          <p:spPr>
            <a:xfrm>
              <a:off x="3536163" y="1931188"/>
              <a:ext cx="369888" cy="69850"/>
            </a:xfrm>
            <a:custGeom>
              <a:avLst/>
              <a:gdLst/>
              <a:ahLst/>
              <a:cxnLst/>
              <a:rect l="l" t="t" r="r" b="b"/>
              <a:pathLst>
                <a:path w="233" h="44" extrusionOk="0">
                  <a:moveTo>
                    <a:pt x="0" y="0"/>
                  </a:moveTo>
                  <a:lnTo>
                    <a:pt x="233" y="0"/>
                  </a:lnTo>
                  <a:lnTo>
                    <a:pt x="215" y="44"/>
                  </a:lnTo>
                  <a:lnTo>
                    <a:pt x="0" y="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1" name="Google Shape;1811;p48"/>
            <p:cNvSpPr/>
            <p:nvPr/>
          </p:nvSpPr>
          <p:spPr>
            <a:xfrm>
              <a:off x="3920338" y="1377150"/>
              <a:ext cx="1117600" cy="623888"/>
            </a:xfrm>
            <a:custGeom>
              <a:avLst/>
              <a:gdLst/>
              <a:ahLst/>
              <a:cxnLst/>
              <a:rect l="l" t="t" r="r" b="b"/>
              <a:pathLst>
                <a:path w="704" h="393" extrusionOk="0">
                  <a:moveTo>
                    <a:pt x="568" y="393"/>
                  </a:moveTo>
                  <a:lnTo>
                    <a:pt x="0" y="393"/>
                  </a:lnTo>
                  <a:lnTo>
                    <a:pt x="136" y="0"/>
                  </a:lnTo>
                  <a:lnTo>
                    <a:pt x="704" y="0"/>
                  </a:lnTo>
                  <a:lnTo>
                    <a:pt x="568" y="3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2" name="Google Shape;1812;p48"/>
            <p:cNvSpPr/>
            <p:nvPr/>
          </p:nvSpPr>
          <p:spPr>
            <a:xfrm>
              <a:off x="4418813" y="1648613"/>
              <a:ext cx="114300" cy="1143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3" name="Google Shape;1813;p48"/>
            <p:cNvSpPr/>
            <p:nvPr/>
          </p:nvSpPr>
          <p:spPr>
            <a:xfrm>
              <a:off x="3379000" y="2001038"/>
              <a:ext cx="2000100" cy="88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14" name="Google Shape;1814;p48"/>
          <p:cNvSpPr/>
          <p:nvPr/>
        </p:nvSpPr>
        <p:spPr>
          <a:xfrm rot="-9487761">
            <a:off x="6826194" y="-1745977"/>
            <a:ext cx="3098926" cy="2433851"/>
          </a:xfrm>
          <a:custGeom>
            <a:avLst/>
            <a:gdLst/>
            <a:ahLst/>
            <a:cxnLst/>
            <a:rect l="l" t="t" r="r" b="b"/>
            <a:pathLst>
              <a:path w="4074" h="3197" extrusionOk="0">
                <a:moveTo>
                  <a:pt x="3983" y="2497"/>
                </a:moveTo>
                <a:cubicBezTo>
                  <a:pt x="3980" y="2523"/>
                  <a:pt x="3975" y="2548"/>
                  <a:pt x="3968" y="2571"/>
                </a:cubicBezTo>
                <a:cubicBezTo>
                  <a:pt x="3966" y="2580"/>
                  <a:pt x="3964" y="2587"/>
                  <a:pt x="3962" y="2595"/>
                </a:cubicBezTo>
                <a:cubicBezTo>
                  <a:pt x="3771" y="3197"/>
                  <a:pt x="2600" y="3016"/>
                  <a:pt x="1861" y="2994"/>
                </a:cubicBezTo>
                <a:cubicBezTo>
                  <a:pt x="1433" y="2981"/>
                  <a:pt x="1481" y="3003"/>
                  <a:pt x="760" y="3052"/>
                </a:cubicBezTo>
                <a:cubicBezTo>
                  <a:pt x="197" y="3090"/>
                  <a:pt x="0" y="2833"/>
                  <a:pt x="22" y="2597"/>
                </a:cubicBezTo>
                <a:cubicBezTo>
                  <a:pt x="23" y="2587"/>
                  <a:pt x="24" y="2577"/>
                  <a:pt x="26" y="2568"/>
                </a:cubicBezTo>
                <a:cubicBezTo>
                  <a:pt x="36" y="2512"/>
                  <a:pt x="57" y="2458"/>
                  <a:pt x="89" y="2410"/>
                </a:cubicBezTo>
                <a:cubicBezTo>
                  <a:pt x="258" y="2153"/>
                  <a:pt x="362" y="2068"/>
                  <a:pt x="212" y="1184"/>
                </a:cubicBezTo>
                <a:cubicBezTo>
                  <a:pt x="61" y="301"/>
                  <a:pt x="599" y="342"/>
                  <a:pt x="1170" y="540"/>
                </a:cubicBezTo>
                <a:cubicBezTo>
                  <a:pt x="1742" y="737"/>
                  <a:pt x="2080" y="47"/>
                  <a:pt x="2797" y="24"/>
                </a:cubicBezTo>
                <a:cubicBezTo>
                  <a:pt x="3515" y="0"/>
                  <a:pt x="3528" y="537"/>
                  <a:pt x="3400" y="1116"/>
                </a:cubicBezTo>
                <a:cubicBezTo>
                  <a:pt x="3273" y="1695"/>
                  <a:pt x="4074" y="1779"/>
                  <a:pt x="3983" y="2497"/>
                </a:cubicBezTo>
                <a:close/>
              </a:path>
            </a:pathLst>
          </a:custGeom>
          <a:solidFill>
            <a:srgbClr val="CBDDFA">
              <a:alpha val="3924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5" name="Google Shape;1815;p48"/>
          <p:cNvSpPr/>
          <p:nvPr/>
        </p:nvSpPr>
        <p:spPr>
          <a:xfrm rot="-9880295" flipH="1">
            <a:off x="-833926" y="3939881"/>
            <a:ext cx="2249342" cy="1844701"/>
          </a:xfrm>
          <a:custGeom>
            <a:avLst/>
            <a:gdLst/>
            <a:ahLst/>
            <a:cxnLst/>
            <a:rect l="l" t="t" r="r" b="b"/>
            <a:pathLst>
              <a:path w="1640321" h="1345239" extrusionOk="0">
                <a:moveTo>
                  <a:pt x="263650" y="158105"/>
                </a:moveTo>
                <a:cubicBezTo>
                  <a:pt x="99775" y="297301"/>
                  <a:pt x="5701" y="511268"/>
                  <a:pt x="244" y="726212"/>
                </a:cubicBezTo>
                <a:cubicBezTo>
                  <a:pt x="-4399" y="909064"/>
                  <a:pt x="57096" y="1099248"/>
                  <a:pt x="192301" y="1222480"/>
                </a:cubicBezTo>
                <a:cubicBezTo>
                  <a:pt x="327506" y="1345712"/>
                  <a:pt x="541472" y="1387007"/>
                  <a:pt x="700216" y="1296028"/>
                </a:cubicBezTo>
                <a:cubicBezTo>
                  <a:pt x="819620" y="1227611"/>
                  <a:pt x="899277" y="1095338"/>
                  <a:pt x="1029677" y="1051274"/>
                </a:cubicBezTo>
                <a:cubicBezTo>
                  <a:pt x="1110719" y="1023907"/>
                  <a:pt x="1198847" y="1035229"/>
                  <a:pt x="1284205" y="1041419"/>
                </a:cubicBezTo>
                <a:cubicBezTo>
                  <a:pt x="1369482" y="1047527"/>
                  <a:pt x="1461112" y="1046550"/>
                  <a:pt x="1532462" y="999391"/>
                </a:cubicBezTo>
                <a:cubicBezTo>
                  <a:pt x="1628083" y="936105"/>
                  <a:pt x="1658626" y="803344"/>
                  <a:pt x="1630037" y="692247"/>
                </a:cubicBezTo>
                <a:cubicBezTo>
                  <a:pt x="1601530" y="581232"/>
                  <a:pt x="1525457" y="488706"/>
                  <a:pt x="1443845" y="408235"/>
                </a:cubicBezTo>
                <a:cubicBezTo>
                  <a:pt x="1213915" y="181562"/>
                  <a:pt x="880137" y="-67508"/>
                  <a:pt x="540576" y="16791"/>
                </a:cubicBezTo>
                <a:cubicBezTo>
                  <a:pt x="439172" y="42040"/>
                  <a:pt x="343389" y="90421"/>
                  <a:pt x="263650" y="158105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6" name="Google Shape;1816;p48"/>
          <p:cNvSpPr/>
          <p:nvPr/>
        </p:nvSpPr>
        <p:spPr>
          <a:xfrm>
            <a:off x="393327" y="4155645"/>
            <a:ext cx="326675" cy="322400"/>
          </a:xfrm>
          <a:custGeom>
            <a:avLst/>
            <a:gdLst/>
            <a:ahLst/>
            <a:cxnLst/>
            <a:rect l="l" t="t" r="r" b="b"/>
            <a:pathLst>
              <a:path w="835" h="823" extrusionOk="0">
                <a:moveTo>
                  <a:pt x="716" y="701"/>
                </a:moveTo>
                <a:cubicBezTo>
                  <a:pt x="746" y="669"/>
                  <a:pt x="771" y="634"/>
                  <a:pt x="791" y="594"/>
                </a:cubicBezTo>
                <a:cubicBezTo>
                  <a:pt x="791" y="593"/>
                  <a:pt x="791" y="593"/>
                  <a:pt x="791" y="593"/>
                </a:cubicBezTo>
                <a:cubicBezTo>
                  <a:pt x="729" y="563"/>
                  <a:pt x="729" y="563"/>
                  <a:pt x="729" y="563"/>
                </a:cubicBezTo>
                <a:cubicBezTo>
                  <a:pt x="745" y="529"/>
                  <a:pt x="755" y="494"/>
                  <a:pt x="760" y="459"/>
                </a:cubicBezTo>
                <a:cubicBezTo>
                  <a:pt x="829" y="469"/>
                  <a:pt x="829" y="469"/>
                  <a:pt x="829" y="469"/>
                </a:cubicBezTo>
                <a:cubicBezTo>
                  <a:pt x="835" y="426"/>
                  <a:pt x="835" y="382"/>
                  <a:pt x="827" y="339"/>
                </a:cubicBezTo>
                <a:cubicBezTo>
                  <a:pt x="758" y="351"/>
                  <a:pt x="758" y="351"/>
                  <a:pt x="758" y="351"/>
                </a:cubicBezTo>
                <a:cubicBezTo>
                  <a:pt x="752" y="315"/>
                  <a:pt x="740" y="281"/>
                  <a:pt x="723" y="249"/>
                </a:cubicBezTo>
                <a:cubicBezTo>
                  <a:pt x="785" y="216"/>
                  <a:pt x="785" y="216"/>
                  <a:pt x="785" y="216"/>
                </a:cubicBezTo>
                <a:cubicBezTo>
                  <a:pt x="764" y="177"/>
                  <a:pt x="738" y="143"/>
                  <a:pt x="706" y="112"/>
                </a:cubicBezTo>
                <a:cubicBezTo>
                  <a:pt x="658" y="163"/>
                  <a:pt x="658" y="163"/>
                  <a:pt x="658" y="163"/>
                </a:cubicBezTo>
                <a:cubicBezTo>
                  <a:pt x="633" y="138"/>
                  <a:pt x="603" y="117"/>
                  <a:pt x="570" y="101"/>
                </a:cubicBezTo>
                <a:cubicBezTo>
                  <a:pt x="569" y="101"/>
                  <a:pt x="569" y="101"/>
                  <a:pt x="569" y="101"/>
                </a:cubicBezTo>
                <a:cubicBezTo>
                  <a:pt x="600" y="38"/>
                  <a:pt x="600" y="38"/>
                  <a:pt x="600" y="38"/>
                </a:cubicBezTo>
                <a:cubicBezTo>
                  <a:pt x="561" y="19"/>
                  <a:pt x="519" y="6"/>
                  <a:pt x="476" y="0"/>
                </a:cubicBezTo>
                <a:cubicBezTo>
                  <a:pt x="466" y="69"/>
                  <a:pt x="466" y="69"/>
                  <a:pt x="466" y="69"/>
                </a:cubicBezTo>
                <a:cubicBezTo>
                  <a:pt x="430" y="64"/>
                  <a:pt x="393" y="65"/>
                  <a:pt x="358" y="71"/>
                </a:cubicBezTo>
                <a:cubicBezTo>
                  <a:pt x="346" y="2"/>
                  <a:pt x="346" y="2"/>
                  <a:pt x="346" y="2"/>
                </a:cubicBezTo>
                <a:cubicBezTo>
                  <a:pt x="303" y="10"/>
                  <a:pt x="261" y="24"/>
                  <a:pt x="223" y="44"/>
                </a:cubicBezTo>
                <a:cubicBezTo>
                  <a:pt x="256" y="106"/>
                  <a:pt x="256" y="106"/>
                  <a:pt x="256" y="106"/>
                </a:cubicBezTo>
                <a:cubicBezTo>
                  <a:pt x="224" y="123"/>
                  <a:pt x="195" y="145"/>
                  <a:pt x="169" y="171"/>
                </a:cubicBezTo>
                <a:cubicBezTo>
                  <a:pt x="119" y="122"/>
                  <a:pt x="119" y="122"/>
                  <a:pt x="119" y="122"/>
                </a:cubicBezTo>
                <a:cubicBezTo>
                  <a:pt x="89" y="153"/>
                  <a:pt x="64" y="189"/>
                  <a:pt x="45" y="228"/>
                </a:cubicBezTo>
                <a:cubicBezTo>
                  <a:pt x="44" y="229"/>
                  <a:pt x="44" y="229"/>
                  <a:pt x="44" y="229"/>
                </a:cubicBezTo>
                <a:cubicBezTo>
                  <a:pt x="107" y="259"/>
                  <a:pt x="107" y="259"/>
                  <a:pt x="107" y="259"/>
                </a:cubicBezTo>
                <a:cubicBezTo>
                  <a:pt x="91" y="293"/>
                  <a:pt x="80" y="328"/>
                  <a:pt x="75" y="363"/>
                </a:cubicBezTo>
                <a:cubicBezTo>
                  <a:pt x="6" y="353"/>
                  <a:pt x="6" y="353"/>
                  <a:pt x="6" y="353"/>
                </a:cubicBezTo>
                <a:cubicBezTo>
                  <a:pt x="0" y="396"/>
                  <a:pt x="1" y="440"/>
                  <a:pt x="8" y="483"/>
                </a:cubicBezTo>
                <a:cubicBezTo>
                  <a:pt x="77" y="471"/>
                  <a:pt x="77" y="471"/>
                  <a:pt x="77" y="471"/>
                </a:cubicBezTo>
                <a:cubicBezTo>
                  <a:pt x="84" y="507"/>
                  <a:pt x="95" y="541"/>
                  <a:pt x="112" y="573"/>
                </a:cubicBezTo>
                <a:cubicBezTo>
                  <a:pt x="50" y="606"/>
                  <a:pt x="50" y="606"/>
                  <a:pt x="50" y="606"/>
                </a:cubicBezTo>
                <a:cubicBezTo>
                  <a:pt x="71" y="644"/>
                  <a:pt x="97" y="679"/>
                  <a:pt x="128" y="710"/>
                </a:cubicBezTo>
                <a:cubicBezTo>
                  <a:pt x="177" y="660"/>
                  <a:pt x="177" y="660"/>
                  <a:pt x="177" y="660"/>
                </a:cubicBezTo>
                <a:cubicBezTo>
                  <a:pt x="202" y="684"/>
                  <a:pt x="232" y="705"/>
                  <a:pt x="265" y="722"/>
                </a:cubicBezTo>
                <a:cubicBezTo>
                  <a:pt x="266" y="722"/>
                  <a:pt x="266" y="722"/>
                  <a:pt x="266" y="722"/>
                </a:cubicBezTo>
                <a:cubicBezTo>
                  <a:pt x="235" y="784"/>
                  <a:pt x="235" y="784"/>
                  <a:pt x="235" y="784"/>
                </a:cubicBezTo>
                <a:cubicBezTo>
                  <a:pt x="274" y="804"/>
                  <a:pt x="316" y="817"/>
                  <a:pt x="359" y="823"/>
                </a:cubicBezTo>
                <a:cubicBezTo>
                  <a:pt x="369" y="754"/>
                  <a:pt x="369" y="754"/>
                  <a:pt x="369" y="754"/>
                </a:cubicBezTo>
                <a:cubicBezTo>
                  <a:pt x="405" y="759"/>
                  <a:pt x="442" y="758"/>
                  <a:pt x="477" y="752"/>
                </a:cubicBezTo>
                <a:cubicBezTo>
                  <a:pt x="489" y="821"/>
                  <a:pt x="489" y="821"/>
                  <a:pt x="489" y="821"/>
                </a:cubicBezTo>
                <a:cubicBezTo>
                  <a:pt x="532" y="813"/>
                  <a:pt x="573" y="799"/>
                  <a:pt x="612" y="779"/>
                </a:cubicBezTo>
                <a:cubicBezTo>
                  <a:pt x="579" y="717"/>
                  <a:pt x="579" y="717"/>
                  <a:pt x="579" y="717"/>
                </a:cubicBezTo>
                <a:cubicBezTo>
                  <a:pt x="611" y="700"/>
                  <a:pt x="640" y="678"/>
                  <a:pt x="666" y="652"/>
                </a:cubicBezTo>
                <a:lnTo>
                  <a:pt x="716" y="701"/>
                </a:lnTo>
                <a:close/>
                <a:moveTo>
                  <a:pt x="337" y="575"/>
                </a:moveTo>
                <a:cubicBezTo>
                  <a:pt x="247" y="531"/>
                  <a:pt x="209" y="421"/>
                  <a:pt x="254" y="331"/>
                </a:cubicBezTo>
                <a:cubicBezTo>
                  <a:pt x="298" y="240"/>
                  <a:pt x="408" y="203"/>
                  <a:pt x="498" y="247"/>
                </a:cubicBezTo>
                <a:cubicBezTo>
                  <a:pt x="589" y="292"/>
                  <a:pt x="626" y="401"/>
                  <a:pt x="582" y="492"/>
                </a:cubicBezTo>
                <a:cubicBezTo>
                  <a:pt x="537" y="582"/>
                  <a:pt x="428" y="620"/>
                  <a:pt x="337" y="575"/>
                </a:cubicBezTo>
                <a:close/>
              </a:path>
            </a:pathLst>
          </a:custGeom>
          <a:solidFill>
            <a:srgbClr val="FF7A7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17" name="Google Shape;1817;p48"/>
          <p:cNvGrpSpPr/>
          <p:nvPr/>
        </p:nvGrpSpPr>
        <p:grpSpPr>
          <a:xfrm>
            <a:off x="7355564" y="2445595"/>
            <a:ext cx="653451" cy="2082145"/>
            <a:chOff x="3196025" y="611188"/>
            <a:chExt cx="1422401" cy="4532313"/>
          </a:xfrm>
        </p:grpSpPr>
        <p:sp>
          <p:nvSpPr>
            <p:cNvPr id="1818" name="Google Shape;1818;p48"/>
            <p:cNvSpPr/>
            <p:nvPr/>
          </p:nvSpPr>
          <p:spPr>
            <a:xfrm>
              <a:off x="3273813" y="4724400"/>
              <a:ext cx="428625" cy="385763"/>
            </a:xfrm>
            <a:custGeom>
              <a:avLst/>
              <a:gdLst/>
              <a:ahLst/>
              <a:cxnLst/>
              <a:rect l="l" t="t" r="r" b="b"/>
              <a:pathLst>
                <a:path w="270" h="243" extrusionOk="0">
                  <a:moveTo>
                    <a:pt x="270" y="12"/>
                  </a:moveTo>
                  <a:lnTo>
                    <a:pt x="256" y="188"/>
                  </a:lnTo>
                  <a:lnTo>
                    <a:pt x="0" y="243"/>
                  </a:lnTo>
                  <a:lnTo>
                    <a:pt x="131" y="111"/>
                  </a:lnTo>
                  <a:lnTo>
                    <a:pt x="164" y="0"/>
                  </a:lnTo>
                  <a:lnTo>
                    <a:pt x="270" y="12"/>
                  </a:lnTo>
                  <a:close/>
                </a:path>
              </a:pathLst>
            </a:custGeom>
            <a:solidFill>
              <a:srgbClr val="FFA47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9" name="Google Shape;1819;p48"/>
            <p:cNvSpPr/>
            <p:nvPr/>
          </p:nvSpPr>
          <p:spPr>
            <a:xfrm>
              <a:off x="3196025" y="4875213"/>
              <a:ext cx="542925" cy="260350"/>
            </a:xfrm>
            <a:custGeom>
              <a:avLst/>
              <a:gdLst/>
              <a:ahLst/>
              <a:cxnLst/>
              <a:rect l="l" t="t" r="r" b="b"/>
              <a:pathLst>
                <a:path w="342" h="164" extrusionOk="0">
                  <a:moveTo>
                    <a:pt x="180" y="0"/>
                  </a:moveTo>
                  <a:lnTo>
                    <a:pt x="0" y="160"/>
                  </a:lnTo>
                  <a:lnTo>
                    <a:pt x="342" y="164"/>
                  </a:lnTo>
                  <a:lnTo>
                    <a:pt x="319" y="2"/>
                  </a:lnTo>
                  <a:lnTo>
                    <a:pt x="252" y="70"/>
                  </a:lnTo>
                  <a:lnTo>
                    <a:pt x="18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0" name="Google Shape;1820;p48"/>
            <p:cNvSpPr/>
            <p:nvPr/>
          </p:nvSpPr>
          <p:spPr>
            <a:xfrm>
              <a:off x="3427800" y="4905375"/>
              <a:ext cx="53975" cy="39688"/>
            </a:xfrm>
            <a:custGeom>
              <a:avLst/>
              <a:gdLst/>
              <a:ahLst/>
              <a:cxnLst/>
              <a:rect l="l" t="t" r="r" b="b"/>
              <a:pathLst>
                <a:path w="34" h="25" extrusionOk="0">
                  <a:moveTo>
                    <a:pt x="32" y="25"/>
                  </a:moveTo>
                  <a:lnTo>
                    <a:pt x="0" y="4"/>
                  </a:lnTo>
                  <a:lnTo>
                    <a:pt x="2" y="0"/>
                  </a:lnTo>
                  <a:lnTo>
                    <a:pt x="34" y="20"/>
                  </a:lnTo>
                  <a:lnTo>
                    <a:pt x="32" y="2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1" name="Google Shape;1821;p48"/>
            <p:cNvSpPr/>
            <p:nvPr/>
          </p:nvSpPr>
          <p:spPr>
            <a:xfrm>
              <a:off x="3383350" y="4927600"/>
              <a:ext cx="53975" cy="39688"/>
            </a:xfrm>
            <a:custGeom>
              <a:avLst/>
              <a:gdLst/>
              <a:ahLst/>
              <a:cxnLst/>
              <a:rect l="l" t="t" r="r" b="b"/>
              <a:pathLst>
                <a:path w="34" h="25" extrusionOk="0">
                  <a:moveTo>
                    <a:pt x="32" y="25"/>
                  </a:moveTo>
                  <a:lnTo>
                    <a:pt x="0" y="4"/>
                  </a:lnTo>
                  <a:lnTo>
                    <a:pt x="2" y="0"/>
                  </a:lnTo>
                  <a:lnTo>
                    <a:pt x="34" y="20"/>
                  </a:lnTo>
                  <a:lnTo>
                    <a:pt x="32" y="2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2" name="Google Shape;1822;p48"/>
            <p:cNvSpPr/>
            <p:nvPr/>
          </p:nvSpPr>
          <p:spPr>
            <a:xfrm>
              <a:off x="4153288" y="4787900"/>
              <a:ext cx="420688" cy="341313"/>
            </a:xfrm>
            <a:custGeom>
              <a:avLst/>
              <a:gdLst/>
              <a:ahLst/>
              <a:cxnLst/>
              <a:rect l="l" t="t" r="r" b="b"/>
              <a:pathLst>
                <a:path w="265" h="215" extrusionOk="0">
                  <a:moveTo>
                    <a:pt x="23" y="4"/>
                  </a:moveTo>
                  <a:lnTo>
                    <a:pt x="0" y="157"/>
                  </a:lnTo>
                  <a:lnTo>
                    <a:pt x="265" y="215"/>
                  </a:lnTo>
                  <a:lnTo>
                    <a:pt x="122" y="81"/>
                  </a:lnTo>
                  <a:lnTo>
                    <a:pt x="131" y="0"/>
                  </a:lnTo>
                  <a:lnTo>
                    <a:pt x="23" y="4"/>
                  </a:lnTo>
                  <a:close/>
                </a:path>
              </a:pathLst>
            </a:custGeom>
            <a:solidFill>
              <a:srgbClr val="FFA47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3" name="Google Shape;1823;p48"/>
            <p:cNvSpPr/>
            <p:nvPr/>
          </p:nvSpPr>
          <p:spPr>
            <a:xfrm>
              <a:off x="4131063" y="4900613"/>
              <a:ext cx="487363" cy="242888"/>
            </a:xfrm>
            <a:custGeom>
              <a:avLst/>
              <a:gdLst/>
              <a:ahLst/>
              <a:cxnLst/>
              <a:rect l="l" t="t" r="r" b="b"/>
              <a:pathLst>
                <a:path w="307" h="153" extrusionOk="0">
                  <a:moveTo>
                    <a:pt x="148" y="0"/>
                  </a:moveTo>
                  <a:lnTo>
                    <a:pt x="307" y="153"/>
                  </a:lnTo>
                  <a:lnTo>
                    <a:pt x="0" y="148"/>
                  </a:lnTo>
                  <a:lnTo>
                    <a:pt x="23" y="7"/>
                  </a:lnTo>
                  <a:lnTo>
                    <a:pt x="71" y="72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4" name="Google Shape;1824;p48"/>
            <p:cNvSpPr/>
            <p:nvPr/>
          </p:nvSpPr>
          <p:spPr>
            <a:xfrm>
              <a:off x="4361250" y="4930775"/>
              <a:ext cx="55563" cy="36513"/>
            </a:xfrm>
            <a:custGeom>
              <a:avLst/>
              <a:gdLst/>
              <a:ahLst/>
              <a:cxnLst/>
              <a:rect l="l" t="t" r="r" b="b"/>
              <a:pathLst>
                <a:path w="35" h="23" extrusionOk="0">
                  <a:moveTo>
                    <a:pt x="3" y="23"/>
                  </a:moveTo>
                  <a:lnTo>
                    <a:pt x="0" y="18"/>
                  </a:lnTo>
                  <a:lnTo>
                    <a:pt x="33" y="0"/>
                  </a:lnTo>
                  <a:lnTo>
                    <a:pt x="35" y="2"/>
                  </a:lnTo>
                  <a:lnTo>
                    <a:pt x="3" y="2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5" name="Google Shape;1825;p48"/>
            <p:cNvSpPr/>
            <p:nvPr/>
          </p:nvSpPr>
          <p:spPr>
            <a:xfrm>
              <a:off x="4405700" y="4953000"/>
              <a:ext cx="55563" cy="36513"/>
            </a:xfrm>
            <a:custGeom>
              <a:avLst/>
              <a:gdLst/>
              <a:ahLst/>
              <a:cxnLst/>
              <a:rect l="l" t="t" r="r" b="b"/>
              <a:pathLst>
                <a:path w="35" h="23" extrusionOk="0">
                  <a:moveTo>
                    <a:pt x="2" y="23"/>
                  </a:moveTo>
                  <a:lnTo>
                    <a:pt x="0" y="18"/>
                  </a:lnTo>
                  <a:lnTo>
                    <a:pt x="32" y="0"/>
                  </a:lnTo>
                  <a:lnTo>
                    <a:pt x="35" y="4"/>
                  </a:lnTo>
                  <a:lnTo>
                    <a:pt x="2" y="2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6" name="Google Shape;1826;p48"/>
            <p:cNvSpPr/>
            <p:nvPr/>
          </p:nvSpPr>
          <p:spPr>
            <a:xfrm>
              <a:off x="3456375" y="2090738"/>
              <a:ext cx="1095375" cy="2722563"/>
            </a:xfrm>
            <a:custGeom>
              <a:avLst/>
              <a:gdLst/>
              <a:ahLst/>
              <a:cxnLst/>
              <a:rect l="l" t="t" r="r" b="b"/>
              <a:pathLst>
                <a:path w="299" h="742" extrusionOk="0">
                  <a:moveTo>
                    <a:pt x="237" y="0"/>
                  </a:moveTo>
                  <a:cubicBezTo>
                    <a:pt x="105" y="12"/>
                    <a:pt x="105" y="12"/>
                    <a:pt x="105" y="12"/>
                  </a:cubicBezTo>
                  <a:cubicBezTo>
                    <a:pt x="105" y="12"/>
                    <a:pt x="87" y="26"/>
                    <a:pt x="68" y="97"/>
                  </a:cubicBezTo>
                  <a:cubicBezTo>
                    <a:pt x="45" y="184"/>
                    <a:pt x="11" y="409"/>
                    <a:pt x="0" y="734"/>
                  </a:cubicBezTo>
                  <a:cubicBezTo>
                    <a:pt x="85" y="736"/>
                    <a:pt x="85" y="736"/>
                    <a:pt x="85" y="736"/>
                  </a:cubicBezTo>
                  <a:cubicBezTo>
                    <a:pt x="155" y="241"/>
                    <a:pt x="155" y="241"/>
                    <a:pt x="155" y="241"/>
                  </a:cubicBezTo>
                  <a:cubicBezTo>
                    <a:pt x="157" y="234"/>
                    <a:pt x="167" y="235"/>
                    <a:pt x="167" y="243"/>
                  </a:cubicBezTo>
                  <a:cubicBezTo>
                    <a:pt x="190" y="742"/>
                    <a:pt x="190" y="742"/>
                    <a:pt x="190" y="742"/>
                  </a:cubicBezTo>
                  <a:cubicBezTo>
                    <a:pt x="274" y="739"/>
                    <a:pt x="274" y="739"/>
                    <a:pt x="274" y="739"/>
                  </a:cubicBezTo>
                  <a:cubicBezTo>
                    <a:pt x="274" y="739"/>
                    <a:pt x="299" y="196"/>
                    <a:pt x="277" y="111"/>
                  </a:cubicBezTo>
                  <a:cubicBezTo>
                    <a:pt x="256" y="31"/>
                    <a:pt x="237" y="0"/>
                    <a:pt x="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7" name="Google Shape;1827;p48"/>
            <p:cNvSpPr/>
            <p:nvPr/>
          </p:nvSpPr>
          <p:spPr>
            <a:xfrm>
              <a:off x="3427800" y="4670425"/>
              <a:ext cx="381000" cy="128588"/>
            </a:xfrm>
            <a:custGeom>
              <a:avLst/>
              <a:gdLst/>
              <a:ahLst/>
              <a:cxnLst/>
              <a:rect l="l" t="t" r="r" b="b"/>
              <a:pathLst>
                <a:path w="240" h="81" extrusionOk="0">
                  <a:moveTo>
                    <a:pt x="230" y="74"/>
                  </a:moveTo>
                  <a:lnTo>
                    <a:pt x="240" y="9"/>
                  </a:lnTo>
                  <a:lnTo>
                    <a:pt x="4" y="0"/>
                  </a:lnTo>
                  <a:lnTo>
                    <a:pt x="0" y="81"/>
                  </a:lnTo>
                  <a:lnTo>
                    <a:pt x="230" y="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8" name="Google Shape;1828;p48"/>
            <p:cNvSpPr/>
            <p:nvPr/>
          </p:nvSpPr>
          <p:spPr>
            <a:xfrm>
              <a:off x="4126300" y="4676775"/>
              <a:ext cx="355600" cy="133350"/>
            </a:xfrm>
            <a:custGeom>
              <a:avLst/>
              <a:gdLst/>
              <a:ahLst/>
              <a:cxnLst/>
              <a:rect l="l" t="t" r="r" b="b"/>
              <a:pathLst>
                <a:path w="97" h="36" extrusionOk="0">
                  <a:moveTo>
                    <a:pt x="4" y="36"/>
                  </a:moveTo>
                  <a:cubicBezTo>
                    <a:pt x="5" y="35"/>
                    <a:pt x="0" y="3"/>
                    <a:pt x="0" y="3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97" y="36"/>
                    <a:pt x="97" y="36"/>
                    <a:pt x="97" y="36"/>
                  </a:cubicBezTo>
                  <a:lnTo>
                    <a:pt x="4" y="3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9" name="Google Shape;1829;p48"/>
            <p:cNvSpPr/>
            <p:nvPr/>
          </p:nvSpPr>
          <p:spPr>
            <a:xfrm>
              <a:off x="3353188" y="1103313"/>
              <a:ext cx="111125" cy="336550"/>
            </a:xfrm>
            <a:custGeom>
              <a:avLst/>
              <a:gdLst/>
              <a:ahLst/>
              <a:cxnLst/>
              <a:rect l="l" t="t" r="r" b="b"/>
              <a:pathLst>
                <a:path w="30" h="92" extrusionOk="0">
                  <a:moveTo>
                    <a:pt x="7" y="92"/>
                  </a:moveTo>
                  <a:cubicBezTo>
                    <a:pt x="7" y="92"/>
                    <a:pt x="6" y="92"/>
                    <a:pt x="6" y="92"/>
                  </a:cubicBezTo>
                  <a:cubicBezTo>
                    <a:pt x="2" y="91"/>
                    <a:pt x="0" y="88"/>
                    <a:pt x="1" y="84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8" y="2"/>
                    <a:pt x="21" y="0"/>
                    <a:pt x="24" y="0"/>
                  </a:cubicBezTo>
                  <a:cubicBezTo>
                    <a:pt x="28" y="1"/>
                    <a:pt x="30" y="4"/>
                    <a:pt x="29" y="8"/>
                  </a:cubicBezTo>
                  <a:cubicBezTo>
                    <a:pt x="13" y="87"/>
                    <a:pt x="13" y="87"/>
                    <a:pt x="13" y="87"/>
                  </a:cubicBezTo>
                  <a:cubicBezTo>
                    <a:pt x="12" y="90"/>
                    <a:pt x="10" y="92"/>
                    <a:pt x="7" y="9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0" name="Google Shape;1830;p48"/>
            <p:cNvSpPr/>
            <p:nvPr/>
          </p:nvSpPr>
          <p:spPr>
            <a:xfrm rot="6788770">
              <a:off x="3365488" y="1333288"/>
              <a:ext cx="101600" cy="123825"/>
            </a:xfrm>
            <a:custGeom>
              <a:avLst/>
              <a:gdLst/>
              <a:ahLst/>
              <a:cxnLst/>
              <a:rect l="l" t="t" r="r" b="b"/>
              <a:pathLst>
                <a:path w="28" h="34" extrusionOk="0">
                  <a:moveTo>
                    <a:pt x="28" y="28"/>
                  </a:moveTo>
                  <a:cubicBezTo>
                    <a:pt x="28" y="28"/>
                    <a:pt x="28" y="1"/>
                    <a:pt x="24" y="1"/>
                  </a:cubicBezTo>
                  <a:cubicBezTo>
                    <a:pt x="21" y="0"/>
                    <a:pt x="3" y="2"/>
                    <a:pt x="1" y="8"/>
                  </a:cubicBezTo>
                  <a:cubicBezTo>
                    <a:pt x="0" y="14"/>
                    <a:pt x="15" y="13"/>
                    <a:pt x="15" y="13"/>
                  </a:cubicBezTo>
                  <a:cubicBezTo>
                    <a:pt x="15" y="13"/>
                    <a:pt x="8" y="26"/>
                    <a:pt x="14" y="30"/>
                  </a:cubicBezTo>
                  <a:cubicBezTo>
                    <a:pt x="20" y="34"/>
                    <a:pt x="28" y="28"/>
                    <a:pt x="28" y="28"/>
                  </a:cubicBezTo>
                  <a:close/>
                </a:path>
              </a:pathLst>
            </a:custGeom>
            <a:solidFill>
              <a:srgbClr val="B7736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1" name="Google Shape;1831;p48"/>
            <p:cNvSpPr/>
            <p:nvPr/>
          </p:nvSpPr>
          <p:spPr>
            <a:xfrm>
              <a:off x="3284925" y="1162050"/>
              <a:ext cx="1006475" cy="939800"/>
            </a:xfrm>
            <a:custGeom>
              <a:avLst/>
              <a:gdLst/>
              <a:ahLst/>
              <a:cxnLst/>
              <a:rect l="l" t="t" r="r" b="b"/>
              <a:pathLst>
                <a:path w="275" h="256" extrusionOk="0">
                  <a:moveTo>
                    <a:pt x="211" y="0"/>
                  </a:moveTo>
                  <a:cubicBezTo>
                    <a:pt x="211" y="0"/>
                    <a:pt x="158" y="32"/>
                    <a:pt x="140" y="50"/>
                  </a:cubicBezTo>
                  <a:cubicBezTo>
                    <a:pt x="122" y="68"/>
                    <a:pt x="102" y="159"/>
                    <a:pt x="102" y="159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02"/>
                    <a:pt x="68" y="254"/>
                    <a:pt x="98" y="255"/>
                  </a:cubicBezTo>
                  <a:cubicBezTo>
                    <a:pt x="128" y="256"/>
                    <a:pt x="275" y="87"/>
                    <a:pt x="2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2" name="Google Shape;1832;p48"/>
            <p:cNvSpPr/>
            <p:nvPr/>
          </p:nvSpPr>
          <p:spPr>
            <a:xfrm>
              <a:off x="3781813" y="611188"/>
              <a:ext cx="503238" cy="509588"/>
            </a:xfrm>
            <a:custGeom>
              <a:avLst/>
              <a:gdLst/>
              <a:ahLst/>
              <a:cxnLst/>
              <a:rect l="l" t="t" r="r" b="b"/>
              <a:pathLst>
                <a:path w="137" h="139" extrusionOk="0">
                  <a:moveTo>
                    <a:pt x="1" y="53"/>
                  </a:moveTo>
                  <a:cubicBezTo>
                    <a:pt x="0" y="80"/>
                    <a:pt x="9" y="108"/>
                    <a:pt x="32" y="124"/>
                  </a:cubicBezTo>
                  <a:cubicBezTo>
                    <a:pt x="54" y="139"/>
                    <a:pt x="85" y="135"/>
                    <a:pt x="104" y="119"/>
                  </a:cubicBezTo>
                  <a:cubicBezTo>
                    <a:pt x="137" y="91"/>
                    <a:pt x="127" y="27"/>
                    <a:pt x="91" y="12"/>
                  </a:cubicBezTo>
                  <a:cubicBezTo>
                    <a:pt x="86" y="10"/>
                    <a:pt x="72" y="9"/>
                    <a:pt x="70" y="5"/>
                  </a:cubicBezTo>
                  <a:cubicBezTo>
                    <a:pt x="42" y="0"/>
                    <a:pt x="11" y="13"/>
                    <a:pt x="5" y="35"/>
                  </a:cubicBezTo>
                  <a:cubicBezTo>
                    <a:pt x="4" y="37"/>
                    <a:pt x="2" y="41"/>
                    <a:pt x="0" y="46"/>
                  </a:cubicBezTo>
                  <a:cubicBezTo>
                    <a:pt x="1" y="48"/>
                    <a:pt x="1" y="50"/>
                    <a:pt x="1" y="5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3" name="Google Shape;1833;p48"/>
            <p:cNvSpPr/>
            <p:nvPr/>
          </p:nvSpPr>
          <p:spPr>
            <a:xfrm>
              <a:off x="3761175" y="681038"/>
              <a:ext cx="442913" cy="774700"/>
            </a:xfrm>
            <a:custGeom>
              <a:avLst/>
              <a:gdLst/>
              <a:ahLst/>
              <a:cxnLst/>
              <a:rect l="l" t="t" r="r" b="b"/>
              <a:pathLst>
                <a:path w="121" h="211" extrusionOk="0">
                  <a:moveTo>
                    <a:pt x="88" y="55"/>
                  </a:moveTo>
                  <a:cubicBezTo>
                    <a:pt x="88" y="56"/>
                    <a:pt x="89" y="56"/>
                    <a:pt x="90" y="56"/>
                  </a:cubicBezTo>
                  <a:cubicBezTo>
                    <a:pt x="95" y="54"/>
                    <a:pt x="105" y="50"/>
                    <a:pt x="111" y="61"/>
                  </a:cubicBezTo>
                  <a:cubicBezTo>
                    <a:pt x="116" y="73"/>
                    <a:pt x="107" y="83"/>
                    <a:pt x="100" y="86"/>
                  </a:cubicBezTo>
                  <a:cubicBezTo>
                    <a:pt x="99" y="87"/>
                    <a:pt x="94" y="89"/>
                    <a:pt x="93" y="91"/>
                  </a:cubicBezTo>
                  <a:cubicBezTo>
                    <a:pt x="91" y="97"/>
                    <a:pt x="92" y="107"/>
                    <a:pt x="93" y="120"/>
                  </a:cubicBezTo>
                  <a:cubicBezTo>
                    <a:pt x="95" y="150"/>
                    <a:pt x="121" y="155"/>
                    <a:pt x="121" y="155"/>
                  </a:cubicBezTo>
                  <a:cubicBezTo>
                    <a:pt x="121" y="155"/>
                    <a:pt x="55" y="211"/>
                    <a:pt x="44" y="176"/>
                  </a:cubicBezTo>
                  <a:cubicBezTo>
                    <a:pt x="48" y="168"/>
                    <a:pt x="46" y="112"/>
                    <a:pt x="37" y="115"/>
                  </a:cubicBezTo>
                  <a:cubicBezTo>
                    <a:pt x="26" y="119"/>
                    <a:pt x="4" y="114"/>
                    <a:pt x="2" y="64"/>
                  </a:cubicBezTo>
                  <a:cubicBezTo>
                    <a:pt x="0" y="17"/>
                    <a:pt x="32" y="9"/>
                    <a:pt x="40" y="8"/>
                  </a:cubicBezTo>
                  <a:cubicBezTo>
                    <a:pt x="47" y="7"/>
                    <a:pt x="71" y="0"/>
                    <a:pt x="88" y="55"/>
                  </a:cubicBezTo>
                  <a:close/>
                </a:path>
              </a:pathLst>
            </a:custGeom>
            <a:solidFill>
              <a:srgbClr val="B7736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4" name="Google Shape;1834;p48"/>
            <p:cNvSpPr/>
            <p:nvPr/>
          </p:nvSpPr>
          <p:spPr>
            <a:xfrm>
              <a:off x="4097725" y="879475"/>
              <a:ext cx="55563" cy="84138"/>
            </a:xfrm>
            <a:custGeom>
              <a:avLst/>
              <a:gdLst/>
              <a:ahLst/>
              <a:cxnLst/>
              <a:rect l="l" t="t" r="r" b="b"/>
              <a:pathLst>
                <a:path w="15" h="23" extrusionOk="0">
                  <a:moveTo>
                    <a:pt x="15" y="12"/>
                  </a:moveTo>
                  <a:cubicBezTo>
                    <a:pt x="15" y="12"/>
                    <a:pt x="2" y="0"/>
                    <a:pt x="0" y="23"/>
                  </a:cubicBezTo>
                </a:path>
              </a:pathLst>
            </a:custGeom>
            <a:solidFill>
              <a:srgbClr val="894C3B">
                <a:alpha val="5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5" name="Google Shape;1835;p48"/>
            <p:cNvSpPr/>
            <p:nvPr/>
          </p:nvSpPr>
          <p:spPr>
            <a:xfrm>
              <a:off x="3925451" y="933467"/>
              <a:ext cx="95287" cy="44460"/>
            </a:xfrm>
            <a:custGeom>
              <a:avLst/>
              <a:gdLst/>
              <a:ahLst/>
              <a:cxnLst/>
              <a:rect l="l" t="t" r="r" b="b"/>
              <a:pathLst>
                <a:path w="26" h="26" extrusionOk="0">
                  <a:moveTo>
                    <a:pt x="10" y="2"/>
                  </a:moveTo>
                  <a:cubicBezTo>
                    <a:pt x="4" y="4"/>
                    <a:pt x="0" y="10"/>
                    <a:pt x="2" y="16"/>
                  </a:cubicBezTo>
                  <a:cubicBezTo>
                    <a:pt x="4" y="22"/>
                    <a:pt x="10" y="26"/>
                    <a:pt x="16" y="24"/>
                  </a:cubicBezTo>
                  <a:cubicBezTo>
                    <a:pt x="22" y="22"/>
                    <a:pt x="26" y="15"/>
                    <a:pt x="24" y="10"/>
                  </a:cubicBezTo>
                  <a:cubicBezTo>
                    <a:pt x="22" y="4"/>
                    <a:pt x="15" y="0"/>
                    <a:pt x="10" y="2"/>
                  </a:cubicBezTo>
                  <a:close/>
                </a:path>
              </a:pathLst>
            </a:custGeom>
            <a:solidFill>
              <a:srgbClr val="894C3B">
                <a:alpha val="5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6" name="Google Shape;1836;p48"/>
            <p:cNvSpPr/>
            <p:nvPr/>
          </p:nvSpPr>
          <p:spPr>
            <a:xfrm>
              <a:off x="3870713" y="846138"/>
              <a:ext cx="44450" cy="28575"/>
            </a:xfrm>
            <a:custGeom>
              <a:avLst/>
              <a:gdLst/>
              <a:ahLst/>
              <a:cxnLst/>
              <a:rect l="l" t="t" r="r" b="b"/>
              <a:pathLst>
                <a:path w="12" h="8" extrusionOk="0">
                  <a:moveTo>
                    <a:pt x="10" y="6"/>
                  </a:moveTo>
                  <a:cubicBezTo>
                    <a:pt x="12" y="8"/>
                    <a:pt x="9" y="1"/>
                    <a:pt x="6" y="1"/>
                  </a:cubicBezTo>
                  <a:cubicBezTo>
                    <a:pt x="4" y="0"/>
                    <a:pt x="1" y="1"/>
                    <a:pt x="0" y="4"/>
                  </a:cubicBezTo>
                  <a:cubicBezTo>
                    <a:pt x="0" y="4"/>
                    <a:pt x="5" y="3"/>
                    <a:pt x="10" y="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7" name="Google Shape;1837;p48"/>
            <p:cNvSpPr/>
            <p:nvPr/>
          </p:nvSpPr>
          <p:spPr>
            <a:xfrm>
              <a:off x="3775463" y="842963"/>
              <a:ext cx="44450" cy="28575"/>
            </a:xfrm>
            <a:custGeom>
              <a:avLst/>
              <a:gdLst/>
              <a:ahLst/>
              <a:cxnLst/>
              <a:rect l="l" t="t" r="r" b="b"/>
              <a:pathLst>
                <a:path w="12" h="8" extrusionOk="0">
                  <a:moveTo>
                    <a:pt x="2" y="6"/>
                  </a:moveTo>
                  <a:cubicBezTo>
                    <a:pt x="0" y="8"/>
                    <a:pt x="3" y="1"/>
                    <a:pt x="6" y="1"/>
                  </a:cubicBezTo>
                  <a:cubicBezTo>
                    <a:pt x="9" y="0"/>
                    <a:pt x="12" y="1"/>
                    <a:pt x="12" y="4"/>
                  </a:cubicBezTo>
                  <a:cubicBezTo>
                    <a:pt x="12" y="4"/>
                    <a:pt x="7" y="3"/>
                    <a:pt x="2" y="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8" name="Google Shape;1838;p48"/>
            <p:cNvSpPr/>
            <p:nvPr/>
          </p:nvSpPr>
          <p:spPr>
            <a:xfrm>
              <a:off x="3867538" y="908050"/>
              <a:ext cx="14288" cy="30163"/>
            </a:xfrm>
            <a:custGeom>
              <a:avLst/>
              <a:gdLst/>
              <a:ahLst/>
              <a:cxnLst/>
              <a:rect l="l" t="t" r="r" b="b"/>
              <a:pathLst>
                <a:path w="4" h="8" extrusionOk="0">
                  <a:moveTo>
                    <a:pt x="4" y="5"/>
                  </a:moveTo>
                  <a:cubicBezTo>
                    <a:pt x="3" y="7"/>
                    <a:pt x="3" y="8"/>
                    <a:pt x="1" y="8"/>
                  </a:cubicBezTo>
                  <a:cubicBezTo>
                    <a:pt x="0" y="8"/>
                    <a:pt x="0" y="7"/>
                    <a:pt x="0" y="4"/>
                  </a:cubicBezTo>
                  <a:cubicBezTo>
                    <a:pt x="0" y="2"/>
                    <a:pt x="1" y="0"/>
                    <a:pt x="2" y="0"/>
                  </a:cubicBezTo>
                  <a:cubicBezTo>
                    <a:pt x="3" y="1"/>
                    <a:pt x="4" y="2"/>
                    <a:pt x="4" y="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9" name="Google Shape;1839;p48"/>
            <p:cNvSpPr/>
            <p:nvPr/>
          </p:nvSpPr>
          <p:spPr>
            <a:xfrm>
              <a:off x="3797688" y="904875"/>
              <a:ext cx="11113" cy="28575"/>
            </a:xfrm>
            <a:custGeom>
              <a:avLst/>
              <a:gdLst/>
              <a:ahLst/>
              <a:cxnLst/>
              <a:rect l="l" t="t" r="r" b="b"/>
              <a:pathLst>
                <a:path w="3" h="8" extrusionOk="0">
                  <a:moveTo>
                    <a:pt x="3" y="4"/>
                  </a:moveTo>
                  <a:cubicBezTo>
                    <a:pt x="3" y="6"/>
                    <a:pt x="2" y="8"/>
                    <a:pt x="1" y="8"/>
                  </a:cubicBezTo>
                  <a:cubicBezTo>
                    <a:pt x="0" y="8"/>
                    <a:pt x="0" y="6"/>
                    <a:pt x="0" y="4"/>
                  </a:cubicBezTo>
                  <a:cubicBezTo>
                    <a:pt x="0" y="2"/>
                    <a:pt x="1" y="0"/>
                    <a:pt x="2" y="0"/>
                  </a:cubicBezTo>
                  <a:cubicBezTo>
                    <a:pt x="3" y="1"/>
                    <a:pt x="3" y="2"/>
                    <a:pt x="3" y="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0" name="Google Shape;1840;p48"/>
            <p:cNvSpPr/>
            <p:nvPr/>
          </p:nvSpPr>
          <p:spPr>
            <a:xfrm>
              <a:off x="3907225" y="1050925"/>
              <a:ext cx="128588" cy="150813"/>
            </a:xfrm>
            <a:custGeom>
              <a:avLst/>
              <a:gdLst/>
              <a:ahLst/>
              <a:cxnLst/>
              <a:rect l="l" t="t" r="r" b="b"/>
              <a:pathLst>
                <a:path w="35" h="41" extrusionOk="0">
                  <a:moveTo>
                    <a:pt x="0" y="14"/>
                  </a:moveTo>
                  <a:cubicBezTo>
                    <a:pt x="0" y="14"/>
                    <a:pt x="15" y="9"/>
                    <a:pt x="25" y="4"/>
                  </a:cubicBezTo>
                  <a:cubicBezTo>
                    <a:pt x="35" y="0"/>
                    <a:pt x="10" y="41"/>
                    <a:pt x="0" y="14"/>
                  </a:cubicBezTo>
                  <a:close/>
                </a:path>
              </a:pathLst>
            </a:custGeom>
            <a:solidFill>
              <a:srgbClr val="894C3B">
                <a:alpha val="5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1" name="Google Shape;1841;p48"/>
            <p:cNvSpPr/>
            <p:nvPr/>
          </p:nvSpPr>
          <p:spPr>
            <a:xfrm>
              <a:off x="4119950" y="1223963"/>
              <a:ext cx="44450" cy="36513"/>
            </a:xfrm>
            <a:custGeom>
              <a:avLst/>
              <a:gdLst/>
              <a:ahLst/>
              <a:cxnLst/>
              <a:rect l="l" t="t" r="r" b="b"/>
              <a:pathLst>
                <a:path w="12" h="10" extrusionOk="0">
                  <a:moveTo>
                    <a:pt x="1" y="4"/>
                  </a:moveTo>
                  <a:cubicBezTo>
                    <a:pt x="1" y="4"/>
                    <a:pt x="12" y="0"/>
                    <a:pt x="10" y="3"/>
                  </a:cubicBezTo>
                  <a:cubicBezTo>
                    <a:pt x="8" y="5"/>
                    <a:pt x="4" y="8"/>
                    <a:pt x="0" y="10"/>
                  </a:cubicBezTo>
                  <a:lnTo>
                    <a:pt x="1" y="4"/>
                  </a:lnTo>
                  <a:close/>
                </a:path>
              </a:pathLst>
            </a:custGeom>
            <a:solidFill>
              <a:srgbClr val="C206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2" name="Google Shape;1842;p48"/>
            <p:cNvSpPr/>
            <p:nvPr/>
          </p:nvSpPr>
          <p:spPr>
            <a:xfrm>
              <a:off x="3734188" y="1198563"/>
              <a:ext cx="755650" cy="1052513"/>
            </a:xfrm>
            <a:custGeom>
              <a:avLst/>
              <a:gdLst/>
              <a:ahLst/>
              <a:cxnLst/>
              <a:rect l="l" t="t" r="r" b="b"/>
              <a:pathLst>
                <a:path w="206" h="287" extrusionOk="0">
                  <a:moveTo>
                    <a:pt x="48" y="11"/>
                  </a:moveTo>
                  <a:cubicBezTo>
                    <a:pt x="49" y="14"/>
                    <a:pt x="0" y="107"/>
                    <a:pt x="1" y="136"/>
                  </a:cubicBezTo>
                  <a:cubicBezTo>
                    <a:pt x="2" y="166"/>
                    <a:pt x="21" y="260"/>
                    <a:pt x="20" y="264"/>
                  </a:cubicBezTo>
                  <a:cubicBezTo>
                    <a:pt x="20" y="264"/>
                    <a:pt x="65" y="287"/>
                    <a:pt x="190" y="269"/>
                  </a:cubicBezTo>
                  <a:cubicBezTo>
                    <a:pt x="203" y="159"/>
                    <a:pt x="206" y="67"/>
                    <a:pt x="165" y="32"/>
                  </a:cubicBezTo>
                  <a:cubicBezTo>
                    <a:pt x="165" y="32"/>
                    <a:pt x="121" y="1"/>
                    <a:pt x="111" y="0"/>
                  </a:cubicBezTo>
                  <a:cubicBezTo>
                    <a:pt x="111" y="0"/>
                    <a:pt x="64" y="5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3" name="Google Shape;1843;p48"/>
            <p:cNvSpPr/>
            <p:nvPr/>
          </p:nvSpPr>
          <p:spPr>
            <a:xfrm>
              <a:off x="3958025" y="1198563"/>
              <a:ext cx="587375" cy="1155700"/>
            </a:xfrm>
            <a:custGeom>
              <a:avLst/>
              <a:gdLst/>
              <a:ahLst/>
              <a:cxnLst/>
              <a:rect l="l" t="t" r="r" b="b"/>
              <a:pathLst>
                <a:path w="160" h="315" extrusionOk="0">
                  <a:moveTo>
                    <a:pt x="98" y="20"/>
                  </a:moveTo>
                  <a:cubicBezTo>
                    <a:pt x="79" y="11"/>
                    <a:pt x="56" y="0"/>
                    <a:pt x="50" y="0"/>
                  </a:cubicBezTo>
                  <a:cubicBezTo>
                    <a:pt x="50" y="0"/>
                    <a:pt x="41" y="10"/>
                    <a:pt x="31" y="18"/>
                  </a:cubicBezTo>
                  <a:cubicBezTo>
                    <a:pt x="31" y="20"/>
                    <a:pt x="31" y="23"/>
                    <a:pt x="31" y="26"/>
                  </a:cubicBezTo>
                  <a:cubicBezTo>
                    <a:pt x="13" y="107"/>
                    <a:pt x="0" y="221"/>
                    <a:pt x="10" y="304"/>
                  </a:cubicBezTo>
                  <a:cubicBezTo>
                    <a:pt x="36" y="305"/>
                    <a:pt x="115" y="315"/>
                    <a:pt x="160" y="308"/>
                  </a:cubicBezTo>
                  <a:cubicBezTo>
                    <a:pt x="155" y="226"/>
                    <a:pt x="158" y="135"/>
                    <a:pt x="144" y="78"/>
                  </a:cubicBezTo>
                  <a:cubicBezTo>
                    <a:pt x="138" y="53"/>
                    <a:pt x="121" y="32"/>
                    <a:pt x="98" y="2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4" name="Google Shape;1844;p48"/>
            <p:cNvSpPr/>
            <p:nvPr/>
          </p:nvSpPr>
          <p:spPr>
            <a:xfrm>
              <a:off x="3672275" y="1223963"/>
              <a:ext cx="271463" cy="1111250"/>
            </a:xfrm>
            <a:custGeom>
              <a:avLst/>
              <a:gdLst/>
              <a:ahLst/>
              <a:cxnLst/>
              <a:rect l="l" t="t" r="r" b="b"/>
              <a:pathLst>
                <a:path w="74" h="303" extrusionOk="0">
                  <a:moveTo>
                    <a:pt x="66" y="303"/>
                  </a:moveTo>
                  <a:cubicBezTo>
                    <a:pt x="57" y="219"/>
                    <a:pt x="57" y="99"/>
                    <a:pt x="74" y="17"/>
                  </a:cubicBezTo>
                  <a:cubicBezTo>
                    <a:pt x="72" y="14"/>
                    <a:pt x="70" y="4"/>
                    <a:pt x="69" y="0"/>
                  </a:cubicBezTo>
                  <a:cubicBezTo>
                    <a:pt x="70" y="3"/>
                    <a:pt x="17" y="100"/>
                    <a:pt x="18" y="129"/>
                  </a:cubicBezTo>
                  <a:cubicBezTo>
                    <a:pt x="19" y="159"/>
                    <a:pt x="1" y="297"/>
                    <a:pt x="0" y="301"/>
                  </a:cubicBezTo>
                  <a:cubicBezTo>
                    <a:pt x="0" y="301"/>
                    <a:pt x="48" y="299"/>
                    <a:pt x="66" y="30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5" name="Google Shape;1845;p48"/>
            <p:cNvSpPr/>
            <p:nvPr/>
          </p:nvSpPr>
          <p:spPr>
            <a:xfrm>
              <a:off x="3683388" y="1730375"/>
              <a:ext cx="77788" cy="58738"/>
            </a:xfrm>
            <a:custGeom>
              <a:avLst/>
              <a:gdLst/>
              <a:ahLst/>
              <a:cxnLst/>
              <a:rect l="l" t="t" r="r" b="b"/>
              <a:pathLst>
                <a:path w="21" h="16" extrusionOk="0">
                  <a:moveTo>
                    <a:pt x="21" y="15"/>
                  </a:moveTo>
                  <a:cubicBezTo>
                    <a:pt x="21" y="12"/>
                    <a:pt x="20" y="9"/>
                    <a:pt x="19" y="6"/>
                  </a:cubicBezTo>
                  <a:cubicBezTo>
                    <a:pt x="17" y="3"/>
                    <a:pt x="15" y="1"/>
                    <a:pt x="12" y="1"/>
                  </a:cubicBezTo>
                  <a:cubicBezTo>
                    <a:pt x="8" y="0"/>
                    <a:pt x="4" y="4"/>
                    <a:pt x="2" y="7"/>
                  </a:cubicBezTo>
                  <a:cubicBezTo>
                    <a:pt x="1" y="9"/>
                    <a:pt x="1" y="10"/>
                    <a:pt x="0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7" y="13"/>
                    <a:pt x="13" y="16"/>
                    <a:pt x="20" y="15"/>
                  </a:cubicBezTo>
                </a:path>
              </a:pathLst>
            </a:custGeom>
            <a:solidFill>
              <a:srgbClr val="35445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6" name="Google Shape;1846;p48"/>
            <p:cNvSpPr/>
            <p:nvPr/>
          </p:nvSpPr>
          <p:spPr>
            <a:xfrm>
              <a:off x="3669100" y="1778000"/>
              <a:ext cx="103188" cy="19050"/>
            </a:xfrm>
            <a:custGeom>
              <a:avLst/>
              <a:gdLst/>
              <a:ahLst/>
              <a:cxnLst/>
              <a:rect l="l" t="t" r="r" b="b"/>
              <a:pathLst>
                <a:path w="28" h="5" extrusionOk="0">
                  <a:moveTo>
                    <a:pt x="3" y="5"/>
                  </a:moveTo>
                  <a:cubicBezTo>
                    <a:pt x="25" y="5"/>
                    <a:pt x="25" y="5"/>
                    <a:pt x="25" y="5"/>
                  </a:cubicBezTo>
                  <a:cubicBezTo>
                    <a:pt x="27" y="5"/>
                    <a:pt x="28" y="4"/>
                    <a:pt x="28" y="3"/>
                  </a:cubicBezTo>
                  <a:cubicBezTo>
                    <a:pt x="28" y="1"/>
                    <a:pt x="27" y="0"/>
                    <a:pt x="25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1" y="1"/>
                    <a:pt x="0" y="2"/>
                  </a:cubicBezTo>
                  <a:cubicBezTo>
                    <a:pt x="0" y="4"/>
                    <a:pt x="2" y="5"/>
                    <a:pt x="3" y="5"/>
                  </a:cubicBezTo>
                  <a:close/>
                </a:path>
              </a:pathLst>
            </a:custGeom>
            <a:solidFill>
              <a:srgbClr val="ADBED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7" name="Google Shape;1847;p48"/>
            <p:cNvSpPr/>
            <p:nvPr/>
          </p:nvSpPr>
          <p:spPr>
            <a:xfrm>
              <a:off x="3246825" y="1330325"/>
              <a:ext cx="444500" cy="587375"/>
            </a:xfrm>
            <a:custGeom>
              <a:avLst/>
              <a:gdLst/>
              <a:ahLst/>
              <a:cxnLst/>
              <a:rect l="l" t="t" r="r" b="b"/>
              <a:pathLst>
                <a:path w="121" h="160" extrusionOk="0">
                  <a:moveTo>
                    <a:pt x="120" y="156"/>
                  </a:moveTo>
                  <a:cubicBezTo>
                    <a:pt x="87" y="46"/>
                    <a:pt x="87" y="46"/>
                    <a:pt x="87" y="46"/>
                  </a:cubicBezTo>
                  <a:cubicBezTo>
                    <a:pt x="85" y="40"/>
                    <a:pt x="80" y="35"/>
                    <a:pt x="75" y="3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34" y="112"/>
                    <a:pt x="34" y="112"/>
                    <a:pt x="34" y="112"/>
                  </a:cubicBezTo>
                  <a:cubicBezTo>
                    <a:pt x="36" y="117"/>
                    <a:pt x="40" y="122"/>
                    <a:pt x="45" y="125"/>
                  </a:cubicBezTo>
                  <a:cubicBezTo>
                    <a:pt x="116" y="159"/>
                    <a:pt x="116" y="159"/>
                    <a:pt x="116" y="159"/>
                  </a:cubicBezTo>
                  <a:cubicBezTo>
                    <a:pt x="119" y="160"/>
                    <a:pt x="121" y="158"/>
                    <a:pt x="120" y="15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8" name="Google Shape;1848;p48"/>
            <p:cNvSpPr/>
            <p:nvPr/>
          </p:nvSpPr>
          <p:spPr>
            <a:xfrm>
              <a:off x="3229363" y="1355725"/>
              <a:ext cx="442913" cy="587375"/>
            </a:xfrm>
            <a:custGeom>
              <a:avLst/>
              <a:gdLst/>
              <a:ahLst/>
              <a:cxnLst/>
              <a:rect l="l" t="t" r="r" b="b"/>
              <a:pathLst>
                <a:path w="121" h="160" extrusionOk="0">
                  <a:moveTo>
                    <a:pt x="121" y="155"/>
                  </a:moveTo>
                  <a:cubicBezTo>
                    <a:pt x="87" y="46"/>
                    <a:pt x="87" y="46"/>
                    <a:pt x="87" y="46"/>
                  </a:cubicBezTo>
                  <a:cubicBezTo>
                    <a:pt x="85" y="40"/>
                    <a:pt x="81" y="35"/>
                    <a:pt x="75" y="3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2" y="0"/>
                    <a:pt x="0" y="2"/>
                    <a:pt x="1" y="4"/>
                  </a:cubicBezTo>
                  <a:cubicBezTo>
                    <a:pt x="35" y="111"/>
                    <a:pt x="35" y="111"/>
                    <a:pt x="35" y="111"/>
                  </a:cubicBezTo>
                  <a:cubicBezTo>
                    <a:pt x="36" y="117"/>
                    <a:pt x="40" y="122"/>
                    <a:pt x="46" y="125"/>
                  </a:cubicBezTo>
                  <a:cubicBezTo>
                    <a:pt x="117" y="159"/>
                    <a:pt x="117" y="159"/>
                    <a:pt x="117" y="159"/>
                  </a:cubicBezTo>
                  <a:cubicBezTo>
                    <a:pt x="119" y="160"/>
                    <a:pt x="121" y="158"/>
                    <a:pt x="121" y="15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9" name="Google Shape;1849;p48"/>
            <p:cNvSpPr/>
            <p:nvPr/>
          </p:nvSpPr>
          <p:spPr>
            <a:xfrm>
              <a:off x="3419863" y="1598613"/>
              <a:ext cx="747713" cy="730250"/>
            </a:xfrm>
            <a:custGeom>
              <a:avLst/>
              <a:gdLst/>
              <a:ahLst/>
              <a:cxnLst/>
              <a:rect l="l" t="t" r="r" b="b"/>
              <a:pathLst>
                <a:path w="204" h="199" extrusionOk="0">
                  <a:moveTo>
                    <a:pt x="68" y="69"/>
                  </a:moveTo>
                  <a:cubicBezTo>
                    <a:pt x="68" y="69"/>
                    <a:pt x="179" y="199"/>
                    <a:pt x="204" y="178"/>
                  </a:cubicBezTo>
                  <a:cubicBezTo>
                    <a:pt x="165" y="95"/>
                    <a:pt x="165" y="95"/>
                    <a:pt x="165" y="95"/>
                  </a:cubicBezTo>
                  <a:cubicBezTo>
                    <a:pt x="165" y="97"/>
                    <a:pt x="75" y="25"/>
                    <a:pt x="75" y="25"/>
                  </a:cubicBezTo>
                  <a:cubicBezTo>
                    <a:pt x="75" y="25"/>
                    <a:pt x="13" y="0"/>
                    <a:pt x="11" y="8"/>
                  </a:cubicBezTo>
                  <a:cubicBezTo>
                    <a:pt x="10" y="13"/>
                    <a:pt x="48" y="18"/>
                    <a:pt x="45" y="18"/>
                  </a:cubicBezTo>
                  <a:cubicBezTo>
                    <a:pt x="44" y="18"/>
                    <a:pt x="11" y="12"/>
                    <a:pt x="8" y="15"/>
                  </a:cubicBezTo>
                  <a:cubicBezTo>
                    <a:pt x="3" y="19"/>
                    <a:pt x="42" y="27"/>
                    <a:pt x="41" y="30"/>
                  </a:cubicBezTo>
                  <a:cubicBezTo>
                    <a:pt x="41" y="30"/>
                    <a:pt x="3" y="30"/>
                    <a:pt x="2" y="34"/>
                  </a:cubicBezTo>
                  <a:cubicBezTo>
                    <a:pt x="0" y="37"/>
                    <a:pt x="40" y="40"/>
                    <a:pt x="39" y="42"/>
                  </a:cubicBezTo>
                  <a:cubicBezTo>
                    <a:pt x="39" y="43"/>
                    <a:pt x="6" y="39"/>
                    <a:pt x="11" y="42"/>
                  </a:cubicBezTo>
                  <a:cubicBezTo>
                    <a:pt x="16" y="45"/>
                    <a:pt x="68" y="69"/>
                    <a:pt x="68" y="69"/>
                  </a:cubicBezTo>
                  <a:close/>
                </a:path>
              </a:pathLst>
            </a:custGeom>
            <a:solidFill>
              <a:srgbClr val="B7736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0" name="Google Shape;1850;p48"/>
            <p:cNvSpPr/>
            <p:nvPr/>
          </p:nvSpPr>
          <p:spPr>
            <a:xfrm>
              <a:off x="3559563" y="1557338"/>
              <a:ext cx="168275" cy="165100"/>
            </a:xfrm>
            <a:custGeom>
              <a:avLst/>
              <a:gdLst/>
              <a:ahLst/>
              <a:cxnLst/>
              <a:rect l="l" t="t" r="r" b="b"/>
              <a:pathLst>
                <a:path w="46" h="45" extrusionOk="0">
                  <a:moveTo>
                    <a:pt x="14" y="30"/>
                  </a:moveTo>
                  <a:cubicBezTo>
                    <a:pt x="14" y="30"/>
                    <a:pt x="0" y="0"/>
                    <a:pt x="6" y="4"/>
                  </a:cubicBezTo>
                  <a:cubicBezTo>
                    <a:pt x="13" y="7"/>
                    <a:pt x="46" y="45"/>
                    <a:pt x="46" y="45"/>
                  </a:cubicBezTo>
                </a:path>
              </a:pathLst>
            </a:custGeom>
            <a:solidFill>
              <a:srgbClr val="B7736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1" name="Google Shape;1851;p48"/>
            <p:cNvSpPr/>
            <p:nvPr/>
          </p:nvSpPr>
          <p:spPr>
            <a:xfrm>
              <a:off x="3654813" y="1311275"/>
              <a:ext cx="911225" cy="1009650"/>
            </a:xfrm>
            <a:custGeom>
              <a:avLst/>
              <a:gdLst/>
              <a:ahLst/>
              <a:cxnLst/>
              <a:rect l="l" t="t" r="r" b="b"/>
              <a:pathLst>
                <a:path w="249" h="275" extrusionOk="0">
                  <a:moveTo>
                    <a:pt x="201" y="14"/>
                  </a:moveTo>
                  <a:cubicBezTo>
                    <a:pt x="192" y="0"/>
                    <a:pt x="172" y="2"/>
                    <a:pt x="164" y="16"/>
                  </a:cubicBezTo>
                  <a:cubicBezTo>
                    <a:pt x="156" y="32"/>
                    <a:pt x="149" y="61"/>
                    <a:pt x="144" y="74"/>
                  </a:cubicBezTo>
                  <a:cubicBezTo>
                    <a:pt x="135" y="97"/>
                    <a:pt x="97" y="169"/>
                    <a:pt x="97" y="169"/>
                  </a:cubicBezTo>
                  <a:cubicBezTo>
                    <a:pt x="22" y="109"/>
                    <a:pt x="22" y="109"/>
                    <a:pt x="22" y="109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160"/>
                    <a:pt x="110" y="275"/>
                    <a:pt x="137" y="263"/>
                  </a:cubicBezTo>
                  <a:cubicBezTo>
                    <a:pt x="162" y="253"/>
                    <a:pt x="249" y="86"/>
                    <a:pt x="201" y="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63AA6EFD-4083-A4E3-68EC-BCE7542C29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2359" y="572700"/>
            <a:ext cx="3581900" cy="316274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B056DFE-D561-9CFF-0EF2-EA924ABF6D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0599" y="3536432"/>
            <a:ext cx="3343742" cy="124794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6" name="Google Shape;1856;p4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¿Cómo se conforma un JSON?</a:t>
            </a:r>
            <a:endParaRPr dirty="0"/>
          </a:p>
        </p:txBody>
      </p:sp>
      <p:sp>
        <p:nvSpPr>
          <p:cNvPr id="1857" name="Google Shape;1857;p49"/>
          <p:cNvSpPr txBox="1">
            <a:spLocks noGrp="1"/>
          </p:cNvSpPr>
          <p:nvPr>
            <p:ph type="subTitle" idx="1"/>
          </p:nvPr>
        </p:nvSpPr>
        <p:spPr>
          <a:xfrm>
            <a:off x="914683" y="1095857"/>
            <a:ext cx="6330648" cy="323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 dirty="0"/>
              <a:t>Componente</a:t>
            </a:r>
            <a:endParaRPr sz="1800" b="1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800" dirty="0"/>
              <a:t>Objetos {}</a:t>
            </a:r>
            <a:endParaRPr sz="1800" dirty="0"/>
          </a:p>
          <a:p>
            <a:r>
              <a:rPr lang="es-MX" sz="1800" dirty="0"/>
              <a:t>Claves</a:t>
            </a:r>
          </a:p>
          <a:p>
            <a:r>
              <a:rPr lang="es-MX" sz="1800" dirty="0"/>
              <a:t>Valores</a:t>
            </a:r>
          </a:p>
          <a:p>
            <a:r>
              <a:rPr lang="es-MX" sz="1800" dirty="0"/>
              <a:t>Arreglos []</a:t>
            </a:r>
          </a:p>
          <a:p>
            <a:r>
              <a:rPr lang="es-MX" sz="1800" dirty="0"/>
              <a:t>Objetos anidados</a:t>
            </a:r>
          </a:p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MX" sz="1800" u="sng" dirty="0"/>
          </a:p>
          <a:p>
            <a:pPr marL="139700" indent="0">
              <a:buNone/>
            </a:pPr>
            <a:r>
              <a:rPr lang="es-MX" sz="1800" dirty="0"/>
              <a:t>JSON se basa en pares clave-valor</a:t>
            </a:r>
            <a:endParaRPr sz="1800" dirty="0"/>
          </a:p>
        </p:txBody>
      </p:sp>
      <p:grpSp>
        <p:nvGrpSpPr>
          <p:cNvPr id="1858" name="Google Shape;1858;p49"/>
          <p:cNvGrpSpPr/>
          <p:nvPr/>
        </p:nvGrpSpPr>
        <p:grpSpPr>
          <a:xfrm>
            <a:off x="6441798" y="2312952"/>
            <a:ext cx="1923820" cy="2491358"/>
            <a:chOff x="6441798" y="2312952"/>
            <a:chExt cx="1923820" cy="2491358"/>
          </a:xfrm>
        </p:grpSpPr>
        <p:grpSp>
          <p:nvGrpSpPr>
            <p:cNvPr id="1859" name="Google Shape;1859;p49"/>
            <p:cNvGrpSpPr/>
            <p:nvPr/>
          </p:nvGrpSpPr>
          <p:grpSpPr>
            <a:xfrm>
              <a:off x="7303533" y="2990635"/>
              <a:ext cx="1062085" cy="995219"/>
              <a:chOff x="1932280" y="1331475"/>
              <a:chExt cx="637200" cy="597084"/>
            </a:xfrm>
          </p:grpSpPr>
          <p:sp>
            <p:nvSpPr>
              <p:cNvPr id="1860" name="Google Shape;1860;p49"/>
              <p:cNvSpPr/>
              <p:nvPr/>
            </p:nvSpPr>
            <p:spPr>
              <a:xfrm>
                <a:off x="1932280" y="1393658"/>
                <a:ext cx="637200" cy="534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1" name="Google Shape;1861;p49"/>
              <p:cNvSpPr/>
              <p:nvPr/>
            </p:nvSpPr>
            <p:spPr>
              <a:xfrm>
                <a:off x="2033687" y="1869127"/>
                <a:ext cx="993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2" name="Google Shape;1862;p49"/>
              <p:cNvSpPr/>
              <p:nvPr/>
            </p:nvSpPr>
            <p:spPr>
              <a:xfrm>
                <a:off x="1977243" y="1857647"/>
                <a:ext cx="38400" cy="39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3" name="Google Shape;1863;p49"/>
              <p:cNvSpPr/>
              <p:nvPr/>
            </p:nvSpPr>
            <p:spPr>
              <a:xfrm>
                <a:off x="2432621" y="1869127"/>
                <a:ext cx="1005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4" name="Google Shape;1864;p49"/>
              <p:cNvSpPr/>
              <p:nvPr/>
            </p:nvSpPr>
            <p:spPr>
              <a:xfrm>
                <a:off x="2377133" y="1857647"/>
                <a:ext cx="39300" cy="39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5" name="Google Shape;1865;p49"/>
              <p:cNvSpPr/>
              <p:nvPr/>
            </p:nvSpPr>
            <p:spPr>
              <a:xfrm>
                <a:off x="1932280" y="1331475"/>
                <a:ext cx="637146" cy="62184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6" name="Google Shape;1866;p49"/>
              <p:cNvSpPr/>
              <p:nvPr/>
            </p:nvSpPr>
            <p:spPr>
              <a:xfrm>
                <a:off x="1959067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7" name="Google Shape;1867;p49"/>
              <p:cNvSpPr/>
              <p:nvPr/>
            </p:nvSpPr>
            <p:spPr>
              <a:xfrm>
                <a:off x="2003074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8" name="Google Shape;1868;p49"/>
              <p:cNvSpPr/>
              <p:nvPr/>
            </p:nvSpPr>
            <p:spPr>
              <a:xfrm>
                <a:off x="2047081" y="1348695"/>
                <a:ext cx="297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9" name="Google Shape;1869;p49"/>
              <p:cNvSpPr/>
              <p:nvPr/>
            </p:nvSpPr>
            <p:spPr>
              <a:xfrm>
                <a:off x="2045167" y="1431925"/>
                <a:ext cx="411300" cy="411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0" name="Google Shape;1870;p49"/>
              <p:cNvSpPr/>
              <p:nvPr/>
            </p:nvSpPr>
            <p:spPr>
              <a:xfrm>
                <a:off x="2115004" y="1502719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1" name="Google Shape;1871;p49"/>
              <p:cNvSpPr/>
              <p:nvPr/>
            </p:nvSpPr>
            <p:spPr>
              <a:xfrm>
                <a:off x="2093958" y="1495066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72" name="Google Shape;1872;p49"/>
            <p:cNvSpPr/>
            <p:nvPr/>
          </p:nvSpPr>
          <p:spPr>
            <a:xfrm>
              <a:off x="7499752" y="4238124"/>
              <a:ext cx="232055" cy="382764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73" name="Google Shape;1873;p49"/>
            <p:cNvGrpSpPr/>
            <p:nvPr/>
          </p:nvGrpSpPr>
          <p:grpSpPr>
            <a:xfrm>
              <a:off x="7950419" y="2312952"/>
              <a:ext cx="415198" cy="415198"/>
              <a:chOff x="1404969" y="1106377"/>
              <a:chExt cx="415198" cy="415198"/>
            </a:xfrm>
          </p:grpSpPr>
          <p:sp>
            <p:nvSpPr>
              <p:cNvPr id="1874" name="Google Shape;1874;p49"/>
              <p:cNvSpPr/>
              <p:nvPr/>
            </p:nvSpPr>
            <p:spPr>
              <a:xfrm>
                <a:off x="1404969" y="1106377"/>
                <a:ext cx="415198" cy="415198"/>
              </a:xfrm>
              <a:custGeom>
                <a:avLst/>
                <a:gdLst/>
                <a:ahLst/>
                <a:cxnLst/>
                <a:rect l="l" t="t" r="r" b="b"/>
                <a:pathLst>
                  <a:path w="474" h="474" extrusionOk="0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5" name="Google Shape;1875;p49"/>
              <p:cNvSpPr/>
              <p:nvPr/>
            </p:nvSpPr>
            <p:spPr>
              <a:xfrm>
                <a:off x="1460456" y="1163778"/>
                <a:ext cx="304223" cy="29944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43" extrusionOk="0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76" name="Google Shape;1876;p49"/>
            <p:cNvGrpSpPr/>
            <p:nvPr/>
          </p:nvGrpSpPr>
          <p:grpSpPr>
            <a:xfrm>
              <a:off x="6441798" y="3880086"/>
              <a:ext cx="653332" cy="924225"/>
              <a:chOff x="6000261" y="1225220"/>
              <a:chExt cx="627600" cy="887824"/>
            </a:xfrm>
          </p:grpSpPr>
          <p:sp>
            <p:nvSpPr>
              <p:cNvPr id="1877" name="Google Shape;1877;p49"/>
              <p:cNvSpPr/>
              <p:nvPr/>
            </p:nvSpPr>
            <p:spPr>
              <a:xfrm>
                <a:off x="6000261" y="1293145"/>
                <a:ext cx="627600" cy="8199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8" name="Google Shape;1878;p49"/>
              <p:cNvSpPr/>
              <p:nvPr/>
            </p:nvSpPr>
            <p:spPr>
              <a:xfrm>
                <a:off x="6000261" y="1225220"/>
                <a:ext cx="627579" cy="6792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9" name="Google Shape;1879;p49"/>
              <p:cNvSpPr/>
              <p:nvPr/>
            </p:nvSpPr>
            <p:spPr>
              <a:xfrm>
                <a:off x="6029918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0" name="Google Shape;1880;p49"/>
              <p:cNvSpPr/>
              <p:nvPr/>
            </p:nvSpPr>
            <p:spPr>
              <a:xfrm>
                <a:off x="6077752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1" name="Google Shape;1881;p49"/>
              <p:cNvSpPr/>
              <p:nvPr/>
            </p:nvSpPr>
            <p:spPr>
              <a:xfrm>
                <a:off x="6126543" y="1243398"/>
                <a:ext cx="306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2" name="Google Shape;1882;p49"/>
              <p:cNvSpPr/>
              <p:nvPr/>
            </p:nvSpPr>
            <p:spPr>
              <a:xfrm>
                <a:off x="6100712" y="1671989"/>
                <a:ext cx="97500" cy="142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3" name="Google Shape;1883;p49"/>
              <p:cNvSpPr/>
              <p:nvPr/>
            </p:nvSpPr>
            <p:spPr>
              <a:xfrm>
                <a:off x="6248997" y="1573451"/>
                <a:ext cx="98400" cy="241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4" name="Google Shape;1884;p49"/>
              <p:cNvSpPr/>
              <p:nvPr/>
            </p:nvSpPr>
            <p:spPr>
              <a:xfrm>
                <a:off x="6397281" y="1484480"/>
                <a:ext cx="97500" cy="330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5" name="Google Shape;1885;p49"/>
              <p:cNvSpPr/>
              <p:nvPr/>
            </p:nvSpPr>
            <p:spPr>
              <a:xfrm>
                <a:off x="6135152" y="1338108"/>
                <a:ext cx="308049" cy="309007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6" name="Google Shape;1886;p49"/>
              <p:cNvSpPr/>
              <p:nvPr/>
            </p:nvSpPr>
            <p:spPr>
              <a:xfrm>
                <a:off x="6072012" y="1876717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7" name="Google Shape;1887;p49"/>
              <p:cNvSpPr/>
              <p:nvPr/>
            </p:nvSpPr>
            <p:spPr>
              <a:xfrm>
                <a:off x="6072012" y="1929334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8" name="Google Shape;1888;p49"/>
              <p:cNvSpPr/>
              <p:nvPr/>
            </p:nvSpPr>
            <p:spPr>
              <a:xfrm>
                <a:off x="6124629" y="1981952"/>
                <a:ext cx="3777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9" name="Google Shape;1889;p49"/>
              <p:cNvSpPr/>
              <p:nvPr/>
            </p:nvSpPr>
            <p:spPr>
              <a:xfrm>
                <a:off x="6192553" y="2034569"/>
                <a:ext cx="2421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90" name="Google Shape;1890;p49"/>
            <p:cNvSpPr/>
            <p:nvPr/>
          </p:nvSpPr>
          <p:spPr>
            <a:xfrm>
              <a:off x="7405114" y="2441120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1">
          <a:extLst>
            <a:ext uri="{FF2B5EF4-FFF2-40B4-BE49-F238E27FC236}">
              <a16:creationId xmlns:a16="http://schemas.microsoft.com/office/drawing/2014/main" id="{6AEB3C44-B23E-3A0B-CA52-CF0C57189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p48">
            <a:extLst>
              <a:ext uri="{FF2B5EF4-FFF2-40B4-BE49-F238E27FC236}">
                <a16:creationId xmlns:a16="http://schemas.microsoft.com/office/drawing/2014/main" id="{33BC6667-6EC4-D0A3-E3C0-06F3B3DEB2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1202" y="176084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b="1" dirty="0" err="1">
                <a:solidFill>
                  <a:schemeClr val="accent1">
                    <a:lumMod val="25000"/>
                  </a:schemeClr>
                </a:solidFill>
              </a:rPr>
              <a:t>Estructura</a:t>
            </a:r>
            <a:r>
              <a:rPr lang="en-US" b="1" dirty="0">
                <a:solidFill>
                  <a:schemeClr val="accent1">
                    <a:lumMod val="25000"/>
                  </a:schemeClr>
                </a:solidFill>
              </a:rPr>
              <a:t> JSON</a:t>
            </a:r>
            <a:endParaRPr dirty="0">
              <a:solidFill>
                <a:schemeClr val="accent1">
                  <a:lumMod val="25000"/>
                </a:schemeClr>
              </a:solidFill>
            </a:endParaRPr>
          </a:p>
        </p:txBody>
      </p:sp>
      <p:grpSp>
        <p:nvGrpSpPr>
          <p:cNvPr id="1716" name="Google Shape;1716;p48">
            <a:extLst>
              <a:ext uri="{FF2B5EF4-FFF2-40B4-BE49-F238E27FC236}">
                <a16:creationId xmlns:a16="http://schemas.microsoft.com/office/drawing/2014/main" id="{421196A9-8286-BC6A-D233-E0B4B9CF9408}"/>
              </a:ext>
            </a:extLst>
          </p:cNvPr>
          <p:cNvGrpSpPr/>
          <p:nvPr/>
        </p:nvGrpSpPr>
        <p:grpSpPr>
          <a:xfrm>
            <a:off x="5816969" y="1228062"/>
            <a:ext cx="1687171" cy="2082500"/>
            <a:chOff x="1457450" y="276213"/>
            <a:chExt cx="3719513" cy="4591050"/>
          </a:xfrm>
        </p:grpSpPr>
        <p:sp>
          <p:nvSpPr>
            <p:cNvPr id="1717" name="Google Shape;1717;p48">
              <a:extLst>
                <a:ext uri="{FF2B5EF4-FFF2-40B4-BE49-F238E27FC236}">
                  <a16:creationId xmlns:a16="http://schemas.microsoft.com/office/drawing/2014/main" id="{2A64C9C7-5F65-E735-7DDD-1059130E246A}"/>
                </a:ext>
              </a:extLst>
            </p:cNvPr>
            <p:cNvSpPr/>
            <p:nvPr/>
          </p:nvSpPr>
          <p:spPr>
            <a:xfrm>
              <a:off x="3249738" y="279388"/>
              <a:ext cx="593725" cy="484188"/>
            </a:xfrm>
            <a:custGeom>
              <a:avLst/>
              <a:gdLst/>
              <a:ahLst/>
              <a:cxnLst/>
              <a:rect l="l" t="t" r="r" b="b"/>
              <a:pathLst>
                <a:path w="162" h="132" extrusionOk="0">
                  <a:moveTo>
                    <a:pt x="2" y="54"/>
                  </a:moveTo>
                  <a:cubicBezTo>
                    <a:pt x="0" y="46"/>
                    <a:pt x="14" y="23"/>
                    <a:pt x="21" y="18"/>
                  </a:cubicBezTo>
                  <a:cubicBezTo>
                    <a:pt x="30" y="12"/>
                    <a:pt x="40" y="8"/>
                    <a:pt x="51" y="5"/>
                  </a:cubicBezTo>
                  <a:cubicBezTo>
                    <a:pt x="73" y="0"/>
                    <a:pt x="93" y="7"/>
                    <a:pt x="110" y="23"/>
                  </a:cubicBezTo>
                  <a:cubicBezTo>
                    <a:pt x="162" y="74"/>
                    <a:pt x="75" y="132"/>
                    <a:pt x="75" y="132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8" name="Google Shape;1718;p48">
              <a:extLst>
                <a:ext uri="{FF2B5EF4-FFF2-40B4-BE49-F238E27FC236}">
                  <a16:creationId xmlns:a16="http://schemas.microsoft.com/office/drawing/2014/main" id="{E720F402-8DEE-3CCD-4D0B-BD65588F8933}"/>
                </a:ext>
              </a:extLst>
            </p:cNvPr>
            <p:cNvSpPr/>
            <p:nvPr/>
          </p:nvSpPr>
          <p:spPr>
            <a:xfrm>
              <a:off x="3619625" y="614350"/>
              <a:ext cx="176100" cy="176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9" name="Google Shape;1719;p48">
              <a:extLst>
                <a:ext uri="{FF2B5EF4-FFF2-40B4-BE49-F238E27FC236}">
                  <a16:creationId xmlns:a16="http://schemas.microsoft.com/office/drawing/2014/main" id="{FF408A83-C497-D8F9-31F3-1601A5422953}"/>
                </a:ext>
              </a:extLst>
            </p:cNvPr>
            <p:cNvSpPr/>
            <p:nvPr/>
          </p:nvSpPr>
          <p:spPr>
            <a:xfrm>
              <a:off x="3216400" y="341300"/>
              <a:ext cx="447675" cy="811213"/>
            </a:xfrm>
            <a:custGeom>
              <a:avLst/>
              <a:gdLst/>
              <a:ahLst/>
              <a:cxnLst/>
              <a:rect l="l" t="t" r="r" b="b"/>
              <a:pathLst>
                <a:path w="122" h="221" extrusionOk="0">
                  <a:moveTo>
                    <a:pt x="98" y="59"/>
                  </a:moveTo>
                  <a:cubicBezTo>
                    <a:pt x="98" y="60"/>
                    <a:pt x="99" y="61"/>
                    <a:pt x="100" y="61"/>
                  </a:cubicBezTo>
                  <a:cubicBezTo>
                    <a:pt x="105" y="60"/>
                    <a:pt x="116" y="58"/>
                    <a:pt x="119" y="71"/>
                  </a:cubicBezTo>
                  <a:cubicBezTo>
                    <a:pt x="122" y="84"/>
                    <a:pt x="110" y="92"/>
                    <a:pt x="103" y="93"/>
                  </a:cubicBezTo>
                  <a:cubicBezTo>
                    <a:pt x="100" y="94"/>
                    <a:pt x="90" y="102"/>
                    <a:pt x="89" y="104"/>
                  </a:cubicBezTo>
                  <a:cubicBezTo>
                    <a:pt x="85" y="109"/>
                    <a:pt x="95" y="160"/>
                    <a:pt x="97" y="176"/>
                  </a:cubicBezTo>
                  <a:cubicBezTo>
                    <a:pt x="101" y="206"/>
                    <a:pt x="57" y="221"/>
                    <a:pt x="57" y="221"/>
                  </a:cubicBezTo>
                  <a:cubicBezTo>
                    <a:pt x="57" y="221"/>
                    <a:pt x="31" y="214"/>
                    <a:pt x="29" y="176"/>
                  </a:cubicBezTo>
                  <a:cubicBezTo>
                    <a:pt x="29" y="176"/>
                    <a:pt x="30" y="104"/>
                    <a:pt x="30" y="103"/>
                  </a:cubicBezTo>
                  <a:cubicBezTo>
                    <a:pt x="23" y="98"/>
                    <a:pt x="0" y="97"/>
                    <a:pt x="10" y="47"/>
                  </a:cubicBezTo>
                  <a:cubicBezTo>
                    <a:pt x="19" y="0"/>
                    <a:pt x="53" y="0"/>
                    <a:pt x="62" y="1"/>
                  </a:cubicBezTo>
                  <a:cubicBezTo>
                    <a:pt x="69" y="1"/>
                    <a:pt x="94" y="1"/>
                    <a:pt x="98" y="59"/>
                  </a:cubicBezTo>
                  <a:close/>
                </a:path>
              </a:pathLst>
            </a:custGeom>
            <a:solidFill>
              <a:srgbClr val="894C3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0" name="Google Shape;1720;p48">
              <a:extLst>
                <a:ext uri="{FF2B5EF4-FFF2-40B4-BE49-F238E27FC236}">
                  <a16:creationId xmlns:a16="http://schemas.microsoft.com/office/drawing/2014/main" id="{4DB501D4-AEFA-5B64-09DE-0FF93C3A7834}"/>
                </a:ext>
              </a:extLst>
            </p:cNvPr>
            <p:cNvSpPr/>
            <p:nvPr/>
          </p:nvSpPr>
          <p:spPr>
            <a:xfrm>
              <a:off x="3356100" y="276213"/>
              <a:ext cx="314325" cy="290513"/>
            </a:xfrm>
            <a:custGeom>
              <a:avLst/>
              <a:gdLst/>
              <a:ahLst/>
              <a:cxnLst/>
              <a:rect l="l" t="t" r="r" b="b"/>
              <a:pathLst>
                <a:path w="86" h="79" extrusionOk="0">
                  <a:moveTo>
                    <a:pt x="0" y="16"/>
                  </a:moveTo>
                  <a:cubicBezTo>
                    <a:pt x="0" y="16"/>
                    <a:pt x="52" y="74"/>
                    <a:pt x="61" y="79"/>
                  </a:cubicBezTo>
                  <a:cubicBezTo>
                    <a:pt x="61" y="79"/>
                    <a:pt x="86" y="0"/>
                    <a:pt x="0" y="1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1" name="Google Shape;1721;p48">
              <a:extLst>
                <a:ext uri="{FF2B5EF4-FFF2-40B4-BE49-F238E27FC236}">
                  <a16:creationId xmlns:a16="http://schemas.microsoft.com/office/drawing/2014/main" id="{5C4E2714-734D-F111-905D-AD4FBEB16008}"/>
                </a:ext>
              </a:extLst>
            </p:cNvPr>
            <p:cNvSpPr/>
            <p:nvPr/>
          </p:nvSpPr>
          <p:spPr>
            <a:xfrm>
              <a:off x="3572000" y="561963"/>
              <a:ext cx="61913" cy="80963"/>
            </a:xfrm>
            <a:custGeom>
              <a:avLst/>
              <a:gdLst/>
              <a:ahLst/>
              <a:cxnLst/>
              <a:rect l="l" t="t" r="r" b="b"/>
              <a:pathLst>
                <a:path w="17" h="22" extrusionOk="0">
                  <a:moveTo>
                    <a:pt x="17" y="15"/>
                  </a:moveTo>
                  <a:cubicBezTo>
                    <a:pt x="17" y="15"/>
                    <a:pt x="7" y="0"/>
                    <a:pt x="0" y="22"/>
                  </a:cubicBezTo>
                </a:path>
              </a:pathLst>
            </a:custGeom>
            <a:solidFill>
              <a:srgbClr val="69392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2" name="Google Shape;1722;p48">
              <a:extLst>
                <a:ext uri="{FF2B5EF4-FFF2-40B4-BE49-F238E27FC236}">
                  <a16:creationId xmlns:a16="http://schemas.microsoft.com/office/drawing/2014/main" id="{E77B038A-0552-464D-CFAF-1B3761B12A3D}"/>
                </a:ext>
              </a:extLst>
            </p:cNvPr>
            <p:cNvSpPr/>
            <p:nvPr/>
          </p:nvSpPr>
          <p:spPr>
            <a:xfrm>
              <a:off x="3378318" y="569898"/>
              <a:ext cx="87302" cy="28549"/>
            </a:xfrm>
            <a:custGeom>
              <a:avLst/>
              <a:gdLst/>
              <a:ahLst/>
              <a:cxnLst/>
              <a:rect l="l" t="t" r="r" b="b"/>
              <a:pathLst>
                <a:path w="24" h="24" extrusionOk="0">
                  <a:moveTo>
                    <a:pt x="11" y="1"/>
                  </a:moveTo>
                  <a:cubicBezTo>
                    <a:pt x="5" y="1"/>
                    <a:pt x="0" y="7"/>
                    <a:pt x="1" y="13"/>
                  </a:cubicBezTo>
                  <a:cubicBezTo>
                    <a:pt x="1" y="19"/>
                    <a:pt x="6" y="24"/>
                    <a:pt x="13" y="24"/>
                  </a:cubicBezTo>
                  <a:cubicBezTo>
                    <a:pt x="19" y="23"/>
                    <a:pt x="24" y="18"/>
                    <a:pt x="24" y="11"/>
                  </a:cubicBezTo>
                  <a:cubicBezTo>
                    <a:pt x="23" y="5"/>
                    <a:pt x="18" y="0"/>
                    <a:pt x="11" y="1"/>
                  </a:cubicBezTo>
                  <a:close/>
                </a:path>
              </a:pathLst>
            </a:custGeom>
            <a:solidFill>
              <a:srgbClr val="69392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3" name="Google Shape;1723;p48">
              <a:extLst>
                <a:ext uri="{FF2B5EF4-FFF2-40B4-BE49-F238E27FC236}">
                  <a16:creationId xmlns:a16="http://schemas.microsoft.com/office/drawing/2014/main" id="{4F8D8481-D8B0-ED59-EC4A-417A8D4E9068}"/>
                </a:ext>
              </a:extLst>
            </p:cNvPr>
            <p:cNvSpPr/>
            <p:nvPr/>
          </p:nvSpPr>
          <p:spPr>
            <a:xfrm>
              <a:off x="3238602" y="525460"/>
              <a:ext cx="39738" cy="36486"/>
            </a:xfrm>
            <a:custGeom>
              <a:avLst/>
              <a:gdLst/>
              <a:ahLst/>
              <a:cxnLst/>
              <a:rect l="l" t="t" r="r" b="b"/>
              <a:pathLst>
                <a:path w="11" h="21" extrusionOk="0">
                  <a:moveTo>
                    <a:pt x="2" y="21"/>
                  </a:moveTo>
                  <a:cubicBezTo>
                    <a:pt x="7" y="20"/>
                    <a:pt x="11" y="15"/>
                    <a:pt x="10" y="9"/>
                  </a:cubicBezTo>
                  <a:cubicBezTo>
                    <a:pt x="10" y="5"/>
                    <a:pt x="7" y="2"/>
                    <a:pt x="4" y="0"/>
                  </a:cubicBezTo>
                  <a:cubicBezTo>
                    <a:pt x="4" y="0"/>
                    <a:pt x="0" y="13"/>
                    <a:pt x="2" y="21"/>
                  </a:cubicBezTo>
                  <a:close/>
                </a:path>
              </a:pathLst>
            </a:custGeom>
            <a:solidFill>
              <a:srgbClr val="69392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4" name="Google Shape;1724;p48">
              <a:extLst>
                <a:ext uri="{FF2B5EF4-FFF2-40B4-BE49-F238E27FC236}">
                  <a16:creationId xmlns:a16="http://schemas.microsoft.com/office/drawing/2014/main" id="{2F723753-56B8-C7A7-2F94-40ED6E11BC31}"/>
                </a:ext>
              </a:extLst>
            </p:cNvPr>
            <p:cNvSpPr/>
            <p:nvPr/>
          </p:nvSpPr>
          <p:spPr>
            <a:xfrm>
              <a:off x="3370388" y="474650"/>
              <a:ext cx="39688" cy="36513"/>
            </a:xfrm>
            <a:custGeom>
              <a:avLst/>
              <a:gdLst/>
              <a:ahLst/>
              <a:cxnLst/>
              <a:rect l="l" t="t" r="r" b="b"/>
              <a:pathLst>
                <a:path w="11" h="10" extrusionOk="0">
                  <a:moveTo>
                    <a:pt x="9" y="8"/>
                  </a:moveTo>
                  <a:cubicBezTo>
                    <a:pt x="11" y="10"/>
                    <a:pt x="9" y="3"/>
                    <a:pt x="7" y="1"/>
                  </a:cubicBezTo>
                  <a:cubicBezTo>
                    <a:pt x="4" y="0"/>
                    <a:pt x="1" y="0"/>
                    <a:pt x="0" y="3"/>
                  </a:cubicBezTo>
                  <a:cubicBezTo>
                    <a:pt x="0" y="3"/>
                    <a:pt x="5" y="3"/>
                    <a:pt x="9" y="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5" name="Google Shape;1725;p48">
              <a:extLst>
                <a:ext uri="{FF2B5EF4-FFF2-40B4-BE49-F238E27FC236}">
                  <a16:creationId xmlns:a16="http://schemas.microsoft.com/office/drawing/2014/main" id="{A6E04AC7-2A05-593E-5D4B-D9EABB97DB4C}"/>
                </a:ext>
              </a:extLst>
            </p:cNvPr>
            <p:cNvSpPr/>
            <p:nvPr/>
          </p:nvSpPr>
          <p:spPr>
            <a:xfrm>
              <a:off x="3271963" y="452425"/>
              <a:ext cx="47625" cy="17463"/>
            </a:xfrm>
            <a:custGeom>
              <a:avLst/>
              <a:gdLst/>
              <a:ahLst/>
              <a:cxnLst/>
              <a:rect l="l" t="t" r="r" b="b"/>
              <a:pathLst>
                <a:path w="13" h="5" extrusionOk="0">
                  <a:moveTo>
                    <a:pt x="2" y="4"/>
                  </a:moveTo>
                  <a:cubicBezTo>
                    <a:pt x="0" y="5"/>
                    <a:pt x="5" y="0"/>
                    <a:pt x="8" y="0"/>
                  </a:cubicBezTo>
                  <a:cubicBezTo>
                    <a:pt x="11" y="0"/>
                    <a:pt x="13" y="2"/>
                    <a:pt x="13" y="4"/>
                  </a:cubicBezTo>
                  <a:cubicBezTo>
                    <a:pt x="13" y="4"/>
                    <a:pt x="8" y="2"/>
                    <a:pt x="2" y="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6" name="Google Shape;1726;p48">
              <a:extLst>
                <a:ext uri="{FF2B5EF4-FFF2-40B4-BE49-F238E27FC236}">
                  <a16:creationId xmlns:a16="http://schemas.microsoft.com/office/drawing/2014/main" id="{207462BC-C000-0D4A-DC1A-8ED30E9FC4DF}"/>
                </a:ext>
              </a:extLst>
            </p:cNvPr>
            <p:cNvSpPr/>
            <p:nvPr/>
          </p:nvSpPr>
          <p:spPr>
            <a:xfrm>
              <a:off x="3356100" y="522275"/>
              <a:ext cx="17463" cy="33338"/>
            </a:xfrm>
            <a:custGeom>
              <a:avLst/>
              <a:gdLst/>
              <a:ahLst/>
              <a:cxnLst/>
              <a:rect l="l" t="t" r="r" b="b"/>
              <a:pathLst>
                <a:path w="5" h="9" extrusionOk="0">
                  <a:moveTo>
                    <a:pt x="4" y="5"/>
                  </a:moveTo>
                  <a:cubicBezTo>
                    <a:pt x="3" y="7"/>
                    <a:pt x="2" y="9"/>
                    <a:pt x="1" y="8"/>
                  </a:cubicBezTo>
                  <a:cubicBezTo>
                    <a:pt x="0" y="8"/>
                    <a:pt x="0" y="6"/>
                    <a:pt x="0" y="4"/>
                  </a:cubicBezTo>
                  <a:cubicBezTo>
                    <a:pt x="1" y="2"/>
                    <a:pt x="2" y="0"/>
                    <a:pt x="3" y="0"/>
                  </a:cubicBezTo>
                  <a:cubicBezTo>
                    <a:pt x="4" y="1"/>
                    <a:pt x="5" y="3"/>
                    <a:pt x="4" y="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7" name="Google Shape;1727;p48">
              <a:extLst>
                <a:ext uri="{FF2B5EF4-FFF2-40B4-BE49-F238E27FC236}">
                  <a16:creationId xmlns:a16="http://schemas.microsoft.com/office/drawing/2014/main" id="{3425094A-ECDC-BBD5-A70D-AEC3A4DA8F88}"/>
                </a:ext>
              </a:extLst>
            </p:cNvPr>
            <p:cNvSpPr/>
            <p:nvPr/>
          </p:nvSpPr>
          <p:spPr>
            <a:xfrm>
              <a:off x="3294188" y="500050"/>
              <a:ext cx="17463" cy="28575"/>
            </a:xfrm>
            <a:custGeom>
              <a:avLst/>
              <a:gdLst/>
              <a:ahLst/>
              <a:cxnLst/>
              <a:rect l="l" t="t" r="r" b="b"/>
              <a:pathLst>
                <a:path w="5" h="8" extrusionOk="0">
                  <a:moveTo>
                    <a:pt x="4" y="5"/>
                  </a:moveTo>
                  <a:cubicBezTo>
                    <a:pt x="4" y="7"/>
                    <a:pt x="2" y="8"/>
                    <a:pt x="1" y="8"/>
                  </a:cubicBezTo>
                  <a:cubicBezTo>
                    <a:pt x="0" y="8"/>
                    <a:pt x="0" y="6"/>
                    <a:pt x="1" y="4"/>
                  </a:cubicBezTo>
                  <a:cubicBezTo>
                    <a:pt x="1" y="2"/>
                    <a:pt x="2" y="0"/>
                    <a:pt x="3" y="0"/>
                  </a:cubicBezTo>
                  <a:cubicBezTo>
                    <a:pt x="4" y="1"/>
                    <a:pt x="5" y="3"/>
                    <a:pt x="4" y="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8" name="Google Shape;1728;p48">
              <a:extLst>
                <a:ext uri="{FF2B5EF4-FFF2-40B4-BE49-F238E27FC236}">
                  <a16:creationId xmlns:a16="http://schemas.microsoft.com/office/drawing/2014/main" id="{D6046129-DE66-B101-AFED-2CD873ED8AF8}"/>
                </a:ext>
              </a:extLst>
            </p:cNvPr>
            <p:cNvSpPr/>
            <p:nvPr/>
          </p:nvSpPr>
          <p:spPr>
            <a:xfrm>
              <a:off x="3319588" y="715950"/>
              <a:ext cx="168275" cy="133350"/>
            </a:xfrm>
            <a:custGeom>
              <a:avLst/>
              <a:gdLst/>
              <a:ahLst/>
              <a:cxnLst/>
              <a:rect l="l" t="t" r="r" b="b"/>
              <a:pathLst>
                <a:path w="46" h="36" extrusionOk="0">
                  <a:moveTo>
                    <a:pt x="2" y="1"/>
                  </a:moveTo>
                  <a:cubicBezTo>
                    <a:pt x="2" y="1"/>
                    <a:pt x="24" y="3"/>
                    <a:pt x="35" y="2"/>
                  </a:cubicBezTo>
                  <a:cubicBezTo>
                    <a:pt x="46" y="0"/>
                    <a:pt x="0" y="36"/>
                    <a:pt x="2" y="1"/>
                  </a:cubicBezTo>
                  <a:close/>
                </a:path>
              </a:pathLst>
            </a:custGeom>
            <a:solidFill>
              <a:srgbClr val="69392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9" name="Google Shape;1729;p48">
              <a:extLst>
                <a:ext uri="{FF2B5EF4-FFF2-40B4-BE49-F238E27FC236}">
                  <a16:creationId xmlns:a16="http://schemas.microsoft.com/office/drawing/2014/main" id="{F9FC8B9F-5F2E-1C64-69FD-62108127C6F7}"/>
                </a:ext>
              </a:extLst>
            </p:cNvPr>
            <p:cNvSpPr/>
            <p:nvPr/>
          </p:nvSpPr>
          <p:spPr>
            <a:xfrm>
              <a:off x="3227513" y="441313"/>
              <a:ext cx="106363" cy="125413"/>
            </a:xfrm>
            <a:custGeom>
              <a:avLst/>
              <a:gdLst/>
              <a:ahLst/>
              <a:cxnLst/>
              <a:rect l="l" t="t" r="r" b="b"/>
              <a:pathLst>
                <a:path w="29" h="34" extrusionOk="0">
                  <a:moveTo>
                    <a:pt x="14" y="34"/>
                  </a:moveTo>
                  <a:cubicBezTo>
                    <a:pt x="6" y="34"/>
                    <a:pt x="0" y="26"/>
                    <a:pt x="0" y="17"/>
                  </a:cubicBezTo>
                  <a:cubicBezTo>
                    <a:pt x="0" y="8"/>
                    <a:pt x="6" y="0"/>
                    <a:pt x="14" y="0"/>
                  </a:cubicBezTo>
                  <a:cubicBezTo>
                    <a:pt x="23" y="0"/>
                    <a:pt x="29" y="8"/>
                    <a:pt x="29" y="17"/>
                  </a:cubicBezTo>
                  <a:cubicBezTo>
                    <a:pt x="29" y="26"/>
                    <a:pt x="23" y="34"/>
                    <a:pt x="14" y="34"/>
                  </a:cubicBezTo>
                  <a:close/>
                  <a:moveTo>
                    <a:pt x="14" y="3"/>
                  </a:moveTo>
                  <a:cubicBezTo>
                    <a:pt x="7" y="3"/>
                    <a:pt x="2" y="9"/>
                    <a:pt x="2" y="17"/>
                  </a:cubicBezTo>
                  <a:cubicBezTo>
                    <a:pt x="2" y="25"/>
                    <a:pt x="7" y="32"/>
                    <a:pt x="14" y="32"/>
                  </a:cubicBezTo>
                  <a:cubicBezTo>
                    <a:pt x="21" y="32"/>
                    <a:pt x="27" y="25"/>
                    <a:pt x="27" y="17"/>
                  </a:cubicBezTo>
                  <a:cubicBezTo>
                    <a:pt x="27" y="9"/>
                    <a:pt x="21" y="3"/>
                    <a:pt x="14" y="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0" name="Google Shape;1730;p48">
              <a:extLst>
                <a:ext uri="{FF2B5EF4-FFF2-40B4-BE49-F238E27FC236}">
                  <a16:creationId xmlns:a16="http://schemas.microsoft.com/office/drawing/2014/main" id="{8B90B0D2-F3AF-5174-54C3-95885C9E20C1}"/>
                </a:ext>
              </a:extLst>
            </p:cNvPr>
            <p:cNvSpPr/>
            <p:nvPr/>
          </p:nvSpPr>
          <p:spPr>
            <a:xfrm>
              <a:off x="3333875" y="485763"/>
              <a:ext cx="109538" cy="120650"/>
            </a:xfrm>
            <a:custGeom>
              <a:avLst/>
              <a:gdLst/>
              <a:ahLst/>
              <a:cxnLst/>
              <a:rect l="l" t="t" r="r" b="b"/>
              <a:pathLst>
                <a:path w="30" h="33" extrusionOk="0">
                  <a:moveTo>
                    <a:pt x="15" y="33"/>
                  </a:moveTo>
                  <a:cubicBezTo>
                    <a:pt x="6" y="33"/>
                    <a:pt x="0" y="26"/>
                    <a:pt x="0" y="17"/>
                  </a:cubicBezTo>
                  <a:cubicBezTo>
                    <a:pt x="0" y="7"/>
                    <a:pt x="6" y="0"/>
                    <a:pt x="15" y="0"/>
                  </a:cubicBezTo>
                  <a:cubicBezTo>
                    <a:pt x="23" y="0"/>
                    <a:pt x="30" y="7"/>
                    <a:pt x="30" y="17"/>
                  </a:cubicBezTo>
                  <a:cubicBezTo>
                    <a:pt x="30" y="26"/>
                    <a:pt x="23" y="33"/>
                    <a:pt x="15" y="33"/>
                  </a:cubicBezTo>
                  <a:close/>
                  <a:moveTo>
                    <a:pt x="15" y="2"/>
                  </a:moveTo>
                  <a:cubicBezTo>
                    <a:pt x="8" y="2"/>
                    <a:pt x="2" y="9"/>
                    <a:pt x="2" y="17"/>
                  </a:cubicBezTo>
                  <a:cubicBezTo>
                    <a:pt x="2" y="25"/>
                    <a:pt x="8" y="31"/>
                    <a:pt x="15" y="31"/>
                  </a:cubicBezTo>
                  <a:cubicBezTo>
                    <a:pt x="22" y="31"/>
                    <a:pt x="27" y="25"/>
                    <a:pt x="27" y="17"/>
                  </a:cubicBezTo>
                  <a:cubicBezTo>
                    <a:pt x="27" y="9"/>
                    <a:pt x="22" y="2"/>
                    <a:pt x="15" y="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1" name="Google Shape;1731;p48">
              <a:extLst>
                <a:ext uri="{FF2B5EF4-FFF2-40B4-BE49-F238E27FC236}">
                  <a16:creationId xmlns:a16="http://schemas.microsoft.com/office/drawing/2014/main" id="{98C644A4-FBDA-97D9-F37C-25EC4F4BE2F3}"/>
                </a:ext>
              </a:extLst>
            </p:cNvPr>
            <p:cNvSpPr/>
            <p:nvPr/>
          </p:nvSpPr>
          <p:spPr>
            <a:xfrm>
              <a:off x="3437063" y="539738"/>
              <a:ext cx="142875" cy="30163"/>
            </a:xfrm>
            <a:custGeom>
              <a:avLst/>
              <a:gdLst/>
              <a:ahLst/>
              <a:cxnLst/>
              <a:rect l="l" t="t" r="r" b="b"/>
              <a:pathLst>
                <a:path w="90" h="19" extrusionOk="0">
                  <a:moveTo>
                    <a:pt x="90" y="19"/>
                  </a:moveTo>
                  <a:lnTo>
                    <a:pt x="0" y="7"/>
                  </a:lnTo>
                  <a:lnTo>
                    <a:pt x="2" y="0"/>
                  </a:lnTo>
                  <a:lnTo>
                    <a:pt x="90" y="14"/>
                  </a:lnTo>
                  <a:lnTo>
                    <a:pt x="90" y="1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2" name="Google Shape;1732;p48">
              <a:extLst>
                <a:ext uri="{FF2B5EF4-FFF2-40B4-BE49-F238E27FC236}">
                  <a16:creationId xmlns:a16="http://schemas.microsoft.com/office/drawing/2014/main" id="{669CBD47-DC2E-55E4-6D33-DEC65DE9D1DA}"/>
                </a:ext>
              </a:extLst>
            </p:cNvPr>
            <p:cNvSpPr/>
            <p:nvPr/>
          </p:nvSpPr>
          <p:spPr>
            <a:xfrm>
              <a:off x="3165600" y="4425938"/>
              <a:ext cx="219075" cy="349250"/>
            </a:xfrm>
            <a:custGeom>
              <a:avLst/>
              <a:gdLst/>
              <a:ahLst/>
              <a:cxnLst/>
              <a:rect l="l" t="t" r="r" b="b"/>
              <a:pathLst>
                <a:path w="60" h="95" extrusionOk="0">
                  <a:moveTo>
                    <a:pt x="60" y="1"/>
                  </a:moveTo>
                  <a:cubicBezTo>
                    <a:pt x="52" y="58"/>
                    <a:pt x="52" y="58"/>
                    <a:pt x="52" y="58"/>
                  </a:cubicBezTo>
                  <a:cubicBezTo>
                    <a:pt x="52" y="58"/>
                    <a:pt x="39" y="95"/>
                    <a:pt x="27" y="81"/>
                  </a:cubicBezTo>
                  <a:cubicBezTo>
                    <a:pt x="15" y="66"/>
                    <a:pt x="4" y="58"/>
                    <a:pt x="4" y="58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60" y="1"/>
                  </a:lnTo>
                  <a:close/>
                </a:path>
              </a:pathLst>
            </a:custGeom>
            <a:solidFill>
              <a:srgbClr val="894C3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3" name="Google Shape;1733;p48">
              <a:extLst>
                <a:ext uri="{FF2B5EF4-FFF2-40B4-BE49-F238E27FC236}">
                  <a16:creationId xmlns:a16="http://schemas.microsoft.com/office/drawing/2014/main" id="{9EC22B55-6D83-C3AE-CE05-265D7938270C}"/>
                </a:ext>
              </a:extLst>
            </p:cNvPr>
            <p:cNvSpPr/>
            <p:nvPr/>
          </p:nvSpPr>
          <p:spPr>
            <a:xfrm>
              <a:off x="4078413" y="4416413"/>
              <a:ext cx="185738" cy="249238"/>
            </a:xfrm>
            <a:custGeom>
              <a:avLst/>
              <a:gdLst/>
              <a:ahLst/>
              <a:cxnLst/>
              <a:rect l="l" t="t" r="r" b="b"/>
              <a:pathLst>
                <a:path w="51" h="68" extrusionOk="0">
                  <a:moveTo>
                    <a:pt x="0" y="0"/>
                  </a:moveTo>
                  <a:cubicBezTo>
                    <a:pt x="18" y="56"/>
                    <a:pt x="18" y="56"/>
                    <a:pt x="18" y="56"/>
                  </a:cubicBezTo>
                  <a:cubicBezTo>
                    <a:pt x="18" y="56"/>
                    <a:pt x="31" y="68"/>
                    <a:pt x="36" y="68"/>
                  </a:cubicBezTo>
                  <a:cubicBezTo>
                    <a:pt x="45" y="67"/>
                    <a:pt x="49" y="52"/>
                    <a:pt x="49" y="52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894C3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4" name="Google Shape;1734;p48">
              <a:extLst>
                <a:ext uri="{FF2B5EF4-FFF2-40B4-BE49-F238E27FC236}">
                  <a16:creationId xmlns:a16="http://schemas.microsoft.com/office/drawing/2014/main" id="{1B10DB5B-9CB5-2567-CCF9-C5BD3E8973C5}"/>
                </a:ext>
              </a:extLst>
            </p:cNvPr>
            <p:cNvSpPr/>
            <p:nvPr/>
          </p:nvSpPr>
          <p:spPr>
            <a:xfrm>
              <a:off x="2981450" y="4606913"/>
              <a:ext cx="400050" cy="193675"/>
            </a:xfrm>
            <a:custGeom>
              <a:avLst/>
              <a:gdLst/>
              <a:ahLst/>
              <a:cxnLst/>
              <a:rect l="l" t="t" r="r" b="b"/>
              <a:pathLst>
                <a:path w="109" h="53" extrusionOk="0">
                  <a:moveTo>
                    <a:pt x="50" y="9"/>
                  </a:moveTo>
                  <a:cubicBezTo>
                    <a:pt x="2" y="48"/>
                    <a:pt x="2" y="48"/>
                    <a:pt x="2" y="48"/>
                  </a:cubicBezTo>
                  <a:cubicBezTo>
                    <a:pt x="0" y="49"/>
                    <a:pt x="2" y="52"/>
                    <a:pt x="5" y="52"/>
                  </a:cubicBezTo>
                  <a:cubicBezTo>
                    <a:pt x="75" y="53"/>
                    <a:pt x="75" y="53"/>
                    <a:pt x="75" y="53"/>
                  </a:cubicBezTo>
                  <a:cubicBezTo>
                    <a:pt x="77" y="53"/>
                    <a:pt x="78" y="52"/>
                    <a:pt x="79" y="51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6" y="37"/>
                    <a:pt x="89" y="37"/>
                    <a:pt x="88" y="40"/>
                  </a:cubicBezTo>
                  <a:cubicBezTo>
                    <a:pt x="91" y="51"/>
                    <a:pt x="91" y="51"/>
                    <a:pt x="91" y="51"/>
                  </a:cubicBezTo>
                  <a:cubicBezTo>
                    <a:pt x="91" y="52"/>
                    <a:pt x="108" y="52"/>
                    <a:pt x="108" y="50"/>
                  </a:cubicBezTo>
                  <a:cubicBezTo>
                    <a:pt x="109" y="41"/>
                    <a:pt x="107" y="11"/>
                    <a:pt x="105" y="2"/>
                  </a:cubicBezTo>
                  <a:cubicBezTo>
                    <a:pt x="105" y="1"/>
                    <a:pt x="104" y="0"/>
                    <a:pt x="102" y="0"/>
                  </a:cubicBezTo>
                  <a:cubicBezTo>
                    <a:pt x="102" y="0"/>
                    <a:pt x="102" y="0"/>
                    <a:pt x="102" y="0"/>
                  </a:cubicBezTo>
                  <a:cubicBezTo>
                    <a:pt x="100" y="0"/>
                    <a:pt x="99" y="0"/>
                    <a:pt x="98" y="1"/>
                  </a:cubicBezTo>
                  <a:cubicBezTo>
                    <a:pt x="93" y="5"/>
                    <a:pt x="78" y="19"/>
                    <a:pt x="70" y="16"/>
                  </a:cubicBezTo>
                  <a:cubicBezTo>
                    <a:pt x="65" y="15"/>
                    <a:pt x="58" y="11"/>
                    <a:pt x="56" y="9"/>
                  </a:cubicBezTo>
                  <a:cubicBezTo>
                    <a:pt x="54" y="8"/>
                    <a:pt x="51" y="8"/>
                    <a:pt x="50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5" name="Google Shape;1735;p48">
              <a:extLst>
                <a:ext uri="{FF2B5EF4-FFF2-40B4-BE49-F238E27FC236}">
                  <a16:creationId xmlns:a16="http://schemas.microsoft.com/office/drawing/2014/main" id="{A82A10E7-9490-67A4-BA9F-F2F33E8E54C3}"/>
                </a:ext>
              </a:extLst>
            </p:cNvPr>
            <p:cNvSpPr/>
            <p:nvPr/>
          </p:nvSpPr>
          <p:spPr>
            <a:xfrm>
              <a:off x="4110163" y="4595800"/>
              <a:ext cx="260350" cy="271463"/>
            </a:xfrm>
            <a:custGeom>
              <a:avLst/>
              <a:gdLst/>
              <a:ahLst/>
              <a:cxnLst/>
              <a:rect l="l" t="t" r="r" b="b"/>
              <a:pathLst>
                <a:path w="71" h="74" extrusionOk="0">
                  <a:moveTo>
                    <a:pt x="41" y="1"/>
                  </a:moveTo>
                  <a:cubicBezTo>
                    <a:pt x="68" y="46"/>
                    <a:pt x="68" y="46"/>
                    <a:pt x="68" y="46"/>
                  </a:cubicBezTo>
                  <a:cubicBezTo>
                    <a:pt x="71" y="50"/>
                    <a:pt x="69" y="56"/>
                    <a:pt x="64" y="59"/>
                  </a:cubicBezTo>
                  <a:cubicBezTo>
                    <a:pt x="55" y="64"/>
                    <a:pt x="48" y="74"/>
                    <a:pt x="43" y="74"/>
                  </a:cubicBezTo>
                  <a:cubicBezTo>
                    <a:pt x="34" y="74"/>
                    <a:pt x="19" y="64"/>
                    <a:pt x="10" y="60"/>
                  </a:cubicBezTo>
                  <a:cubicBezTo>
                    <a:pt x="4" y="58"/>
                    <a:pt x="0" y="54"/>
                    <a:pt x="0" y="49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3"/>
                    <a:pt x="8" y="3"/>
                    <a:pt x="9" y="4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22" y="16"/>
                    <a:pt x="32" y="16"/>
                    <a:pt x="34" y="12"/>
                  </a:cubicBezTo>
                  <a:cubicBezTo>
                    <a:pt x="35" y="9"/>
                    <a:pt x="39" y="1"/>
                    <a:pt x="39" y="1"/>
                  </a:cubicBezTo>
                  <a:cubicBezTo>
                    <a:pt x="40" y="0"/>
                    <a:pt x="40" y="0"/>
                    <a:pt x="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6" name="Google Shape;1736;p48">
              <a:extLst>
                <a:ext uri="{FF2B5EF4-FFF2-40B4-BE49-F238E27FC236}">
                  <a16:creationId xmlns:a16="http://schemas.microsoft.com/office/drawing/2014/main" id="{B98BA2F0-E6B7-264F-46CA-1F7B4F9EF262}"/>
                </a:ext>
              </a:extLst>
            </p:cNvPr>
            <p:cNvSpPr/>
            <p:nvPr/>
          </p:nvSpPr>
          <p:spPr>
            <a:xfrm>
              <a:off x="2883025" y="1655750"/>
              <a:ext cx="1674812" cy="2825750"/>
            </a:xfrm>
            <a:custGeom>
              <a:avLst/>
              <a:gdLst/>
              <a:ahLst/>
              <a:cxnLst/>
              <a:rect l="l" t="t" r="r" b="b"/>
              <a:pathLst>
                <a:path w="457" h="770" extrusionOk="0">
                  <a:moveTo>
                    <a:pt x="233" y="9"/>
                  </a:moveTo>
                  <a:cubicBezTo>
                    <a:pt x="255" y="47"/>
                    <a:pt x="266" y="75"/>
                    <a:pt x="279" y="124"/>
                  </a:cubicBezTo>
                  <a:cubicBezTo>
                    <a:pt x="293" y="181"/>
                    <a:pt x="450" y="659"/>
                    <a:pt x="457" y="762"/>
                  </a:cubicBezTo>
                  <a:cubicBezTo>
                    <a:pt x="439" y="767"/>
                    <a:pt x="320" y="766"/>
                    <a:pt x="309" y="765"/>
                  </a:cubicBezTo>
                  <a:cubicBezTo>
                    <a:pt x="273" y="663"/>
                    <a:pt x="183" y="329"/>
                    <a:pt x="167" y="264"/>
                  </a:cubicBezTo>
                  <a:cubicBezTo>
                    <a:pt x="165" y="254"/>
                    <a:pt x="149" y="256"/>
                    <a:pt x="151" y="266"/>
                  </a:cubicBezTo>
                  <a:cubicBezTo>
                    <a:pt x="159" y="340"/>
                    <a:pt x="206" y="652"/>
                    <a:pt x="230" y="765"/>
                  </a:cubicBezTo>
                  <a:cubicBezTo>
                    <a:pt x="221" y="770"/>
                    <a:pt x="85" y="769"/>
                    <a:pt x="74" y="768"/>
                  </a:cubicBezTo>
                  <a:cubicBezTo>
                    <a:pt x="62" y="641"/>
                    <a:pt x="0" y="161"/>
                    <a:pt x="94" y="5"/>
                  </a:cubicBezTo>
                  <a:cubicBezTo>
                    <a:pt x="137" y="0"/>
                    <a:pt x="189" y="7"/>
                    <a:pt x="233" y="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7" name="Google Shape;1737;p48">
              <a:extLst>
                <a:ext uri="{FF2B5EF4-FFF2-40B4-BE49-F238E27FC236}">
                  <a16:creationId xmlns:a16="http://schemas.microsoft.com/office/drawing/2014/main" id="{5F032DE9-BD96-6D6E-764F-0C2AE4434F48}"/>
                </a:ext>
              </a:extLst>
            </p:cNvPr>
            <p:cNvSpPr/>
            <p:nvPr/>
          </p:nvSpPr>
          <p:spPr>
            <a:xfrm>
              <a:off x="2424238" y="1549388"/>
              <a:ext cx="546100" cy="260350"/>
            </a:xfrm>
            <a:custGeom>
              <a:avLst/>
              <a:gdLst/>
              <a:ahLst/>
              <a:cxnLst/>
              <a:rect l="l" t="t" r="r" b="b"/>
              <a:pathLst>
                <a:path w="149" h="71" extrusionOk="0">
                  <a:moveTo>
                    <a:pt x="31" y="71"/>
                  </a:moveTo>
                  <a:cubicBezTo>
                    <a:pt x="31" y="71"/>
                    <a:pt x="94" y="58"/>
                    <a:pt x="149" y="36"/>
                  </a:cubicBezTo>
                  <a:cubicBezTo>
                    <a:pt x="134" y="25"/>
                    <a:pt x="119" y="13"/>
                    <a:pt x="105" y="0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7" y="36"/>
                    <a:pt x="38" y="41"/>
                    <a:pt x="0" y="55"/>
                  </a:cubicBezTo>
                  <a:lnTo>
                    <a:pt x="31" y="71"/>
                  </a:lnTo>
                  <a:close/>
                </a:path>
              </a:pathLst>
            </a:custGeom>
            <a:solidFill>
              <a:srgbClr val="894C3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8" name="Google Shape;1738;p48">
              <a:extLst>
                <a:ext uri="{FF2B5EF4-FFF2-40B4-BE49-F238E27FC236}">
                  <a16:creationId xmlns:a16="http://schemas.microsoft.com/office/drawing/2014/main" id="{A675AA95-78E2-F96B-2C91-A5A972FED90F}"/>
                </a:ext>
              </a:extLst>
            </p:cNvPr>
            <p:cNvSpPr/>
            <p:nvPr/>
          </p:nvSpPr>
          <p:spPr>
            <a:xfrm>
              <a:off x="2387725" y="1677975"/>
              <a:ext cx="184150" cy="69850"/>
            </a:xfrm>
            <a:custGeom>
              <a:avLst/>
              <a:gdLst/>
              <a:ahLst/>
              <a:cxnLst/>
              <a:rect l="l" t="t" r="r" b="b"/>
              <a:pathLst>
                <a:path w="50" h="19" extrusionOk="0">
                  <a:moveTo>
                    <a:pt x="50" y="0"/>
                  </a:moveTo>
                  <a:cubicBezTo>
                    <a:pt x="50" y="0"/>
                    <a:pt x="5" y="11"/>
                    <a:pt x="2" y="15"/>
                  </a:cubicBezTo>
                  <a:cubicBezTo>
                    <a:pt x="0" y="19"/>
                    <a:pt x="30" y="15"/>
                    <a:pt x="28" y="19"/>
                  </a:cubicBezTo>
                  <a:cubicBezTo>
                    <a:pt x="28" y="19"/>
                    <a:pt x="47" y="5"/>
                    <a:pt x="50" y="0"/>
                  </a:cubicBezTo>
                  <a:close/>
                </a:path>
              </a:pathLst>
            </a:custGeom>
            <a:solidFill>
              <a:srgbClr val="894C3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9" name="Google Shape;1739;p48">
              <a:extLst>
                <a:ext uri="{FF2B5EF4-FFF2-40B4-BE49-F238E27FC236}">
                  <a16:creationId xmlns:a16="http://schemas.microsoft.com/office/drawing/2014/main" id="{409FC4F9-E600-684B-E3DF-B6B66A20E39B}"/>
                </a:ext>
              </a:extLst>
            </p:cNvPr>
            <p:cNvSpPr/>
            <p:nvPr/>
          </p:nvSpPr>
          <p:spPr>
            <a:xfrm>
              <a:off x="2759200" y="917563"/>
              <a:ext cx="563563" cy="822325"/>
            </a:xfrm>
            <a:custGeom>
              <a:avLst/>
              <a:gdLst/>
              <a:ahLst/>
              <a:cxnLst/>
              <a:rect l="l" t="t" r="r" b="b"/>
              <a:pathLst>
                <a:path w="154" h="224" extrusionOk="0">
                  <a:moveTo>
                    <a:pt x="103" y="24"/>
                  </a:moveTo>
                  <a:cubicBezTo>
                    <a:pt x="92" y="47"/>
                    <a:pt x="50" y="146"/>
                    <a:pt x="50" y="146"/>
                  </a:cubicBezTo>
                  <a:cubicBezTo>
                    <a:pt x="0" y="173"/>
                    <a:pt x="0" y="173"/>
                    <a:pt x="0" y="173"/>
                  </a:cubicBezTo>
                  <a:cubicBezTo>
                    <a:pt x="33" y="224"/>
                    <a:pt x="33" y="224"/>
                    <a:pt x="33" y="224"/>
                  </a:cubicBezTo>
                  <a:cubicBezTo>
                    <a:pt x="33" y="224"/>
                    <a:pt x="80" y="213"/>
                    <a:pt x="103" y="192"/>
                  </a:cubicBezTo>
                  <a:cubicBezTo>
                    <a:pt x="126" y="172"/>
                    <a:pt x="154" y="38"/>
                    <a:pt x="154" y="6"/>
                  </a:cubicBezTo>
                  <a:cubicBezTo>
                    <a:pt x="154" y="6"/>
                    <a:pt x="115" y="0"/>
                    <a:pt x="103" y="2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0" name="Google Shape;1740;p48">
              <a:extLst>
                <a:ext uri="{FF2B5EF4-FFF2-40B4-BE49-F238E27FC236}">
                  <a16:creationId xmlns:a16="http://schemas.microsoft.com/office/drawing/2014/main" id="{9C7801CB-D0EE-A4A1-5721-EFD27A6ABF05}"/>
                </a:ext>
              </a:extLst>
            </p:cNvPr>
            <p:cNvSpPr/>
            <p:nvPr/>
          </p:nvSpPr>
          <p:spPr>
            <a:xfrm>
              <a:off x="3135438" y="885813"/>
              <a:ext cx="784225" cy="890588"/>
            </a:xfrm>
            <a:custGeom>
              <a:avLst/>
              <a:gdLst/>
              <a:ahLst/>
              <a:cxnLst/>
              <a:rect l="l" t="t" r="r" b="b"/>
              <a:pathLst>
                <a:path w="214" h="243" extrusionOk="0">
                  <a:moveTo>
                    <a:pt x="36" y="18"/>
                  </a:moveTo>
                  <a:cubicBezTo>
                    <a:pt x="37" y="21"/>
                    <a:pt x="0" y="109"/>
                    <a:pt x="2" y="139"/>
                  </a:cubicBezTo>
                  <a:cubicBezTo>
                    <a:pt x="3" y="169"/>
                    <a:pt x="24" y="220"/>
                    <a:pt x="22" y="224"/>
                  </a:cubicBezTo>
                  <a:cubicBezTo>
                    <a:pt x="22" y="224"/>
                    <a:pt x="46" y="243"/>
                    <a:pt x="174" y="222"/>
                  </a:cubicBezTo>
                  <a:cubicBezTo>
                    <a:pt x="214" y="188"/>
                    <a:pt x="179" y="70"/>
                    <a:pt x="166" y="33"/>
                  </a:cubicBezTo>
                  <a:cubicBezTo>
                    <a:pt x="166" y="33"/>
                    <a:pt x="125" y="1"/>
                    <a:pt x="114" y="0"/>
                  </a:cubicBezTo>
                  <a:cubicBezTo>
                    <a:pt x="114" y="0"/>
                    <a:pt x="87" y="33"/>
                    <a:pt x="36" y="1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1" name="Google Shape;1741;p48">
              <a:extLst>
                <a:ext uri="{FF2B5EF4-FFF2-40B4-BE49-F238E27FC236}">
                  <a16:creationId xmlns:a16="http://schemas.microsoft.com/office/drawing/2014/main" id="{390751EE-7FC3-AA59-33CD-148DE42B1451}"/>
                </a:ext>
              </a:extLst>
            </p:cNvPr>
            <p:cNvSpPr/>
            <p:nvPr/>
          </p:nvSpPr>
          <p:spPr>
            <a:xfrm>
              <a:off x="1457450" y="682613"/>
              <a:ext cx="1608138" cy="1196975"/>
            </a:xfrm>
            <a:custGeom>
              <a:avLst/>
              <a:gdLst/>
              <a:ahLst/>
              <a:cxnLst/>
              <a:rect l="l" t="t" r="r" b="b"/>
              <a:pathLst>
                <a:path w="1013" h="754" extrusionOk="0">
                  <a:moveTo>
                    <a:pt x="215" y="472"/>
                  </a:moveTo>
                  <a:lnTo>
                    <a:pt x="0" y="31"/>
                  </a:lnTo>
                  <a:lnTo>
                    <a:pt x="450" y="0"/>
                  </a:lnTo>
                  <a:lnTo>
                    <a:pt x="1013" y="285"/>
                  </a:lnTo>
                  <a:lnTo>
                    <a:pt x="778" y="754"/>
                  </a:lnTo>
                  <a:lnTo>
                    <a:pt x="215" y="47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2" name="Google Shape;1742;p48">
              <a:extLst>
                <a:ext uri="{FF2B5EF4-FFF2-40B4-BE49-F238E27FC236}">
                  <a16:creationId xmlns:a16="http://schemas.microsoft.com/office/drawing/2014/main" id="{6B6174D0-24A6-49C4-AC6F-4F8231822636}"/>
                </a:ext>
              </a:extLst>
            </p:cNvPr>
            <p:cNvSpPr/>
            <p:nvPr/>
          </p:nvSpPr>
          <p:spPr>
            <a:xfrm>
              <a:off x="1457450" y="712775"/>
              <a:ext cx="315913" cy="333375"/>
            </a:xfrm>
            <a:custGeom>
              <a:avLst/>
              <a:gdLst/>
              <a:ahLst/>
              <a:cxnLst/>
              <a:rect l="l" t="t" r="r" b="b"/>
              <a:pathLst>
                <a:path w="86" h="91" extrusionOk="0">
                  <a:moveTo>
                    <a:pt x="49" y="77"/>
                  </a:moveTo>
                  <a:cubicBezTo>
                    <a:pt x="63" y="52"/>
                    <a:pt x="74" y="26"/>
                    <a:pt x="86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42" y="91"/>
                    <a:pt x="42" y="91"/>
                    <a:pt x="42" y="91"/>
                  </a:cubicBezTo>
                  <a:cubicBezTo>
                    <a:pt x="44" y="86"/>
                    <a:pt x="47" y="82"/>
                    <a:pt x="49" y="7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3" name="Google Shape;1743;p48">
              <a:extLst>
                <a:ext uri="{FF2B5EF4-FFF2-40B4-BE49-F238E27FC236}">
                  <a16:creationId xmlns:a16="http://schemas.microsoft.com/office/drawing/2014/main" id="{BE61ACB6-962A-654E-541D-78A43E07EBF7}"/>
                </a:ext>
              </a:extLst>
            </p:cNvPr>
            <p:cNvSpPr/>
            <p:nvPr/>
          </p:nvSpPr>
          <p:spPr>
            <a:xfrm>
              <a:off x="1813050" y="690550"/>
              <a:ext cx="3067050" cy="2103438"/>
            </a:xfrm>
            <a:custGeom>
              <a:avLst/>
              <a:gdLst/>
              <a:ahLst/>
              <a:cxnLst/>
              <a:rect l="l" t="t" r="r" b="b"/>
              <a:pathLst>
                <a:path w="1932" h="1325" extrusionOk="0">
                  <a:moveTo>
                    <a:pt x="0" y="472"/>
                  </a:moveTo>
                  <a:lnTo>
                    <a:pt x="235" y="0"/>
                  </a:lnTo>
                  <a:lnTo>
                    <a:pt x="1932" y="855"/>
                  </a:lnTo>
                  <a:lnTo>
                    <a:pt x="1697" y="1325"/>
                  </a:lnTo>
                  <a:lnTo>
                    <a:pt x="0" y="47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4" name="Google Shape;1744;p48">
              <a:extLst>
                <a:ext uri="{FF2B5EF4-FFF2-40B4-BE49-F238E27FC236}">
                  <a16:creationId xmlns:a16="http://schemas.microsoft.com/office/drawing/2014/main" id="{1CB1F151-85A6-E9FB-B49E-BD6E4EDBAE47}"/>
                </a:ext>
              </a:extLst>
            </p:cNvPr>
            <p:cNvSpPr/>
            <p:nvPr/>
          </p:nvSpPr>
          <p:spPr>
            <a:xfrm>
              <a:off x="4268913" y="1927213"/>
              <a:ext cx="908050" cy="990600"/>
            </a:xfrm>
            <a:custGeom>
              <a:avLst/>
              <a:gdLst/>
              <a:ahLst/>
              <a:cxnLst/>
              <a:rect l="l" t="t" r="r" b="b"/>
              <a:pathLst>
                <a:path w="248" h="270" extrusionOk="0">
                  <a:moveTo>
                    <a:pt x="0" y="203"/>
                  </a:moveTo>
                  <a:cubicBezTo>
                    <a:pt x="102" y="0"/>
                    <a:pt x="102" y="0"/>
                    <a:pt x="102" y="0"/>
                  </a:cubicBezTo>
                  <a:cubicBezTo>
                    <a:pt x="204" y="51"/>
                    <a:pt x="204" y="51"/>
                    <a:pt x="204" y="51"/>
                  </a:cubicBezTo>
                  <a:cubicBezTo>
                    <a:pt x="235" y="67"/>
                    <a:pt x="248" y="105"/>
                    <a:pt x="232" y="137"/>
                  </a:cubicBezTo>
                  <a:cubicBezTo>
                    <a:pt x="187" y="226"/>
                    <a:pt x="187" y="226"/>
                    <a:pt x="187" y="226"/>
                  </a:cubicBezTo>
                  <a:cubicBezTo>
                    <a:pt x="171" y="258"/>
                    <a:pt x="133" y="270"/>
                    <a:pt x="102" y="255"/>
                  </a:cubicBezTo>
                  <a:lnTo>
                    <a:pt x="0" y="20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5" name="Google Shape;1745;p48">
              <a:extLst>
                <a:ext uri="{FF2B5EF4-FFF2-40B4-BE49-F238E27FC236}">
                  <a16:creationId xmlns:a16="http://schemas.microsoft.com/office/drawing/2014/main" id="{FE34EEC4-B274-FE4A-5C2C-D2813FA34542}"/>
                </a:ext>
              </a:extLst>
            </p:cNvPr>
            <p:cNvSpPr/>
            <p:nvPr/>
          </p:nvSpPr>
          <p:spPr>
            <a:xfrm>
              <a:off x="2135313" y="833425"/>
              <a:ext cx="517525" cy="327025"/>
            </a:xfrm>
            <a:custGeom>
              <a:avLst/>
              <a:gdLst/>
              <a:ahLst/>
              <a:cxnLst/>
              <a:rect l="l" t="t" r="r" b="b"/>
              <a:pathLst>
                <a:path w="141" h="89" extrusionOk="0">
                  <a:moveTo>
                    <a:pt x="10" y="31"/>
                  </a:moveTo>
                  <a:cubicBezTo>
                    <a:pt x="41" y="46"/>
                    <a:pt x="72" y="62"/>
                    <a:pt x="103" y="78"/>
                  </a:cubicBezTo>
                  <a:cubicBezTo>
                    <a:pt x="107" y="80"/>
                    <a:pt x="112" y="83"/>
                    <a:pt x="116" y="85"/>
                  </a:cubicBezTo>
                  <a:cubicBezTo>
                    <a:pt x="124" y="89"/>
                    <a:pt x="134" y="87"/>
                    <a:pt x="138" y="79"/>
                  </a:cubicBezTo>
                  <a:cubicBezTo>
                    <a:pt x="141" y="72"/>
                    <a:pt x="140" y="62"/>
                    <a:pt x="132" y="58"/>
                  </a:cubicBezTo>
                  <a:cubicBezTo>
                    <a:pt x="101" y="42"/>
                    <a:pt x="70" y="26"/>
                    <a:pt x="39" y="11"/>
                  </a:cubicBezTo>
                  <a:cubicBezTo>
                    <a:pt x="34" y="8"/>
                    <a:pt x="30" y="6"/>
                    <a:pt x="25" y="4"/>
                  </a:cubicBezTo>
                  <a:cubicBezTo>
                    <a:pt x="18" y="0"/>
                    <a:pt x="8" y="2"/>
                    <a:pt x="4" y="9"/>
                  </a:cubicBezTo>
                  <a:cubicBezTo>
                    <a:pt x="0" y="16"/>
                    <a:pt x="2" y="27"/>
                    <a:pt x="10" y="3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6" name="Google Shape;1746;p48">
              <a:extLst>
                <a:ext uri="{FF2B5EF4-FFF2-40B4-BE49-F238E27FC236}">
                  <a16:creationId xmlns:a16="http://schemas.microsoft.com/office/drawing/2014/main" id="{6FFB335E-53DC-9A43-5F90-0E4B0B0F4794}"/>
                </a:ext>
              </a:extLst>
            </p:cNvPr>
            <p:cNvSpPr/>
            <p:nvPr/>
          </p:nvSpPr>
          <p:spPr>
            <a:xfrm>
              <a:off x="4353050" y="1879588"/>
              <a:ext cx="347663" cy="576263"/>
            </a:xfrm>
            <a:custGeom>
              <a:avLst/>
              <a:gdLst/>
              <a:ahLst/>
              <a:cxnLst/>
              <a:rect l="l" t="t" r="r" b="b"/>
              <a:pathLst>
                <a:path w="95" h="157" extrusionOk="0">
                  <a:moveTo>
                    <a:pt x="65" y="9"/>
                  </a:moveTo>
                  <a:cubicBezTo>
                    <a:pt x="44" y="50"/>
                    <a:pt x="24" y="91"/>
                    <a:pt x="4" y="132"/>
                  </a:cubicBezTo>
                  <a:cubicBezTo>
                    <a:pt x="0" y="139"/>
                    <a:pt x="1" y="149"/>
                    <a:pt x="9" y="153"/>
                  </a:cubicBezTo>
                  <a:cubicBezTo>
                    <a:pt x="16" y="157"/>
                    <a:pt x="27" y="155"/>
                    <a:pt x="30" y="147"/>
                  </a:cubicBezTo>
                  <a:cubicBezTo>
                    <a:pt x="51" y="107"/>
                    <a:pt x="71" y="66"/>
                    <a:pt x="92" y="25"/>
                  </a:cubicBezTo>
                  <a:cubicBezTo>
                    <a:pt x="95" y="18"/>
                    <a:pt x="94" y="8"/>
                    <a:pt x="86" y="4"/>
                  </a:cubicBezTo>
                  <a:cubicBezTo>
                    <a:pt x="79" y="0"/>
                    <a:pt x="69" y="2"/>
                    <a:pt x="65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7" name="Google Shape;1747;p48">
              <a:extLst>
                <a:ext uri="{FF2B5EF4-FFF2-40B4-BE49-F238E27FC236}">
                  <a16:creationId xmlns:a16="http://schemas.microsoft.com/office/drawing/2014/main" id="{05FC7941-2A02-52E4-4932-8F342F583789}"/>
                </a:ext>
              </a:extLst>
            </p:cNvPr>
            <p:cNvSpPr/>
            <p:nvPr/>
          </p:nvSpPr>
          <p:spPr>
            <a:xfrm>
              <a:off x="3337050" y="1568438"/>
              <a:ext cx="927100" cy="352425"/>
            </a:xfrm>
            <a:custGeom>
              <a:avLst/>
              <a:gdLst/>
              <a:ahLst/>
              <a:cxnLst/>
              <a:rect l="l" t="t" r="r" b="b"/>
              <a:pathLst>
                <a:path w="253" h="96" extrusionOk="0">
                  <a:moveTo>
                    <a:pt x="104" y="71"/>
                  </a:moveTo>
                  <a:cubicBezTo>
                    <a:pt x="104" y="71"/>
                    <a:pt x="253" y="42"/>
                    <a:pt x="248" y="11"/>
                  </a:cubicBezTo>
                  <a:cubicBezTo>
                    <a:pt x="161" y="0"/>
                    <a:pt x="161" y="0"/>
                    <a:pt x="161" y="0"/>
                  </a:cubicBezTo>
                  <a:cubicBezTo>
                    <a:pt x="162" y="1"/>
                    <a:pt x="57" y="38"/>
                    <a:pt x="57" y="38"/>
                  </a:cubicBezTo>
                  <a:cubicBezTo>
                    <a:pt x="57" y="38"/>
                    <a:pt x="0" y="64"/>
                    <a:pt x="6" y="70"/>
                  </a:cubicBezTo>
                  <a:cubicBezTo>
                    <a:pt x="10" y="73"/>
                    <a:pt x="37" y="56"/>
                    <a:pt x="36" y="59"/>
                  </a:cubicBezTo>
                  <a:cubicBezTo>
                    <a:pt x="35" y="59"/>
                    <a:pt x="9" y="73"/>
                    <a:pt x="10" y="77"/>
                  </a:cubicBezTo>
                  <a:cubicBezTo>
                    <a:pt x="11" y="84"/>
                    <a:pt x="42" y="66"/>
                    <a:pt x="44" y="68"/>
                  </a:cubicBezTo>
                  <a:cubicBezTo>
                    <a:pt x="44" y="68"/>
                    <a:pt x="15" y="82"/>
                    <a:pt x="18" y="85"/>
                  </a:cubicBezTo>
                  <a:cubicBezTo>
                    <a:pt x="20" y="88"/>
                    <a:pt x="52" y="74"/>
                    <a:pt x="52" y="76"/>
                  </a:cubicBezTo>
                  <a:cubicBezTo>
                    <a:pt x="53" y="77"/>
                    <a:pt x="30" y="87"/>
                    <a:pt x="33" y="91"/>
                  </a:cubicBezTo>
                  <a:cubicBezTo>
                    <a:pt x="36" y="96"/>
                    <a:pt x="104" y="71"/>
                    <a:pt x="104" y="71"/>
                  </a:cubicBezTo>
                  <a:close/>
                </a:path>
              </a:pathLst>
            </a:custGeom>
            <a:solidFill>
              <a:srgbClr val="894C3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8" name="Google Shape;1748;p48">
              <a:extLst>
                <a:ext uri="{FF2B5EF4-FFF2-40B4-BE49-F238E27FC236}">
                  <a16:creationId xmlns:a16="http://schemas.microsoft.com/office/drawing/2014/main" id="{218F8525-A6CB-FEDC-31E3-E98C1A9D14F5}"/>
                </a:ext>
              </a:extLst>
            </p:cNvPr>
            <p:cNvSpPr/>
            <p:nvPr/>
          </p:nvSpPr>
          <p:spPr>
            <a:xfrm>
              <a:off x="3359275" y="1697025"/>
              <a:ext cx="231775" cy="53975"/>
            </a:xfrm>
            <a:custGeom>
              <a:avLst/>
              <a:gdLst/>
              <a:ahLst/>
              <a:cxnLst/>
              <a:rect l="l" t="t" r="r" b="b"/>
              <a:pathLst>
                <a:path w="63" h="15" extrusionOk="0">
                  <a:moveTo>
                    <a:pt x="34" y="14"/>
                  </a:moveTo>
                  <a:cubicBezTo>
                    <a:pt x="34" y="14"/>
                    <a:pt x="0" y="15"/>
                    <a:pt x="6" y="11"/>
                  </a:cubicBezTo>
                  <a:cubicBezTo>
                    <a:pt x="13" y="8"/>
                    <a:pt x="63" y="0"/>
                    <a:pt x="63" y="0"/>
                  </a:cubicBezTo>
                </a:path>
              </a:pathLst>
            </a:custGeom>
            <a:solidFill>
              <a:srgbClr val="894C3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9" name="Google Shape;1749;p48">
              <a:extLst>
                <a:ext uri="{FF2B5EF4-FFF2-40B4-BE49-F238E27FC236}">
                  <a16:creationId xmlns:a16="http://schemas.microsoft.com/office/drawing/2014/main" id="{C8C2C7E6-96A2-AE27-371D-27B208FC407D}"/>
                </a:ext>
              </a:extLst>
            </p:cNvPr>
            <p:cNvSpPr/>
            <p:nvPr/>
          </p:nvSpPr>
          <p:spPr>
            <a:xfrm>
              <a:off x="3549775" y="819138"/>
              <a:ext cx="714375" cy="811213"/>
            </a:xfrm>
            <a:custGeom>
              <a:avLst/>
              <a:gdLst/>
              <a:ahLst/>
              <a:cxnLst/>
              <a:rect l="l" t="t" r="r" b="b"/>
              <a:pathLst>
                <a:path w="195" h="221" extrusionOk="0">
                  <a:moveTo>
                    <a:pt x="0" y="51"/>
                  </a:moveTo>
                  <a:cubicBezTo>
                    <a:pt x="0" y="51"/>
                    <a:pt x="28" y="98"/>
                    <a:pt x="43" y="118"/>
                  </a:cubicBezTo>
                  <a:cubicBezTo>
                    <a:pt x="58" y="137"/>
                    <a:pt x="100" y="202"/>
                    <a:pt x="100" y="202"/>
                  </a:cubicBezTo>
                  <a:cubicBezTo>
                    <a:pt x="195" y="221"/>
                    <a:pt x="195" y="221"/>
                    <a:pt x="195" y="221"/>
                  </a:cubicBezTo>
                  <a:cubicBezTo>
                    <a:pt x="195" y="221"/>
                    <a:pt x="92" y="0"/>
                    <a:pt x="0" y="5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0" name="Google Shape;1750;p48">
              <a:extLst>
                <a:ext uri="{FF2B5EF4-FFF2-40B4-BE49-F238E27FC236}">
                  <a16:creationId xmlns:a16="http://schemas.microsoft.com/office/drawing/2014/main" id="{B91F5BAF-A063-09F9-B703-44685AB3EE77}"/>
                </a:ext>
              </a:extLst>
            </p:cNvPr>
            <p:cNvSpPr/>
            <p:nvPr/>
          </p:nvSpPr>
          <p:spPr>
            <a:xfrm>
              <a:off x="2424238" y="1685913"/>
              <a:ext cx="66675" cy="90488"/>
            </a:xfrm>
            <a:custGeom>
              <a:avLst/>
              <a:gdLst/>
              <a:ahLst/>
              <a:cxnLst/>
              <a:rect l="l" t="t" r="r" b="b"/>
              <a:pathLst>
                <a:path w="18" h="25" extrusionOk="0">
                  <a:moveTo>
                    <a:pt x="12" y="6"/>
                  </a:move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2" y="25"/>
                    <a:pt x="7" y="24"/>
                  </a:cubicBezTo>
                  <a:cubicBezTo>
                    <a:pt x="12" y="24"/>
                    <a:pt x="18" y="11"/>
                    <a:pt x="18" y="8"/>
                  </a:cubicBezTo>
                  <a:cubicBezTo>
                    <a:pt x="18" y="0"/>
                    <a:pt x="12" y="6"/>
                    <a:pt x="12" y="6"/>
                  </a:cubicBezTo>
                  <a:close/>
                </a:path>
              </a:pathLst>
            </a:custGeom>
            <a:solidFill>
              <a:srgbClr val="894C3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1" name="Google Shape;1751;p48">
              <a:extLst>
                <a:ext uri="{FF2B5EF4-FFF2-40B4-BE49-F238E27FC236}">
                  <a16:creationId xmlns:a16="http://schemas.microsoft.com/office/drawing/2014/main" id="{B7860540-207D-4ADD-BADC-DCBBD1BB0C03}"/>
                </a:ext>
              </a:extLst>
            </p:cNvPr>
            <p:cNvSpPr/>
            <p:nvPr/>
          </p:nvSpPr>
          <p:spPr>
            <a:xfrm>
              <a:off x="2457575" y="1697025"/>
              <a:ext cx="52388" cy="98425"/>
            </a:xfrm>
            <a:custGeom>
              <a:avLst/>
              <a:gdLst/>
              <a:ahLst/>
              <a:cxnLst/>
              <a:rect l="l" t="t" r="r" b="b"/>
              <a:pathLst>
                <a:path w="14" h="27" extrusionOk="0">
                  <a:moveTo>
                    <a:pt x="8" y="7"/>
                  </a:moveTo>
                  <a:cubicBezTo>
                    <a:pt x="0" y="21"/>
                    <a:pt x="0" y="21"/>
                    <a:pt x="0" y="21"/>
                  </a:cubicBezTo>
                  <a:cubicBezTo>
                    <a:pt x="0" y="21"/>
                    <a:pt x="3" y="27"/>
                    <a:pt x="8" y="25"/>
                  </a:cubicBezTo>
                  <a:cubicBezTo>
                    <a:pt x="13" y="24"/>
                    <a:pt x="14" y="10"/>
                    <a:pt x="13" y="7"/>
                  </a:cubicBezTo>
                  <a:cubicBezTo>
                    <a:pt x="12" y="0"/>
                    <a:pt x="8" y="7"/>
                    <a:pt x="8" y="7"/>
                  </a:cubicBezTo>
                  <a:close/>
                </a:path>
              </a:pathLst>
            </a:custGeom>
            <a:solidFill>
              <a:srgbClr val="894C3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2" name="Google Shape;1752;p48">
              <a:extLst>
                <a:ext uri="{FF2B5EF4-FFF2-40B4-BE49-F238E27FC236}">
                  <a16:creationId xmlns:a16="http://schemas.microsoft.com/office/drawing/2014/main" id="{8E5C072F-CD71-769B-1ED2-8E0B3BDCF75C}"/>
                </a:ext>
              </a:extLst>
            </p:cNvPr>
            <p:cNvSpPr/>
            <p:nvPr/>
          </p:nvSpPr>
          <p:spPr>
            <a:xfrm>
              <a:off x="2482975" y="1711313"/>
              <a:ext cx="55563" cy="98425"/>
            </a:xfrm>
            <a:custGeom>
              <a:avLst/>
              <a:gdLst/>
              <a:ahLst/>
              <a:cxnLst/>
              <a:rect l="l" t="t" r="r" b="b"/>
              <a:pathLst>
                <a:path w="15" h="27" extrusionOk="0">
                  <a:moveTo>
                    <a:pt x="8" y="7"/>
                  </a:moveTo>
                  <a:cubicBezTo>
                    <a:pt x="0" y="21"/>
                    <a:pt x="0" y="21"/>
                    <a:pt x="0" y="21"/>
                  </a:cubicBezTo>
                  <a:cubicBezTo>
                    <a:pt x="0" y="21"/>
                    <a:pt x="3" y="27"/>
                    <a:pt x="8" y="26"/>
                  </a:cubicBezTo>
                  <a:cubicBezTo>
                    <a:pt x="13" y="24"/>
                    <a:pt x="15" y="10"/>
                    <a:pt x="14" y="7"/>
                  </a:cubicBezTo>
                  <a:cubicBezTo>
                    <a:pt x="12" y="0"/>
                    <a:pt x="8" y="7"/>
                    <a:pt x="8" y="7"/>
                  </a:cubicBezTo>
                  <a:close/>
                </a:path>
              </a:pathLst>
            </a:custGeom>
            <a:solidFill>
              <a:srgbClr val="894C3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3" name="Google Shape;1753;p48">
              <a:extLst>
                <a:ext uri="{FF2B5EF4-FFF2-40B4-BE49-F238E27FC236}">
                  <a16:creationId xmlns:a16="http://schemas.microsoft.com/office/drawing/2014/main" id="{F1472557-9113-84B8-0AC2-CA24FD1EEAAB}"/>
                </a:ext>
              </a:extLst>
            </p:cNvPr>
            <p:cNvSpPr/>
            <p:nvPr/>
          </p:nvSpPr>
          <p:spPr>
            <a:xfrm>
              <a:off x="2509963" y="1744650"/>
              <a:ext cx="39688" cy="79375"/>
            </a:xfrm>
            <a:custGeom>
              <a:avLst/>
              <a:gdLst/>
              <a:ahLst/>
              <a:cxnLst/>
              <a:rect l="l" t="t" r="r" b="b"/>
              <a:pathLst>
                <a:path w="11" h="22" extrusionOk="0">
                  <a:moveTo>
                    <a:pt x="6" y="6"/>
                  </a:moveTo>
                  <a:cubicBezTo>
                    <a:pt x="0" y="17"/>
                    <a:pt x="0" y="17"/>
                    <a:pt x="0" y="17"/>
                  </a:cubicBezTo>
                  <a:cubicBezTo>
                    <a:pt x="0" y="17"/>
                    <a:pt x="2" y="22"/>
                    <a:pt x="6" y="20"/>
                  </a:cubicBezTo>
                  <a:cubicBezTo>
                    <a:pt x="10" y="19"/>
                    <a:pt x="11" y="8"/>
                    <a:pt x="11" y="6"/>
                  </a:cubicBezTo>
                  <a:cubicBezTo>
                    <a:pt x="9" y="0"/>
                    <a:pt x="6" y="6"/>
                    <a:pt x="6" y="6"/>
                  </a:cubicBezTo>
                  <a:close/>
                </a:path>
              </a:pathLst>
            </a:custGeom>
            <a:solidFill>
              <a:srgbClr val="894C3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54" name="Google Shape;1754;p48">
            <a:extLst>
              <a:ext uri="{FF2B5EF4-FFF2-40B4-BE49-F238E27FC236}">
                <a16:creationId xmlns:a16="http://schemas.microsoft.com/office/drawing/2014/main" id="{D0D74EDD-253E-8430-7220-027CBD1CD106}"/>
              </a:ext>
            </a:extLst>
          </p:cNvPr>
          <p:cNvGrpSpPr/>
          <p:nvPr/>
        </p:nvGrpSpPr>
        <p:grpSpPr>
          <a:xfrm>
            <a:off x="5586321" y="2341974"/>
            <a:ext cx="1546616" cy="2145001"/>
            <a:chOff x="1454325" y="1127448"/>
            <a:chExt cx="2591950" cy="3595375"/>
          </a:xfrm>
        </p:grpSpPr>
        <p:sp>
          <p:nvSpPr>
            <p:cNvPr id="1755" name="Google Shape;1755;p48">
              <a:extLst>
                <a:ext uri="{FF2B5EF4-FFF2-40B4-BE49-F238E27FC236}">
                  <a16:creationId xmlns:a16="http://schemas.microsoft.com/office/drawing/2014/main" id="{142811A6-0234-E753-9049-22AAF5FE1A86}"/>
                </a:ext>
              </a:extLst>
            </p:cNvPr>
            <p:cNvSpPr/>
            <p:nvPr/>
          </p:nvSpPr>
          <p:spPr>
            <a:xfrm>
              <a:off x="1454325" y="2432407"/>
              <a:ext cx="803247" cy="685199"/>
            </a:xfrm>
            <a:custGeom>
              <a:avLst/>
              <a:gdLst/>
              <a:ahLst/>
              <a:cxnLst/>
              <a:rect l="l" t="t" r="r" b="b"/>
              <a:pathLst>
                <a:path w="626" h="534" extrusionOk="0">
                  <a:moveTo>
                    <a:pt x="626" y="278"/>
                  </a:moveTo>
                  <a:lnTo>
                    <a:pt x="466" y="534"/>
                  </a:lnTo>
                  <a:lnTo>
                    <a:pt x="291" y="426"/>
                  </a:lnTo>
                  <a:lnTo>
                    <a:pt x="268" y="460"/>
                  </a:lnTo>
                  <a:lnTo>
                    <a:pt x="0" y="292"/>
                  </a:lnTo>
                  <a:lnTo>
                    <a:pt x="23" y="259"/>
                  </a:lnTo>
                  <a:lnTo>
                    <a:pt x="83" y="160"/>
                  </a:lnTo>
                  <a:lnTo>
                    <a:pt x="182" y="0"/>
                  </a:lnTo>
                  <a:lnTo>
                    <a:pt x="626" y="27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6" name="Google Shape;1756;p48">
              <a:extLst>
                <a:ext uri="{FF2B5EF4-FFF2-40B4-BE49-F238E27FC236}">
                  <a16:creationId xmlns:a16="http://schemas.microsoft.com/office/drawing/2014/main" id="{4098B4A8-A4B4-4A5D-12DD-A4766ABEB76B}"/>
                </a:ext>
              </a:extLst>
            </p:cNvPr>
            <p:cNvSpPr/>
            <p:nvPr/>
          </p:nvSpPr>
          <p:spPr>
            <a:xfrm>
              <a:off x="2994097" y="4384072"/>
              <a:ext cx="350299" cy="314371"/>
            </a:xfrm>
            <a:custGeom>
              <a:avLst/>
              <a:gdLst/>
              <a:ahLst/>
              <a:cxnLst/>
              <a:rect l="l" t="t" r="r" b="b"/>
              <a:pathLst>
                <a:path w="273" h="245" extrusionOk="0">
                  <a:moveTo>
                    <a:pt x="0" y="10"/>
                  </a:moveTo>
                  <a:lnTo>
                    <a:pt x="14" y="190"/>
                  </a:lnTo>
                  <a:lnTo>
                    <a:pt x="273" y="245"/>
                  </a:lnTo>
                  <a:lnTo>
                    <a:pt x="141" y="111"/>
                  </a:lnTo>
                  <a:lnTo>
                    <a:pt x="109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A47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7" name="Google Shape;1757;p48">
              <a:extLst>
                <a:ext uri="{FF2B5EF4-FFF2-40B4-BE49-F238E27FC236}">
                  <a16:creationId xmlns:a16="http://schemas.microsoft.com/office/drawing/2014/main" id="{B273F850-BEB6-E745-14A0-BEA4485D6E6C}"/>
                </a:ext>
              </a:extLst>
            </p:cNvPr>
            <p:cNvSpPr/>
            <p:nvPr/>
          </p:nvSpPr>
          <p:spPr>
            <a:xfrm>
              <a:off x="2964585" y="4505971"/>
              <a:ext cx="445251" cy="214286"/>
            </a:xfrm>
            <a:custGeom>
              <a:avLst/>
              <a:gdLst/>
              <a:ahLst/>
              <a:cxnLst/>
              <a:rect l="l" t="t" r="r" b="b"/>
              <a:pathLst>
                <a:path w="347" h="167" extrusionOk="0">
                  <a:moveTo>
                    <a:pt x="164" y="0"/>
                  </a:moveTo>
                  <a:lnTo>
                    <a:pt x="347" y="162"/>
                  </a:lnTo>
                  <a:lnTo>
                    <a:pt x="0" y="167"/>
                  </a:lnTo>
                  <a:lnTo>
                    <a:pt x="23" y="2"/>
                  </a:lnTo>
                  <a:lnTo>
                    <a:pt x="93" y="69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8" name="Google Shape;1758;p48">
              <a:extLst>
                <a:ext uri="{FF2B5EF4-FFF2-40B4-BE49-F238E27FC236}">
                  <a16:creationId xmlns:a16="http://schemas.microsoft.com/office/drawing/2014/main" id="{CF41E677-579C-B00C-1A2F-EDD73EE91AAF}"/>
                </a:ext>
              </a:extLst>
            </p:cNvPr>
            <p:cNvSpPr/>
            <p:nvPr/>
          </p:nvSpPr>
          <p:spPr>
            <a:xfrm>
              <a:off x="3175021" y="4530351"/>
              <a:ext cx="44910" cy="32079"/>
            </a:xfrm>
            <a:custGeom>
              <a:avLst/>
              <a:gdLst/>
              <a:ahLst/>
              <a:cxnLst/>
              <a:rect l="l" t="t" r="r" b="b"/>
              <a:pathLst>
                <a:path w="35" h="25" extrusionOk="0">
                  <a:moveTo>
                    <a:pt x="3" y="25"/>
                  </a:moveTo>
                  <a:lnTo>
                    <a:pt x="0" y="20"/>
                  </a:lnTo>
                  <a:lnTo>
                    <a:pt x="33" y="0"/>
                  </a:lnTo>
                  <a:lnTo>
                    <a:pt x="35" y="4"/>
                  </a:lnTo>
                  <a:lnTo>
                    <a:pt x="3" y="2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9" name="Google Shape;1759;p48">
              <a:extLst>
                <a:ext uri="{FF2B5EF4-FFF2-40B4-BE49-F238E27FC236}">
                  <a16:creationId xmlns:a16="http://schemas.microsoft.com/office/drawing/2014/main" id="{90BFB519-B632-0BDC-6DFA-26B92FFE4B20}"/>
                </a:ext>
              </a:extLst>
            </p:cNvPr>
            <p:cNvSpPr/>
            <p:nvPr/>
          </p:nvSpPr>
          <p:spPr>
            <a:xfrm>
              <a:off x="3210949" y="4548315"/>
              <a:ext cx="44910" cy="32079"/>
            </a:xfrm>
            <a:custGeom>
              <a:avLst/>
              <a:gdLst/>
              <a:ahLst/>
              <a:cxnLst/>
              <a:rect l="l" t="t" r="r" b="b"/>
              <a:pathLst>
                <a:path w="35" h="25" extrusionOk="0">
                  <a:moveTo>
                    <a:pt x="5" y="25"/>
                  </a:moveTo>
                  <a:lnTo>
                    <a:pt x="0" y="20"/>
                  </a:lnTo>
                  <a:lnTo>
                    <a:pt x="32" y="0"/>
                  </a:lnTo>
                  <a:lnTo>
                    <a:pt x="35" y="4"/>
                  </a:lnTo>
                  <a:lnTo>
                    <a:pt x="5" y="2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0" name="Google Shape;1760;p48">
              <a:extLst>
                <a:ext uri="{FF2B5EF4-FFF2-40B4-BE49-F238E27FC236}">
                  <a16:creationId xmlns:a16="http://schemas.microsoft.com/office/drawing/2014/main" id="{5D18D92E-87AF-B899-497E-3D8CF1CD6171}"/>
                </a:ext>
              </a:extLst>
            </p:cNvPr>
            <p:cNvSpPr/>
            <p:nvPr/>
          </p:nvSpPr>
          <p:spPr>
            <a:xfrm>
              <a:off x="2283236" y="4431548"/>
              <a:ext cx="343882" cy="282292"/>
            </a:xfrm>
            <a:custGeom>
              <a:avLst/>
              <a:gdLst/>
              <a:ahLst/>
              <a:cxnLst/>
              <a:rect l="l" t="t" r="r" b="b"/>
              <a:pathLst>
                <a:path w="268" h="220" extrusionOk="0">
                  <a:moveTo>
                    <a:pt x="245" y="7"/>
                  </a:moveTo>
                  <a:lnTo>
                    <a:pt x="268" y="160"/>
                  </a:lnTo>
                  <a:lnTo>
                    <a:pt x="0" y="220"/>
                  </a:lnTo>
                  <a:lnTo>
                    <a:pt x="144" y="84"/>
                  </a:lnTo>
                  <a:lnTo>
                    <a:pt x="134" y="0"/>
                  </a:lnTo>
                  <a:lnTo>
                    <a:pt x="245" y="7"/>
                  </a:lnTo>
                  <a:close/>
                </a:path>
              </a:pathLst>
            </a:custGeom>
            <a:solidFill>
              <a:srgbClr val="FFA47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1" name="Google Shape;1761;p48">
              <a:extLst>
                <a:ext uri="{FF2B5EF4-FFF2-40B4-BE49-F238E27FC236}">
                  <a16:creationId xmlns:a16="http://schemas.microsoft.com/office/drawing/2014/main" id="{5C73CAB2-436D-AF00-7F29-D663B4C6D0B5}"/>
                </a:ext>
              </a:extLst>
            </p:cNvPr>
            <p:cNvSpPr/>
            <p:nvPr/>
          </p:nvSpPr>
          <p:spPr>
            <a:xfrm>
              <a:off x="2248591" y="4526501"/>
              <a:ext cx="396492" cy="196322"/>
            </a:xfrm>
            <a:custGeom>
              <a:avLst/>
              <a:gdLst/>
              <a:ahLst/>
              <a:cxnLst/>
              <a:rect l="l" t="t" r="r" b="b"/>
              <a:pathLst>
                <a:path w="309" h="153" extrusionOk="0">
                  <a:moveTo>
                    <a:pt x="159" y="0"/>
                  </a:moveTo>
                  <a:lnTo>
                    <a:pt x="0" y="153"/>
                  </a:lnTo>
                  <a:lnTo>
                    <a:pt x="309" y="151"/>
                  </a:lnTo>
                  <a:lnTo>
                    <a:pt x="286" y="7"/>
                  </a:lnTo>
                  <a:lnTo>
                    <a:pt x="238" y="72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2" name="Google Shape;1762;p48">
              <a:extLst>
                <a:ext uri="{FF2B5EF4-FFF2-40B4-BE49-F238E27FC236}">
                  <a16:creationId xmlns:a16="http://schemas.microsoft.com/office/drawing/2014/main" id="{D4EB48C0-DCC8-69B4-E680-7222CD4CA463}"/>
                </a:ext>
              </a:extLst>
            </p:cNvPr>
            <p:cNvSpPr/>
            <p:nvPr/>
          </p:nvSpPr>
          <p:spPr>
            <a:xfrm>
              <a:off x="2411550" y="4550881"/>
              <a:ext cx="43627" cy="29513"/>
            </a:xfrm>
            <a:custGeom>
              <a:avLst/>
              <a:gdLst/>
              <a:ahLst/>
              <a:cxnLst/>
              <a:rect l="l" t="t" r="r" b="b"/>
              <a:pathLst>
                <a:path w="34" h="23" extrusionOk="0">
                  <a:moveTo>
                    <a:pt x="32" y="23"/>
                  </a:moveTo>
                  <a:lnTo>
                    <a:pt x="0" y="4"/>
                  </a:lnTo>
                  <a:lnTo>
                    <a:pt x="2" y="0"/>
                  </a:lnTo>
                  <a:lnTo>
                    <a:pt x="34" y="18"/>
                  </a:lnTo>
                  <a:lnTo>
                    <a:pt x="32" y="2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3" name="Google Shape;1763;p48">
              <a:extLst>
                <a:ext uri="{FF2B5EF4-FFF2-40B4-BE49-F238E27FC236}">
                  <a16:creationId xmlns:a16="http://schemas.microsoft.com/office/drawing/2014/main" id="{6FF6040C-96B5-E275-032A-78FF726BF172}"/>
                </a:ext>
              </a:extLst>
            </p:cNvPr>
            <p:cNvSpPr/>
            <p:nvPr/>
          </p:nvSpPr>
          <p:spPr>
            <a:xfrm>
              <a:off x="2375622" y="4568845"/>
              <a:ext cx="44910" cy="29513"/>
            </a:xfrm>
            <a:custGeom>
              <a:avLst/>
              <a:gdLst/>
              <a:ahLst/>
              <a:cxnLst/>
              <a:rect l="l" t="t" r="r" b="b"/>
              <a:pathLst>
                <a:path w="35" h="23" extrusionOk="0">
                  <a:moveTo>
                    <a:pt x="32" y="23"/>
                  </a:moveTo>
                  <a:lnTo>
                    <a:pt x="0" y="4"/>
                  </a:lnTo>
                  <a:lnTo>
                    <a:pt x="2" y="0"/>
                  </a:lnTo>
                  <a:lnTo>
                    <a:pt x="35" y="18"/>
                  </a:lnTo>
                  <a:lnTo>
                    <a:pt x="32" y="2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4" name="Google Shape;1764;p48">
              <a:extLst>
                <a:ext uri="{FF2B5EF4-FFF2-40B4-BE49-F238E27FC236}">
                  <a16:creationId xmlns:a16="http://schemas.microsoft.com/office/drawing/2014/main" id="{21C5833D-5AF5-75F4-2920-4C48BDF912D3}"/>
                </a:ext>
              </a:extLst>
            </p:cNvPr>
            <p:cNvSpPr/>
            <p:nvPr/>
          </p:nvSpPr>
          <p:spPr>
            <a:xfrm>
              <a:off x="2162620" y="2230953"/>
              <a:ext cx="1032931" cy="2224974"/>
            </a:xfrm>
            <a:custGeom>
              <a:avLst/>
              <a:gdLst/>
              <a:ahLst/>
              <a:cxnLst/>
              <a:rect l="l" t="t" r="r" b="b"/>
              <a:pathLst>
                <a:path w="349" h="750" extrusionOk="0">
                  <a:moveTo>
                    <a:pt x="110" y="0"/>
                  </a:moveTo>
                  <a:cubicBezTo>
                    <a:pt x="243" y="13"/>
                    <a:pt x="243" y="13"/>
                    <a:pt x="243" y="13"/>
                  </a:cubicBezTo>
                  <a:cubicBezTo>
                    <a:pt x="243" y="13"/>
                    <a:pt x="262" y="26"/>
                    <a:pt x="280" y="98"/>
                  </a:cubicBezTo>
                  <a:cubicBezTo>
                    <a:pt x="303" y="186"/>
                    <a:pt x="338" y="413"/>
                    <a:pt x="349" y="742"/>
                  </a:cubicBezTo>
                  <a:cubicBezTo>
                    <a:pt x="193" y="744"/>
                    <a:pt x="193" y="744"/>
                    <a:pt x="193" y="744"/>
                  </a:cubicBezTo>
                  <a:cubicBezTo>
                    <a:pt x="193" y="243"/>
                    <a:pt x="193" y="243"/>
                    <a:pt x="193" y="243"/>
                  </a:cubicBezTo>
                  <a:cubicBezTo>
                    <a:pt x="191" y="236"/>
                    <a:pt x="180" y="238"/>
                    <a:pt x="180" y="245"/>
                  </a:cubicBezTo>
                  <a:cubicBezTo>
                    <a:pt x="157" y="750"/>
                    <a:pt x="157" y="750"/>
                    <a:pt x="157" y="750"/>
                  </a:cubicBezTo>
                  <a:cubicBezTo>
                    <a:pt x="0" y="746"/>
                    <a:pt x="0" y="746"/>
                    <a:pt x="0" y="746"/>
                  </a:cubicBezTo>
                  <a:cubicBezTo>
                    <a:pt x="0" y="746"/>
                    <a:pt x="47" y="198"/>
                    <a:pt x="69" y="112"/>
                  </a:cubicBezTo>
                  <a:cubicBezTo>
                    <a:pt x="90" y="31"/>
                    <a:pt x="110" y="0"/>
                    <a:pt x="1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5" name="Google Shape;1765;p48">
              <a:extLst>
                <a:ext uri="{FF2B5EF4-FFF2-40B4-BE49-F238E27FC236}">
                  <a16:creationId xmlns:a16="http://schemas.microsoft.com/office/drawing/2014/main" id="{24316C64-D05A-73A9-CC5D-4AEFC1D254DD}"/>
                </a:ext>
              </a:extLst>
            </p:cNvPr>
            <p:cNvSpPr/>
            <p:nvPr/>
          </p:nvSpPr>
          <p:spPr>
            <a:xfrm>
              <a:off x="2855518" y="1471331"/>
              <a:ext cx="106501" cy="160394"/>
            </a:xfrm>
            <a:custGeom>
              <a:avLst/>
              <a:gdLst/>
              <a:ahLst/>
              <a:cxnLst/>
              <a:rect l="l" t="t" r="r" b="b"/>
              <a:pathLst>
                <a:path w="36" h="54" extrusionOk="0">
                  <a:moveTo>
                    <a:pt x="18" y="54"/>
                  </a:moveTo>
                  <a:cubicBezTo>
                    <a:pt x="17" y="54"/>
                    <a:pt x="16" y="54"/>
                    <a:pt x="16" y="54"/>
                  </a:cubicBezTo>
                  <a:cubicBezTo>
                    <a:pt x="11" y="54"/>
                    <a:pt x="7" y="52"/>
                    <a:pt x="4" y="48"/>
                  </a:cubicBezTo>
                  <a:cubicBezTo>
                    <a:pt x="1" y="45"/>
                    <a:pt x="0" y="40"/>
                    <a:pt x="0" y="35"/>
                  </a:cubicBezTo>
                  <a:cubicBezTo>
                    <a:pt x="1" y="27"/>
                    <a:pt x="17" y="4"/>
                    <a:pt x="18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22" y="5"/>
                    <a:pt x="36" y="30"/>
                    <a:pt x="35" y="39"/>
                  </a:cubicBezTo>
                  <a:cubicBezTo>
                    <a:pt x="34" y="43"/>
                    <a:pt x="32" y="48"/>
                    <a:pt x="28" y="50"/>
                  </a:cubicBezTo>
                  <a:cubicBezTo>
                    <a:pt x="25" y="53"/>
                    <a:pt x="21" y="54"/>
                    <a:pt x="18" y="54"/>
                  </a:cubicBezTo>
                  <a:close/>
                  <a:moveTo>
                    <a:pt x="19" y="7"/>
                  </a:moveTo>
                  <a:cubicBezTo>
                    <a:pt x="14" y="15"/>
                    <a:pt x="4" y="30"/>
                    <a:pt x="4" y="36"/>
                  </a:cubicBezTo>
                  <a:cubicBezTo>
                    <a:pt x="3" y="43"/>
                    <a:pt x="9" y="50"/>
                    <a:pt x="16" y="51"/>
                  </a:cubicBezTo>
                  <a:cubicBezTo>
                    <a:pt x="20" y="51"/>
                    <a:pt x="23" y="50"/>
                    <a:pt x="26" y="48"/>
                  </a:cubicBezTo>
                  <a:cubicBezTo>
                    <a:pt x="29" y="45"/>
                    <a:pt x="31" y="42"/>
                    <a:pt x="31" y="39"/>
                  </a:cubicBezTo>
                  <a:cubicBezTo>
                    <a:pt x="32" y="33"/>
                    <a:pt x="23" y="16"/>
                    <a:pt x="19" y="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6" name="Google Shape;1766;p48">
              <a:extLst>
                <a:ext uri="{FF2B5EF4-FFF2-40B4-BE49-F238E27FC236}">
                  <a16:creationId xmlns:a16="http://schemas.microsoft.com/office/drawing/2014/main" id="{A9A84101-65DA-15D9-8322-B4EC93F285BF}"/>
                </a:ext>
              </a:extLst>
            </p:cNvPr>
            <p:cNvSpPr/>
            <p:nvPr/>
          </p:nvSpPr>
          <p:spPr>
            <a:xfrm>
              <a:off x="2624552" y="1389209"/>
              <a:ext cx="1419156" cy="667236"/>
            </a:xfrm>
            <a:custGeom>
              <a:avLst/>
              <a:gdLst/>
              <a:ahLst/>
              <a:cxnLst/>
              <a:rect l="l" t="t" r="r" b="b"/>
              <a:pathLst>
                <a:path w="479" h="225" extrusionOk="0">
                  <a:moveTo>
                    <a:pt x="472" y="36"/>
                  </a:moveTo>
                  <a:cubicBezTo>
                    <a:pt x="457" y="47"/>
                    <a:pt x="439" y="66"/>
                    <a:pt x="405" y="82"/>
                  </a:cubicBezTo>
                  <a:cubicBezTo>
                    <a:pt x="405" y="82"/>
                    <a:pt x="308" y="165"/>
                    <a:pt x="270" y="185"/>
                  </a:cubicBezTo>
                  <a:cubicBezTo>
                    <a:pt x="230" y="206"/>
                    <a:pt x="143" y="225"/>
                    <a:pt x="40" y="178"/>
                  </a:cubicBezTo>
                  <a:cubicBezTo>
                    <a:pt x="40" y="178"/>
                    <a:pt x="0" y="156"/>
                    <a:pt x="24" y="125"/>
                  </a:cubicBezTo>
                  <a:cubicBezTo>
                    <a:pt x="48" y="93"/>
                    <a:pt x="77" y="107"/>
                    <a:pt x="77" y="107"/>
                  </a:cubicBezTo>
                  <a:cubicBezTo>
                    <a:pt x="148" y="154"/>
                    <a:pt x="179" y="154"/>
                    <a:pt x="247" y="135"/>
                  </a:cubicBezTo>
                  <a:cubicBezTo>
                    <a:pt x="377" y="58"/>
                    <a:pt x="377" y="58"/>
                    <a:pt x="377" y="58"/>
                  </a:cubicBezTo>
                  <a:cubicBezTo>
                    <a:pt x="386" y="52"/>
                    <a:pt x="384" y="49"/>
                    <a:pt x="390" y="40"/>
                  </a:cubicBezTo>
                  <a:cubicBezTo>
                    <a:pt x="400" y="27"/>
                    <a:pt x="414" y="7"/>
                    <a:pt x="418" y="6"/>
                  </a:cubicBezTo>
                  <a:cubicBezTo>
                    <a:pt x="423" y="4"/>
                    <a:pt x="405" y="36"/>
                    <a:pt x="405" y="36"/>
                  </a:cubicBezTo>
                  <a:cubicBezTo>
                    <a:pt x="405" y="36"/>
                    <a:pt x="451" y="2"/>
                    <a:pt x="457" y="1"/>
                  </a:cubicBezTo>
                  <a:cubicBezTo>
                    <a:pt x="462" y="0"/>
                    <a:pt x="428" y="34"/>
                    <a:pt x="428" y="34"/>
                  </a:cubicBezTo>
                  <a:cubicBezTo>
                    <a:pt x="472" y="7"/>
                    <a:pt x="472" y="7"/>
                    <a:pt x="472" y="7"/>
                  </a:cubicBezTo>
                  <a:cubicBezTo>
                    <a:pt x="473" y="7"/>
                    <a:pt x="474" y="8"/>
                    <a:pt x="473" y="9"/>
                  </a:cubicBezTo>
                  <a:cubicBezTo>
                    <a:pt x="437" y="44"/>
                    <a:pt x="437" y="44"/>
                    <a:pt x="437" y="44"/>
                  </a:cubicBezTo>
                  <a:cubicBezTo>
                    <a:pt x="473" y="23"/>
                    <a:pt x="473" y="23"/>
                    <a:pt x="473" y="23"/>
                  </a:cubicBezTo>
                  <a:cubicBezTo>
                    <a:pt x="474" y="23"/>
                    <a:pt x="479" y="22"/>
                    <a:pt x="478" y="23"/>
                  </a:cubicBezTo>
                  <a:cubicBezTo>
                    <a:pt x="439" y="55"/>
                    <a:pt x="439" y="55"/>
                    <a:pt x="439" y="55"/>
                  </a:cubicBezTo>
                  <a:cubicBezTo>
                    <a:pt x="471" y="33"/>
                    <a:pt x="471" y="33"/>
                    <a:pt x="471" y="33"/>
                  </a:cubicBezTo>
                  <a:cubicBezTo>
                    <a:pt x="471" y="33"/>
                    <a:pt x="474" y="34"/>
                    <a:pt x="472" y="36"/>
                  </a:cubicBezTo>
                  <a:close/>
                </a:path>
              </a:pathLst>
            </a:custGeom>
            <a:solidFill>
              <a:srgbClr val="FFA47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7" name="Google Shape;1767;p48">
              <a:extLst>
                <a:ext uri="{FF2B5EF4-FFF2-40B4-BE49-F238E27FC236}">
                  <a16:creationId xmlns:a16="http://schemas.microsoft.com/office/drawing/2014/main" id="{64425C60-21E3-4A84-C738-F7BC3EE9243B}"/>
                </a:ext>
              </a:extLst>
            </p:cNvPr>
            <p:cNvSpPr/>
            <p:nvPr/>
          </p:nvSpPr>
          <p:spPr>
            <a:xfrm>
              <a:off x="2663046" y="1382793"/>
              <a:ext cx="1383228" cy="694182"/>
            </a:xfrm>
            <a:custGeom>
              <a:avLst/>
              <a:gdLst/>
              <a:ahLst/>
              <a:cxnLst/>
              <a:rect l="l" t="t" r="r" b="b"/>
              <a:pathLst>
                <a:path w="467" h="234" extrusionOk="0">
                  <a:moveTo>
                    <a:pt x="155" y="211"/>
                  </a:moveTo>
                  <a:cubicBezTo>
                    <a:pt x="119" y="211"/>
                    <a:pt x="75" y="204"/>
                    <a:pt x="27" y="181"/>
                  </a:cubicBezTo>
                  <a:cubicBezTo>
                    <a:pt x="26" y="181"/>
                    <a:pt x="6" y="170"/>
                    <a:pt x="2" y="152"/>
                  </a:cubicBezTo>
                  <a:cubicBezTo>
                    <a:pt x="0" y="143"/>
                    <a:pt x="3" y="134"/>
                    <a:pt x="10" y="125"/>
                  </a:cubicBezTo>
                  <a:cubicBezTo>
                    <a:pt x="34" y="93"/>
                    <a:pt x="65" y="107"/>
                    <a:pt x="65" y="107"/>
                  </a:cubicBezTo>
                  <a:cubicBezTo>
                    <a:pt x="135" y="153"/>
                    <a:pt x="165" y="154"/>
                    <a:pt x="233" y="135"/>
                  </a:cubicBezTo>
                  <a:cubicBezTo>
                    <a:pt x="363" y="58"/>
                    <a:pt x="363" y="58"/>
                    <a:pt x="363" y="58"/>
                  </a:cubicBezTo>
                  <a:cubicBezTo>
                    <a:pt x="368" y="55"/>
                    <a:pt x="369" y="52"/>
                    <a:pt x="371" y="49"/>
                  </a:cubicBezTo>
                  <a:cubicBezTo>
                    <a:pt x="372" y="47"/>
                    <a:pt x="373" y="44"/>
                    <a:pt x="376" y="41"/>
                  </a:cubicBezTo>
                  <a:cubicBezTo>
                    <a:pt x="399" y="8"/>
                    <a:pt x="403" y="6"/>
                    <a:pt x="404" y="6"/>
                  </a:cubicBezTo>
                  <a:cubicBezTo>
                    <a:pt x="405" y="6"/>
                    <a:pt x="406" y="6"/>
                    <a:pt x="407" y="7"/>
                  </a:cubicBezTo>
                  <a:cubicBezTo>
                    <a:pt x="408" y="8"/>
                    <a:pt x="410" y="10"/>
                    <a:pt x="398" y="31"/>
                  </a:cubicBezTo>
                  <a:cubicBezTo>
                    <a:pt x="412" y="21"/>
                    <a:pt x="439" y="2"/>
                    <a:pt x="443" y="1"/>
                  </a:cubicBezTo>
                  <a:cubicBezTo>
                    <a:pt x="445" y="0"/>
                    <a:pt x="446" y="1"/>
                    <a:pt x="446" y="2"/>
                  </a:cubicBezTo>
                  <a:cubicBezTo>
                    <a:pt x="447" y="3"/>
                    <a:pt x="448" y="5"/>
                    <a:pt x="427" y="26"/>
                  </a:cubicBezTo>
                  <a:cubicBezTo>
                    <a:pt x="458" y="8"/>
                    <a:pt x="458" y="8"/>
                    <a:pt x="458" y="8"/>
                  </a:cubicBezTo>
                  <a:cubicBezTo>
                    <a:pt x="459" y="7"/>
                    <a:pt x="461" y="7"/>
                    <a:pt x="462" y="8"/>
                  </a:cubicBezTo>
                  <a:cubicBezTo>
                    <a:pt x="463" y="10"/>
                    <a:pt x="463" y="11"/>
                    <a:pt x="462" y="12"/>
                  </a:cubicBezTo>
                  <a:cubicBezTo>
                    <a:pt x="437" y="36"/>
                    <a:pt x="437" y="36"/>
                    <a:pt x="437" y="36"/>
                  </a:cubicBezTo>
                  <a:cubicBezTo>
                    <a:pt x="459" y="24"/>
                    <a:pt x="459" y="24"/>
                    <a:pt x="459" y="24"/>
                  </a:cubicBezTo>
                  <a:cubicBezTo>
                    <a:pt x="459" y="24"/>
                    <a:pt x="465" y="21"/>
                    <a:pt x="466" y="23"/>
                  </a:cubicBezTo>
                  <a:cubicBezTo>
                    <a:pt x="467" y="25"/>
                    <a:pt x="467" y="25"/>
                    <a:pt x="467" y="25"/>
                  </a:cubicBezTo>
                  <a:cubicBezTo>
                    <a:pt x="466" y="26"/>
                    <a:pt x="466" y="26"/>
                    <a:pt x="466" y="26"/>
                  </a:cubicBezTo>
                  <a:cubicBezTo>
                    <a:pt x="456" y="34"/>
                    <a:pt x="456" y="34"/>
                    <a:pt x="456" y="34"/>
                  </a:cubicBezTo>
                  <a:cubicBezTo>
                    <a:pt x="458" y="33"/>
                    <a:pt x="458" y="33"/>
                    <a:pt x="458" y="33"/>
                  </a:cubicBezTo>
                  <a:cubicBezTo>
                    <a:pt x="459" y="33"/>
                    <a:pt x="459" y="33"/>
                    <a:pt x="459" y="33"/>
                  </a:cubicBezTo>
                  <a:cubicBezTo>
                    <a:pt x="460" y="33"/>
                    <a:pt x="461" y="34"/>
                    <a:pt x="462" y="35"/>
                  </a:cubicBezTo>
                  <a:cubicBezTo>
                    <a:pt x="462" y="36"/>
                    <a:pt x="462" y="38"/>
                    <a:pt x="461" y="39"/>
                  </a:cubicBezTo>
                  <a:cubicBezTo>
                    <a:pt x="460" y="39"/>
                    <a:pt x="460" y="39"/>
                    <a:pt x="460" y="39"/>
                  </a:cubicBezTo>
                  <a:cubicBezTo>
                    <a:pt x="456" y="42"/>
                    <a:pt x="452" y="46"/>
                    <a:pt x="448" y="49"/>
                  </a:cubicBezTo>
                  <a:cubicBezTo>
                    <a:pt x="434" y="60"/>
                    <a:pt x="418" y="73"/>
                    <a:pt x="394" y="85"/>
                  </a:cubicBezTo>
                  <a:cubicBezTo>
                    <a:pt x="387" y="91"/>
                    <a:pt x="295" y="169"/>
                    <a:pt x="258" y="188"/>
                  </a:cubicBezTo>
                  <a:cubicBezTo>
                    <a:pt x="248" y="194"/>
                    <a:pt x="211" y="211"/>
                    <a:pt x="155" y="211"/>
                  </a:cubicBezTo>
                  <a:close/>
                  <a:moveTo>
                    <a:pt x="48" y="108"/>
                  </a:moveTo>
                  <a:cubicBezTo>
                    <a:pt x="38" y="108"/>
                    <a:pt x="25" y="112"/>
                    <a:pt x="13" y="128"/>
                  </a:cubicBezTo>
                  <a:cubicBezTo>
                    <a:pt x="7" y="136"/>
                    <a:pt x="5" y="144"/>
                    <a:pt x="6" y="152"/>
                  </a:cubicBezTo>
                  <a:cubicBezTo>
                    <a:pt x="10" y="168"/>
                    <a:pt x="28" y="178"/>
                    <a:pt x="28" y="178"/>
                  </a:cubicBezTo>
                  <a:cubicBezTo>
                    <a:pt x="151" y="234"/>
                    <a:pt x="240" y="194"/>
                    <a:pt x="256" y="185"/>
                  </a:cubicBezTo>
                  <a:cubicBezTo>
                    <a:pt x="293" y="166"/>
                    <a:pt x="390" y="83"/>
                    <a:pt x="391" y="82"/>
                  </a:cubicBezTo>
                  <a:cubicBezTo>
                    <a:pt x="392" y="82"/>
                    <a:pt x="392" y="82"/>
                    <a:pt x="392" y="82"/>
                  </a:cubicBezTo>
                  <a:cubicBezTo>
                    <a:pt x="413" y="72"/>
                    <a:pt x="428" y="60"/>
                    <a:pt x="440" y="50"/>
                  </a:cubicBezTo>
                  <a:cubicBezTo>
                    <a:pt x="427" y="59"/>
                    <a:pt x="427" y="59"/>
                    <a:pt x="427" y="59"/>
                  </a:cubicBezTo>
                  <a:cubicBezTo>
                    <a:pt x="425" y="56"/>
                    <a:pt x="425" y="56"/>
                    <a:pt x="425" y="56"/>
                  </a:cubicBezTo>
                  <a:cubicBezTo>
                    <a:pt x="455" y="31"/>
                    <a:pt x="455" y="31"/>
                    <a:pt x="455" y="31"/>
                  </a:cubicBezTo>
                  <a:cubicBezTo>
                    <a:pt x="410" y="56"/>
                    <a:pt x="410" y="56"/>
                    <a:pt x="410" y="56"/>
                  </a:cubicBezTo>
                  <a:cubicBezTo>
                    <a:pt x="452" y="16"/>
                    <a:pt x="452" y="16"/>
                    <a:pt x="452" y="16"/>
                  </a:cubicBezTo>
                  <a:cubicBezTo>
                    <a:pt x="402" y="46"/>
                    <a:pt x="402" y="46"/>
                    <a:pt x="402" y="46"/>
                  </a:cubicBezTo>
                  <a:cubicBezTo>
                    <a:pt x="413" y="34"/>
                    <a:pt x="413" y="34"/>
                    <a:pt x="413" y="34"/>
                  </a:cubicBezTo>
                  <a:cubicBezTo>
                    <a:pt x="423" y="25"/>
                    <a:pt x="434" y="14"/>
                    <a:pt x="439" y="7"/>
                  </a:cubicBezTo>
                  <a:cubicBezTo>
                    <a:pt x="430" y="13"/>
                    <a:pt x="411" y="27"/>
                    <a:pt x="393" y="40"/>
                  </a:cubicBezTo>
                  <a:cubicBezTo>
                    <a:pt x="386" y="46"/>
                    <a:pt x="386" y="46"/>
                    <a:pt x="386" y="46"/>
                  </a:cubicBezTo>
                  <a:cubicBezTo>
                    <a:pt x="390" y="37"/>
                    <a:pt x="390" y="37"/>
                    <a:pt x="390" y="37"/>
                  </a:cubicBezTo>
                  <a:cubicBezTo>
                    <a:pt x="396" y="28"/>
                    <a:pt x="401" y="17"/>
                    <a:pt x="403" y="12"/>
                  </a:cubicBezTo>
                  <a:cubicBezTo>
                    <a:pt x="400" y="14"/>
                    <a:pt x="394" y="22"/>
                    <a:pt x="379" y="43"/>
                  </a:cubicBezTo>
                  <a:cubicBezTo>
                    <a:pt x="377" y="46"/>
                    <a:pt x="376" y="49"/>
                    <a:pt x="375" y="51"/>
                  </a:cubicBezTo>
                  <a:cubicBezTo>
                    <a:pt x="373" y="54"/>
                    <a:pt x="371" y="57"/>
                    <a:pt x="365" y="61"/>
                  </a:cubicBezTo>
                  <a:cubicBezTo>
                    <a:pt x="234" y="139"/>
                    <a:pt x="234" y="139"/>
                    <a:pt x="234" y="139"/>
                  </a:cubicBezTo>
                  <a:cubicBezTo>
                    <a:pt x="165" y="159"/>
                    <a:pt x="134" y="157"/>
                    <a:pt x="63" y="111"/>
                  </a:cubicBezTo>
                  <a:cubicBezTo>
                    <a:pt x="63" y="111"/>
                    <a:pt x="57" y="108"/>
                    <a:pt x="48" y="108"/>
                  </a:cubicBezTo>
                  <a:close/>
                </a:path>
              </a:pathLst>
            </a:custGeom>
            <a:solidFill>
              <a:srgbClr val="FFA47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8" name="Google Shape;1768;p48">
              <a:extLst>
                <a:ext uri="{FF2B5EF4-FFF2-40B4-BE49-F238E27FC236}">
                  <a16:creationId xmlns:a16="http://schemas.microsoft.com/office/drawing/2014/main" id="{F837619C-9083-7EF6-2FC8-4B37F5C5B2A7}"/>
                </a:ext>
              </a:extLst>
            </p:cNvPr>
            <p:cNvSpPr/>
            <p:nvPr/>
          </p:nvSpPr>
          <p:spPr>
            <a:xfrm>
              <a:off x="2647649" y="1656104"/>
              <a:ext cx="447817" cy="402908"/>
            </a:xfrm>
            <a:custGeom>
              <a:avLst/>
              <a:gdLst/>
              <a:ahLst/>
              <a:cxnLst/>
              <a:rect l="l" t="t" r="r" b="b"/>
              <a:pathLst>
                <a:path w="151" h="136" extrusionOk="0">
                  <a:moveTo>
                    <a:pt x="151" y="47"/>
                  </a:moveTo>
                  <a:cubicBezTo>
                    <a:pt x="144" y="46"/>
                    <a:pt x="76" y="25"/>
                    <a:pt x="67" y="4"/>
                  </a:cubicBezTo>
                  <a:cubicBezTo>
                    <a:pt x="67" y="4"/>
                    <a:pt x="48" y="0"/>
                    <a:pt x="24" y="32"/>
                  </a:cubicBezTo>
                  <a:cubicBezTo>
                    <a:pt x="0" y="63"/>
                    <a:pt x="67" y="130"/>
                    <a:pt x="67" y="130"/>
                  </a:cubicBezTo>
                  <a:cubicBezTo>
                    <a:pt x="77" y="136"/>
                    <a:pt x="130" y="132"/>
                    <a:pt x="130" y="132"/>
                  </a:cubicBezTo>
                  <a:lnTo>
                    <a:pt x="151" y="4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9" name="Google Shape;1769;p48">
              <a:extLst>
                <a:ext uri="{FF2B5EF4-FFF2-40B4-BE49-F238E27FC236}">
                  <a16:creationId xmlns:a16="http://schemas.microsoft.com/office/drawing/2014/main" id="{0758B8DF-B898-803D-39F5-D02EFA2A0D23}"/>
                </a:ext>
              </a:extLst>
            </p:cNvPr>
            <p:cNvSpPr/>
            <p:nvPr/>
          </p:nvSpPr>
          <p:spPr>
            <a:xfrm>
              <a:off x="2621986" y="1199304"/>
              <a:ext cx="390076" cy="323353"/>
            </a:xfrm>
            <a:custGeom>
              <a:avLst/>
              <a:gdLst/>
              <a:ahLst/>
              <a:cxnLst/>
              <a:rect l="l" t="t" r="r" b="b"/>
              <a:pathLst>
                <a:path w="132" h="109" extrusionOk="0">
                  <a:moveTo>
                    <a:pt x="0" y="60"/>
                  </a:moveTo>
                  <a:cubicBezTo>
                    <a:pt x="12" y="109"/>
                    <a:pt x="27" y="106"/>
                    <a:pt x="48" y="102"/>
                  </a:cubicBezTo>
                  <a:cubicBezTo>
                    <a:pt x="57" y="100"/>
                    <a:pt x="67" y="99"/>
                    <a:pt x="78" y="101"/>
                  </a:cubicBezTo>
                  <a:cubicBezTo>
                    <a:pt x="94" y="105"/>
                    <a:pt x="107" y="99"/>
                    <a:pt x="118" y="89"/>
                  </a:cubicBezTo>
                  <a:cubicBezTo>
                    <a:pt x="118" y="89"/>
                    <a:pt x="118" y="89"/>
                    <a:pt x="118" y="89"/>
                  </a:cubicBezTo>
                  <a:cubicBezTo>
                    <a:pt x="122" y="78"/>
                    <a:pt x="124" y="76"/>
                    <a:pt x="121" y="65"/>
                  </a:cubicBezTo>
                  <a:cubicBezTo>
                    <a:pt x="122" y="59"/>
                    <a:pt x="122" y="59"/>
                    <a:pt x="122" y="59"/>
                  </a:cubicBezTo>
                  <a:cubicBezTo>
                    <a:pt x="132" y="46"/>
                    <a:pt x="125" y="28"/>
                    <a:pt x="113" y="18"/>
                  </a:cubicBezTo>
                  <a:cubicBezTo>
                    <a:pt x="105" y="10"/>
                    <a:pt x="96" y="8"/>
                    <a:pt x="85" y="5"/>
                  </a:cubicBezTo>
                  <a:cubicBezTo>
                    <a:pt x="73" y="1"/>
                    <a:pt x="50" y="0"/>
                    <a:pt x="36" y="10"/>
                  </a:cubicBezTo>
                  <a:cubicBezTo>
                    <a:pt x="31" y="13"/>
                    <a:pt x="30" y="11"/>
                    <a:pt x="29" y="9"/>
                  </a:cubicBezTo>
                  <a:cubicBezTo>
                    <a:pt x="27" y="7"/>
                    <a:pt x="26" y="5"/>
                    <a:pt x="22" y="9"/>
                  </a:cubicBezTo>
                  <a:cubicBezTo>
                    <a:pt x="21" y="10"/>
                    <a:pt x="20" y="11"/>
                    <a:pt x="20" y="11"/>
                  </a:cubicBezTo>
                  <a:cubicBezTo>
                    <a:pt x="5" y="18"/>
                    <a:pt x="0" y="57"/>
                    <a:pt x="0" y="6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0" name="Google Shape;1770;p48">
              <a:extLst>
                <a:ext uri="{FF2B5EF4-FFF2-40B4-BE49-F238E27FC236}">
                  <a16:creationId xmlns:a16="http://schemas.microsoft.com/office/drawing/2014/main" id="{B50AD55C-BDC0-2525-0D05-128756F4C3F6}"/>
                </a:ext>
              </a:extLst>
            </p:cNvPr>
            <p:cNvSpPr/>
            <p:nvPr/>
          </p:nvSpPr>
          <p:spPr>
            <a:xfrm>
              <a:off x="2606588" y="1127448"/>
              <a:ext cx="174508" cy="187339"/>
            </a:xfrm>
            <a:custGeom>
              <a:avLst/>
              <a:gdLst/>
              <a:ahLst/>
              <a:cxnLst/>
              <a:rect l="l" t="t" r="r" b="b"/>
              <a:pathLst>
                <a:path w="59" h="63" extrusionOk="0">
                  <a:moveTo>
                    <a:pt x="53" y="40"/>
                  </a:moveTo>
                  <a:cubicBezTo>
                    <a:pt x="59" y="32"/>
                    <a:pt x="59" y="19"/>
                    <a:pt x="53" y="11"/>
                  </a:cubicBezTo>
                  <a:cubicBezTo>
                    <a:pt x="47" y="3"/>
                    <a:pt x="35" y="0"/>
                    <a:pt x="26" y="4"/>
                  </a:cubicBezTo>
                  <a:cubicBezTo>
                    <a:pt x="22" y="6"/>
                    <a:pt x="18" y="9"/>
                    <a:pt x="15" y="12"/>
                  </a:cubicBezTo>
                  <a:cubicBezTo>
                    <a:pt x="12" y="15"/>
                    <a:pt x="9" y="19"/>
                    <a:pt x="7" y="23"/>
                  </a:cubicBezTo>
                  <a:cubicBezTo>
                    <a:pt x="2" y="31"/>
                    <a:pt x="0" y="43"/>
                    <a:pt x="6" y="50"/>
                  </a:cubicBezTo>
                  <a:cubicBezTo>
                    <a:pt x="8" y="53"/>
                    <a:pt x="11" y="55"/>
                    <a:pt x="13" y="57"/>
                  </a:cubicBezTo>
                  <a:cubicBezTo>
                    <a:pt x="18" y="59"/>
                    <a:pt x="23" y="62"/>
                    <a:pt x="28" y="62"/>
                  </a:cubicBezTo>
                  <a:cubicBezTo>
                    <a:pt x="33" y="63"/>
                    <a:pt x="39" y="61"/>
                    <a:pt x="42" y="5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1" name="Google Shape;1771;p48">
              <a:extLst>
                <a:ext uri="{FF2B5EF4-FFF2-40B4-BE49-F238E27FC236}">
                  <a16:creationId xmlns:a16="http://schemas.microsoft.com/office/drawing/2014/main" id="{D902BF5D-CACE-AB8B-FCC0-AD6BE6122788}"/>
                </a:ext>
              </a:extLst>
            </p:cNvPr>
            <p:cNvSpPr/>
            <p:nvPr/>
          </p:nvSpPr>
          <p:spPr>
            <a:xfrm>
              <a:off x="2654065" y="1267310"/>
              <a:ext cx="319503" cy="599230"/>
            </a:xfrm>
            <a:custGeom>
              <a:avLst/>
              <a:gdLst/>
              <a:ahLst/>
              <a:cxnLst/>
              <a:rect l="l" t="t" r="r" b="b"/>
              <a:pathLst>
                <a:path w="108" h="202" extrusionOk="0">
                  <a:moveTo>
                    <a:pt x="21" y="44"/>
                  </a:moveTo>
                  <a:cubicBezTo>
                    <a:pt x="20" y="45"/>
                    <a:pt x="22" y="45"/>
                    <a:pt x="21" y="45"/>
                  </a:cubicBezTo>
                  <a:cubicBezTo>
                    <a:pt x="17" y="42"/>
                    <a:pt x="12" y="40"/>
                    <a:pt x="6" y="50"/>
                  </a:cubicBezTo>
                  <a:cubicBezTo>
                    <a:pt x="0" y="61"/>
                    <a:pt x="16" y="70"/>
                    <a:pt x="22" y="71"/>
                  </a:cubicBezTo>
                  <a:cubicBezTo>
                    <a:pt x="25" y="71"/>
                    <a:pt x="16" y="106"/>
                    <a:pt x="11" y="130"/>
                  </a:cubicBezTo>
                  <a:cubicBezTo>
                    <a:pt x="8" y="148"/>
                    <a:pt x="8" y="175"/>
                    <a:pt x="8" y="175"/>
                  </a:cubicBezTo>
                  <a:cubicBezTo>
                    <a:pt x="8" y="175"/>
                    <a:pt x="42" y="202"/>
                    <a:pt x="62" y="174"/>
                  </a:cubicBezTo>
                  <a:cubicBezTo>
                    <a:pt x="62" y="174"/>
                    <a:pt x="70" y="121"/>
                    <a:pt x="70" y="102"/>
                  </a:cubicBezTo>
                  <a:cubicBezTo>
                    <a:pt x="70" y="101"/>
                    <a:pt x="96" y="104"/>
                    <a:pt x="103" y="57"/>
                  </a:cubicBezTo>
                  <a:cubicBezTo>
                    <a:pt x="108" y="13"/>
                    <a:pt x="78" y="4"/>
                    <a:pt x="71" y="2"/>
                  </a:cubicBezTo>
                  <a:cubicBezTo>
                    <a:pt x="65" y="0"/>
                    <a:pt x="71" y="35"/>
                    <a:pt x="21" y="44"/>
                  </a:cubicBezTo>
                </a:path>
              </a:pathLst>
            </a:custGeom>
            <a:solidFill>
              <a:srgbClr val="FFA47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2" name="Google Shape;1772;p48">
              <a:extLst>
                <a:ext uri="{FF2B5EF4-FFF2-40B4-BE49-F238E27FC236}">
                  <a16:creationId xmlns:a16="http://schemas.microsoft.com/office/drawing/2014/main" id="{FDC4EA0C-6D2F-383C-2DCD-8E5A2C25B68A}"/>
                </a:ext>
              </a:extLst>
            </p:cNvPr>
            <p:cNvSpPr/>
            <p:nvPr/>
          </p:nvSpPr>
          <p:spPr>
            <a:xfrm>
              <a:off x="2689993" y="1409740"/>
              <a:ext cx="29513" cy="41061"/>
            </a:xfrm>
            <a:custGeom>
              <a:avLst/>
              <a:gdLst/>
              <a:ahLst/>
              <a:cxnLst/>
              <a:rect l="l" t="t" r="r" b="b"/>
              <a:pathLst>
                <a:path w="10" h="14" extrusionOk="0">
                  <a:moveTo>
                    <a:pt x="10" y="2"/>
                  </a:moveTo>
                  <a:cubicBezTo>
                    <a:pt x="7" y="1"/>
                    <a:pt x="2" y="0"/>
                    <a:pt x="1" y="3"/>
                  </a:cubicBezTo>
                  <a:cubicBezTo>
                    <a:pt x="0" y="6"/>
                    <a:pt x="2" y="12"/>
                    <a:pt x="5" y="14"/>
                  </a:cubicBezTo>
                </a:path>
              </a:pathLst>
            </a:custGeom>
            <a:solidFill>
              <a:srgbClr val="E595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3" name="Google Shape;1773;p48">
              <a:extLst>
                <a:ext uri="{FF2B5EF4-FFF2-40B4-BE49-F238E27FC236}">
                  <a16:creationId xmlns:a16="http://schemas.microsoft.com/office/drawing/2014/main" id="{5FB697B9-B626-6B6D-A853-C19BC45949BA}"/>
                </a:ext>
              </a:extLst>
            </p:cNvPr>
            <p:cNvSpPr/>
            <p:nvPr/>
          </p:nvSpPr>
          <p:spPr>
            <a:xfrm>
              <a:off x="2642516" y="1160809"/>
              <a:ext cx="292557" cy="292557"/>
            </a:xfrm>
            <a:custGeom>
              <a:avLst/>
              <a:gdLst/>
              <a:ahLst/>
              <a:cxnLst/>
              <a:rect l="l" t="t" r="r" b="b"/>
              <a:pathLst>
                <a:path w="99" h="99" extrusionOk="0">
                  <a:moveTo>
                    <a:pt x="99" y="42"/>
                  </a:moveTo>
                  <a:cubicBezTo>
                    <a:pt x="99" y="42"/>
                    <a:pt x="60" y="99"/>
                    <a:pt x="27" y="83"/>
                  </a:cubicBezTo>
                  <a:cubicBezTo>
                    <a:pt x="0" y="70"/>
                    <a:pt x="28" y="0"/>
                    <a:pt x="60" y="18"/>
                  </a:cubicBezTo>
                  <a:cubicBezTo>
                    <a:pt x="92" y="35"/>
                    <a:pt x="99" y="42"/>
                    <a:pt x="99" y="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4" name="Google Shape;1774;p48">
              <a:extLst>
                <a:ext uri="{FF2B5EF4-FFF2-40B4-BE49-F238E27FC236}">
                  <a16:creationId xmlns:a16="http://schemas.microsoft.com/office/drawing/2014/main" id="{1C331B52-499F-9ACF-25EA-1586CF881398}"/>
                </a:ext>
              </a:extLst>
            </p:cNvPr>
            <p:cNvSpPr/>
            <p:nvPr/>
          </p:nvSpPr>
          <p:spPr>
            <a:xfrm>
              <a:off x="2757999" y="1513674"/>
              <a:ext cx="103935" cy="88538"/>
            </a:xfrm>
            <a:custGeom>
              <a:avLst/>
              <a:gdLst/>
              <a:ahLst/>
              <a:cxnLst/>
              <a:rect l="l" t="t" r="r" b="b"/>
              <a:pathLst>
                <a:path w="35" h="30" extrusionOk="0">
                  <a:moveTo>
                    <a:pt x="35" y="19"/>
                  </a:moveTo>
                  <a:cubicBezTo>
                    <a:pt x="35" y="19"/>
                    <a:pt x="20" y="18"/>
                    <a:pt x="7" y="6"/>
                  </a:cubicBezTo>
                  <a:cubicBezTo>
                    <a:pt x="0" y="0"/>
                    <a:pt x="12" y="28"/>
                    <a:pt x="33" y="30"/>
                  </a:cubicBezTo>
                  <a:cubicBezTo>
                    <a:pt x="33" y="30"/>
                    <a:pt x="34" y="28"/>
                    <a:pt x="35" y="19"/>
                  </a:cubicBezTo>
                  <a:close/>
                </a:path>
              </a:pathLst>
            </a:custGeom>
            <a:solidFill>
              <a:srgbClr val="E595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5" name="Google Shape;1775;p48">
              <a:extLst>
                <a:ext uri="{FF2B5EF4-FFF2-40B4-BE49-F238E27FC236}">
                  <a16:creationId xmlns:a16="http://schemas.microsoft.com/office/drawing/2014/main" id="{F57FF36D-3B2C-14C2-06D9-B019AF45ED24}"/>
                </a:ext>
              </a:extLst>
            </p:cNvPr>
            <p:cNvSpPr/>
            <p:nvPr/>
          </p:nvSpPr>
          <p:spPr>
            <a:xfrm>
              <a:off x="2876048" y="1371245"/>
              <a:ext cx="35928" cy="32079"/>
            </a:xfrm>
            <a:custGeom>
              <a:avLst/>
              <a:gdLst/>
              <a:ahLst/>
              <a:cxnLst/>
              <a:rect l="l" t="t" r="r" b="b"/>
              <a:pathLst>
                <a:path w="12" h="11" extrusionOk="0">
                  <a:moveTo>
                    <a:pt x="2" y="9"/>
                  </a:moveTo>
                  <a:cubicBezTo>
                    <a:pt x="0" y="11"/>
                    <a:pt x="2" y="4"/>
                    <a:pt x="5" y="2"/>
                  </a:cubicBezTo>
                  <a:cubicBezTo>
                    <a:pt x="7" y="0"/>
                    <a:pt x="11" y="1"/>
                    <a:pt x="12" y="3"/>
                  </a:cubicBezTo>
                  <a:cubicBezTo>
                    <a:pt x="12" y="3"/>
                    <a:pt x="6" y="4"/>
                    <a:pt x="2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6" name="Google Shape;1776;p48">
              <a:extLst>
                <a:ext uri="{FF2B5EF4-FFF2-40B4-BE49-F238E27FC236}">
                  <a16:creationId xmlns:a16="http://schemas.microsoft.com/office/drawing/2014/main" id="{021900E8-3876-0BD3-9A6A-EB5764DAD79B}"/>
                </a:ext>
              </a:extLst>
            </p:cNvPr>
            <p:cNvSpPr/>
            <p:nvPr/>
          </p:nvSpPr>
          <p:spPr>
            <a:xfrm>
              <a:off x="2944055" y="1385360"/>
              <a:ext cx="15398" cy="17964"/>
            </a:xfrm>
            <a:custGeom>
              <a:avLst/>
              <a:gdLst/>
              <a:ahLst/>
              <a:cxnLst/>
              <a:rect l="l" t="t" r="r" b="b"/>
              <a:pathLst>
                <a:path w="5" h="6" extrusionOk="0">
                  <a:moveTo>
                    <a:pt x="5" y="1"/>
                  </a:moveTo>
                  <a:cubicBezTo>
                    <a:pt x="2" y="0"/>
                    <a:pt x="1" y="0"/>
                    <a:pt x="0" y="3"/>
                  </a:cubicBezTo>
                  <a:cubicBezTo>
                    <a:pt x="0" y="3"/>
                    <a:pt x="4" y="4"/>
                    <a:pt x="5" y="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7" name="Google Shape;1777;p48">
              <a:extLst>
                <a:ext uri="{FF2B5EF4-FFF2-40B4-BE49-F238E27FC236}">
                  <a16:creationId xmlns:a16="http://schemas.microsoft.com/office/drawing/2014/main" id="{4BFAFF01-F9FE-9F8E-0F50-9B6B2901DC31}"/>
                </a:ext>
              </a:extLst>
            </p:cNvPr>
            <p:cNvSpPr/>
            <p:nvPr/>
          </p:nvSpPr>
          <p:spPr>
            <a:xfrm>
              <a:off x="2902994" y="1418721"/>
              <a:ext cx="11549" cy="23097"/>
            </a:xfrm>
            <a:custGeom>
              <a:avLst/>
              <a:gdLst/>
              <a:ahLst/>
              <a:cxnLst/>
              <a:rect l="l" t="t" r="r" b="b"/>
              <a:pathLst>
                <a:path w="4" h="8" extrusionOk="0">
                  <a:moveTo>
                    <a:pt x="0" y="4"/>
                  </a:moveTo>
                  <a:cubicBezTo>
                    <a:pt x="0" y="6"/>
                    <a:pt x="0" y="8"/>
                    <a:pt x="1" y="8"/>
                  </a:cubicBezTo>
                  <a:cubicBezTo>
                    <a:pt x="2" y="8"/>
                    <a:pt x="3" y="6"/>
                    <a:pt x="3" y="4"/>
                  </a:cubicBezTo>
                  <a:cubicBezTo>
                    <a:pt x="4" y="2"/>
                    <a:pt x="3" y="0"/>
                    <a:pt x="2" y="0"/>
                  </a:cubicBezTo>
                  <a:cubicBezTo>
                    <a:pt x="1" y="0"/>
                    <a:pt x="0" y="2"/>
                    <a:pt x="0" y="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8" name="Google Shape;1778;p48">
              <a:extLst>
                <a:ext uri="{FF2B5EF4-FFF2-40B4-BE49-F238E27FC236}">
                  <a16:creationId xmlns:a16="http://schemas.microsoft.com/office/drawing/2014/main" id="{3DF06A91-0941-C64B-99E3-5DDE6C0E78E7}"/>
                </a:ext>
              </a:extLst>
            </p:cNvPr>
            <p:cNvSpPr/>
            <p:nvPr/>
          </p:nvSpPr>
          <p:spPr>
            <a:xfrm>
              <a:off x="2935073" y="1418721"/>
              <a:ext cx="12831" cy="23097"/>
            </a:xfrm>
            <a:custGeom>
              <a:avLst/>
              <a:gdLst/>
              <a:ahLst/>
              <a:cxnLst/>
              <a:rect l="l" t="t" r="r" b="b"/>
              <a:pathLst>
                <a:path w="4" h="8" extrusionOk="0">
                  <a:moveTo>
                    <a:pt x="0" y="4"/>
                  </a:moveTo>
                  <a:cubicBezTo>
                    <a:pt x="0" y="6"/>
                    <a:pt x="1" y="8"/>
                    <a:pt x="2" y="8"/>
                  </a:cubicBezTo>
                  <a:cubicBezTo>
                    <a:pt x="3" y="8"/>
                    <a:pt x="4" y="7"/>
                    <a:pt x="4" y="4"/>
                  </a:cubicBezTo>
                  <a:cubicBezTo>
                    <a:pt x="4" y="2"/>
                    <a:pt x="3" y="1"/>
                    <a:pt x="2" y="1"/>
                  </a:cubicBezTo>
                  <a:cubicBezTo>
                    <a:pt x="1" y="0"/>
                    <a:pt x="0" y="2"/>
                    <a:pt x="0" y="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9" name="Google Shape;1779;p48">
              <a:extLst>
                <a:ext uri="{FF2B5EF4-FFF2-40B4-BE49-F238E27FC236}">
                  <a16:creationId xmlns:a16="http://schemas.microsoft.com/office/drawing/2014/main" id="{8B74BA42-B4B7-0678-6D49-7727F931B234}"/>
                </a:ext>
              </a:extLst>
            </p:cNvPr>
            <p:cNvSpPr/>
            <p:nvPr/>
          </p:nvSpPr>
          <p:spPr>
            <a:xfrm>
              <a:off x="2793280" y="1441847"/>
              <a:ext cx="67999" cy="17935"/>
            </a:xfrm>
            <a:custGeom>
              <a:avLst/>
              <a:gdLst/>
              <a:ahLst/>
              <a:cxnLst/>
              <a:rect l="l" t="t" r="r" b="b"/>
              <a:pathLst>
                <a:path w="23" h="23" extrusionOk="0">
                  <a:moveTo>
                    <a:pt x="11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7" y="1"/>
                    <a:pt x="5" y="2"/>
                    <a:pt x="3" y="4"/>
                  </a:cubicBezTo>
                  <a:cubicBezTo>
                    <a:pt x="1" y="6"/>
                    <a:pt x="0" y="9"/>
                    <a:pt x="0" y="12"/>
                  </a:cubicBezTo>
                  <a:cubicBezTo>
                    <a:pt x="0" y="18"/>
                    <a:pt x="5" y="23"/>
                    <a:pt x="11" y="23"/>
                  </a:cubicBezTo>
                  <a:cubicBezTo>
                    <a:pt x="11" y="23"/>
                    <a:pt x="12" y="23"/>
                    <a:pt x="12" y="23"/>
                  </a:cubicBezTo>
                  <a:cubicBezTo>
                    <a:pt x="18" y="22"/>
                    <a:pt x="23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</a:path>
              </a:pathLst>
            </a:custGeom>
            <a:solidFill>
              <a:srgbClr val="E595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0" name="Google Shape;1780;p48">
              <a:extLst>
                <a:ext uri="{FF2B5EF4-FFF2-40B4-BE49-F238E27FC236}">
                  <a16:creationId xmlns:a16="http://schemas.microsoft.com/office/drawing/2014/main" id="{2C981EAB-5B3F-5193-9B8C-2AF9F0A4B03C}"/>
                </a:ext>
              </a:extLst>
            </p:cNvPr>
            <p:cNvSpPr/>
            <p:nvPr/>
          </p:nvSpPr>
          <p:spPr>
            <a:xfrm>
              <a:off x="2416683" y="1631724"/>
              <a:ext cx="577415" cy="687766"/>
            </a:xfrm>
            <a:custGeom>
              <a:avLst/>
              <a:gdLst/>
              <a:ahLst/>
              <a:cxnLst/>
              <a:rect l="l" t="t" r="r" b="b"/>
              <a:pathLst>
                <a:path w="195" h="232" extrusionOk="0">
                  <a:moveTo>
                    <a:pt x="146" y="14"/>
                  </a:moveTo>
                  <a:cubicBezTo>
                    <a:pt x="156" y="32"/>
                    <a:pt x="195" y="90"/>
                    <a:pt x="190" y="121"/>
                  </a:cubicBezTo>
                  <a:cubicBezTo>
                    <a:pt x="187" y="141"/>
                    <a:pt x="195" y="214"/>
                    <a:pt x="195" y="214"/>
                  </a:cubicBezTo>
                  <a:cubicBezTo>
                    <a:pt x="195" y="214"/>
                    <a:pt x="100" y="232"/>
                    <a:pt x="0" y="193"/>
                  </a:cubicBezTo>
                  <a:cubicBezTo>
                    <a:pt x="1" y="141"/>
                    <a:pt x="0" y="85"/>
                    <a:pt x="31" y="33"/>
                  </a:cubicBezTo>
                  <a:cubicBezTo>
                    <a:pt x="31" y="33"/>
                    <a:pt x="82" y="0"/>
                    <a:pt x="93" y="1"/>
                  </a:cubicBezTo>
                  <a:cubicBezTo>
                    <a:pt x="93" y="1"/>
                    <a:pt x="156" y="65"/>
                    <a:pt x="146" y="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1" name="Google Shape;1781;p48">
              <a:extLst>
                <a:ext uri="{FF2B5EF4-FFF2-40B4-BE49-F238E27FC236}">
                  <a16:creationId xmlns:a16="http://schemas.microsoft.com/office/drawing/2014/main" id="{F597DFEF-4CFA-F6F3-ABAB-B753491B7269}"/>
                </a:ext>
              </a:extLst>
            </p:cNvPr>
            <p:cNvSpPr/>
            <p:nvPr/>
          </p:nvSpPr>
          <p:spPr>
            <a:xfrm>
              <a:off x="1791792" y="1631724"/>
              <a:ext cx="918731" cy="1124035"/>
            </a:xfrm>
            <a:custGeom>
              <a:avLst/>
              <a:gdLst/>
              <a:ahLst/>
              <a:cxnLst/>
              <a:rect l="l" t="t" r="r" b="b"/>
              <a:pathLst>
                <a:path w="310" h="379" extrusionOk="0">
                  <a:moveTo>
                    <a:pt x="297" y="19"/>
                  </a:moveTo>
                  <a:cubicBezTo>
                    <a:pt x="146" y="0"/>
                    <a:pt x="54" y="226"/>
                    <a:pt x="54" y="226"/>
                  </a:cubicBezTo>
                  <a:cubicBezTo>
                    <a:pt x="37" y="279"/>
                    <a:pt x="37" y="279"/>
                    <a:pt x="37" y="279"/>
                  </a:cubicBezTo>
                  <a:cubicBezTo>
                    <a:pt x="5" y="325"/>
                    <a:pt x="0" y="349"/>
                    <a:pt x="0" y="349"/>
                  </a:cubicBezTo>
                  <a:cubicBezTo>
                    <a:pt x="20" y="319"/>
                    <a:pt x="20" y="319"/>
                    <a:pt x="20" y="319"/>
                  </a:cubicBezTo>
                  <a:cubicBezTo>
                    <a:pt x="3" y="366"/>
                    <a:pt x="3" y="366"/>
                    <a:pt x="3" y="366"/>
                  </a:cubicBezTo>
                  <a:cubicBezTo>
                    <a:pt x="2" y="367"/>
                    <a:pt x="6" y="364"/>
                    <a:pt x="7" y="363"/>
                  </a:cubicBezTo>
                  <a:cubicBezTo>
                    <a:pt x="28" y="327"/>
                    <a:pt x="28" y="327"/>
                    <a:pt x="28" y="327"/>
                  </a:cubicBezTo>
                  <a:cubicBezTo>
                    <a:pt x="13" y="376"/>
                    <a:pt x="13" y="376"/>
                    <a:pt x="13" y="376"/>
                  </a:cubicBezTo>
                  <a:cubicBezTo>
                    <a:pt x="13" y="377"/>
                    <a:pt x="15" y="378"/>
                    <a:pt x="15" y="377"/>
                  </a:cubicBezTo>
                  <a:cubicBezTo>
                    <a:pt x="41" y="332"/>
                    <a:pt x="41" y="332"/>
                    <a:pt x="41" y="332"/>
                  </a:cubicBezTo>
                  <a:cubicBezTo>
                    <a:pt x="41" y="332"/>
                    <a:pt x="28" y="379"/>
                    <a:pt x="32" y="375"/>
                  </a:cubicBezTo>
                  <a:cubicBezTo>
                    <a:pt x="36" y="371"/>
                    <a:pt x="57" y="325"/>
                    <a:pt x="57" y="325"/>
                  </a:cubicBezTo>
                  <a:cubicBezTo>
                    <a:pt x="57" y="325"/>
                    <a:pt x="79" y="342"/>
                    <a:pt x="81" y="340"/>
                  </a:cubicBezTo>
                  <a:cubicBezTo>
                    <a:pt x="84" y="338"/>
                    <a:pt x="76" y="322"/>
                    <a:pt x="74" y="305"/>
                  </a:cubicBezTo>
                  <a:cubicBezTo>
                    <a:pt x="73" y="294"/>
                    <a:pt x="110" y="216"/>
                    <a:pt x="110" y="216"/>
                  </a:cubicBezTo>
                  <a:cubicBezTo>
                    <a:pt x="141" y="157"/>
                    <a:pt x="213" y="82"/>
                    <a:pt x="310" y="96"/>
                  </a:cubicBezTo>
                </a:path>
              </a:pathLst>
            </a:custGeom>
            <a:solidFill>
              <a:srgbClr val="FFA47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2" name="Google Shape;1782;p48">
              <a:extLst>
                <a:ext uri="{FF2B5EF4-FFF2-40B4-BE49-F238E27FC236}">
                  <a16:creationId xmlns:a16="http://schemas.microsoft.com/office/drawing/2014/main" id="{61A4D785-A8F3-86A6-2E4E-5DACA0AEFEBF}"/>
                </a:ext>
              </a:extLst>
            </p:cNvPr>
            <p:cNvSpPr/>
            <p:nvPr/>
          </p:nvSpPr>
          <p:spPr>
            <a:xfrm>
              <a:off x="2366640" y="1638140"/>
              <a:ext cx="366979" cy="343883"/>
            </a:xfrm>
            <a:custGeom>
              <a:avLst/>
              <a:gdLst/>
              <a:ahLst/>
              <a:cxnLst/>
              <a:rect l="l" t="t" r="r" b="b"/>
              <a:pathLst>
                <a:path w="124" h="116" extrusionOk="0">
                  <a:moveTo>
                    <a:pt x="107" y="0"/>
                  </a:moveTo>
                  <a:cubicBezTo>
                    <a:pt x="62" y="12"/>
                    <a:pt x="0" y="27"/>
                    <a:pt x="0" y="27"/>
                  </a:cubicBezTo>
                  <a:cubicBezTo>
                    <a:pt x="27" y="116"/>
                    <a:pt x="27" y="116"/>
                    <a:pt x="27" y="116"/>
                  </a:cubicBezTo>
                  <a:cubicBezTo>
                    <a:pt x="27" y="116"/>
                    <a:pt x="91" y="86"/>
                    <a:pt x="124" y="99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3" name="Google Shape;1783;p48">
              <a:extLst>
                <a:ext uri="{FF2B5EF4-FFF2-40B4-BE49-F238E27FC236}">
                  <a16:creationId xmlns:a16="http://schemas.microsoft.com/office/drawing/2014/main" id="{5E430D91-5ED1-34AE-B0BE-4CB03E272FEC}"/>
                </a:ext>
              </a:extLst>
            </p:cNvPr>
            <p:cNvSpPr/>
            <p:nvPr/>
          </p:nvSpPr>
          <p:spPr>
            <a:xfrm>
              <a:off x="2660480" y="1604778"/>
              <a:ext cx="313087" cy="327203"/>
            </a:xfrm>
            <a:custGeom>
              <a:avLst/>
              <a:gdLst/>
              <a:ahLst/>
              <a:cxnLst/>
              <a:rect l="l" t="t" r="r" b="b"/>
              <a:pathLst>
                <a:path w="106" h="110" extrusionOk="0">
                  <a:moveTo>
                    <a:pt x="9" y="1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2" y="37"/>
                    <a:pt x="72" y="37"/>
                    <a:pt x="72" y="37"/>
                  </a:cubicBezTo>
                  <a:cubicBezTo>
                    <a:pt x="72" y="37"/>
                    <a:pt x="106" y="110"/>
                    <a:pt x="59" y="67"/>
                  </a:cubicBezTo>
                  <a:cubicBezTo>
                    <a:pt x="12" y="23"/>
                    <a:pt x="9" y="16"/>
                    <a:pt x="9" y="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4" name="Google Shape;1784;p48">
              <a:extLst>
                <a:ext uri="{FF2B5EF4-FFF2-40B4-BE49-F238E27FC236}">
                  <a16:creationId xmlns:a16="http://schemas.microsoft.com/office/drawing/2014/main" id="{4CA4B71A-FD70-A838-996E-7901FB4D6F40}"/>
                </a:ext>
              </a:extLst>
            </p:cNvPr>
            <p:cNvSpPr/>
            <p:nvPr/>
          </p:nvSpPr>
          <p:spPr>
            <a:xfrm>
              <a:off x="2665613" y="1439252"/>
              <a:ext cx="103935" cy="162960"/>
            </a:xfrm>
            <a:custGeom>
              <a:avLst/>
              <a:gdLst/>
              <a:ahLst/>
              <a:cxnLst/>
              <a:rect l="l" t="t" r="r" b="b"/>
              <a:pathLst>
                <a:path w="35" h="55" extrusionOk="0">
                  <a:moveTo>
                    <a:pt x="17" y="55"/>
                  </a:moveTo>
                  <a:cubicBezTo>
                    <a:pt x="17" y="55"/>
                    <a:pt x="16" y="55"/>
                    <a:pt x="16" y="55"/>
                  </a:cubicBezTo>
                  <a:cubicBezTo>
                    <a:pt x="11" y="54"/>
                    <a:pt x="7" y="52"/>
                    <a:pt x="4" y="48"/>
                  </a:cubicBezTo>
                  <a:cubicBezTo>
                    <a:pt x="1" y="45"/>
                    <a:pt x="0" y="40"/>
                    <a:pt x="0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1" y="27"/>
                    <a:pt x="17" y="4"/>
                    <a:pt x="17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2" y="6"/>
                    <a:pt x="35" y="30"/>
                    <a:pt x="35" y="39"/>
                  </a:cubicBezTo>
                  <a:cubicBezTo>
                    <a:pt x="34" y="44"/>
                    <a:pt x="32" y="48"/>
                    <a:pt x="28" y="51"/>
                  </a:cubicBezTo>
                  <a:cubicBezTo>
                    <a:pt x="25" y="53"/>
                    <a:pt x="21" y="55"/>
                    <a:pt x="17" y="55"/>
                  </a:cubicBezTo>
                  <a:close/>
                  <a:moveTo>
                    <a:pt x="19" y="7"/>
                  </a:moveTo>
                  <a:cubicBezTo>
                    <a:pt x="14" y="15"/>
                    <a:pt x="4" y="30"/>
                    <a:pt x="4" y="36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3" y="40"/>
                    <a:pt x="4" y="43"/>
                    <a:pt x="7" y="46"/>
                  </a:cubicBezTo>
                  <a:cubicBezTo>
                    <a:pt x="9" y="49"/>
                    <a:pt x="12" y="51"/>
                    <a:pt x="16" y="51"/>
                  </a:cubicBezTo>
                  <a:cubicBezTo>
                    <a:pt x="20" y="51"/>
                    <a:pt x="23" y="50"/>
                    <a:pt x="26" y="48"/>
                  </a:cubicBezTo>
                  <a:cubicBezTo>
                    <a:pt x="29" y="46"/>
                    <a:pt x="31" y="42"/>
                    <a:pt x="31" y="39"/>
                  </a:cubicBezTo>
                  <a:cubicBezTo>
                    <a:pt x="32" y="33"/>
                    <a:pt x="23" y="16"/>
                    <a:pt x="19" y="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85" name="Google Shape;1785;p48">
            <a:extLst>
              <a:ext uri="{FF2B5EF4-FFF2-40B4-BE49-F238E27FC236}">
                <a16:creationId xmlns:a16="http://schemas.microsoft.com/office/drawing/2014/main" id="{B5B6DC12-74FA-C04D-8452-288268E3BF68}"/>
              </a:ext>
            </a:extLst>
          </p:cNvPr>
          <p:cNvGrpSpPr/>
          <p:nvPr/>
        </p:nvGrpSpPr>
        <p:grpSpPr>
          <a:xfrm flipH="1">
            <a:off x="7414489" y="1395093"/>
            <a:ext cx="1322715" cy="2144997"/>
            <a:chOff x="2597950" y="316701"/>
            <a:chExt cx="2781150" cy="4510087"/>
          </a:xfrm>
        </p:grpSpPr>
        <p:sp>
          <p:nvSpPr>
            <p:cNvPr id="1786" name="Google Shape;1786;p48">
              <a:extLst>
                <a:ext uri="{FF2B5EF4-FFF2-40B4-BE49-F238E27FC236}">
                  <a16:creationId xmlns:a16="http://schemas.microsoft.com/office/drawing/2014/main" id="{04119ABC-68E7-47DB-61F8-45C493F872A6}"/>
                </a:ext>
              </a:extLst>
            </p:cNvPr>
            <p:cNvSpPr/>
            <p:nvPr/>
          </p:nvSpPr>
          <p:spPr>
            <a:xfrm>
              <a:off x="3891763" y="1007263"/>
              <a:ext cx="854075" cy="895350"/>
            </a:xfrm>
            <a:custGeom>
              <a:avLst/>
              <a:gdLst/>
              <a:ahLst/>
              <a:cxnLst/>
              <a:rect l="l" t="t" r="r" b="b"/>
              <a:pathLst>
                <a:path w="233" h="244" extrusionOk="0">
                  <a:moveTo>
                    <a:pt x="155" y="106"/>
                  </a:moveTo>
                  <a:cubicBezTo>
                    <a:pt x="155" y="106"/>
                    <a:pt x="23" y="244"/>
                    <a:pt x="0" y="222"/>
                  </a:cubicBezTo>
                  <a:cubicBezTo>
                    <a:pt x="43" y="141"/>
                    <a:pt x="43" y="141"/>
                    <a:pt x="43" y="141"/>
                  </a:cubicBezTo>
                  <a:cubicBezTo>
                    <a:pt x="43" y="143"/>
                    <a:pt x="135" y="71"/>
                    <a:pt x="135" y="71"/>
                  </a:cubicBezTo>
                  <a:cubicBezTo>
                    <a:pt x="135" y="71"/>
                    <a:pt x="154" y="23"/>
                    <a:pt x="162" y="23"/>
                  </a:cubicBezTo>
                  <a:cubicBezTo>
                    <a:pt x="169" y="23"/>
                    <a:pt x="154" y="50"/>
                    <a:pt x="156" y="54"/>
                  </a:cubicBezTo>
                  <a:cubicBezTo>
                    <a:pt x="159" y="57"/>
                    <a:pt x="204" y="0"/>
                    <a:pt x="209" y="7"/>
                  </a:cubicBezTo>
                  <a:cubicBezTo>
                    <a:pt x="212" y="11"/>
                    <a:pt x="181" y="41"/>
                    <a:pt x="183" y="46"/>
                  </a:cubicBezTo>
                  <a:cubicBezTo>
                    <a:pt x="185" y="48"/>
                    <a:pt x="219" y="27"/>
                    <a:pt x="223" y="28"/>
                  </a:cubicBezTo>
                  <a:cubicBezTo>
                    <a:pt x="233" y="31"/>
                    <a:pt x="185" y="54"/>
                    <a:pt x="187" y="55"/>
                  </a:cubicBezTo>
                  <a:cubicBezTo>
                    <a:pt x="190" y="57"/>
                    <a:pt x="226" y="34"/>
                    <a:pt x="227" y="42"/>
                  </a:cubicBezTo>
                  <a:cubicBezTo>
                    <a:pt x="227" y="47"/>
                    <a:pt x="194" y="63"/>
                    <a:pt x="194" y="66"/>
                  </a:cubicBezTo>
                  <a:cubicBezTo>
                    <a:pt x="195" y="69"/>
                    <a:pt x="213" y="57"/>
                    <a:pt x="219" y="59"/>
                  </a:cubicBezTo>
                  <a:cubicBezTo>
                    <a:pt x="225" y="61"/>
                    <a:pt x="194" y="77"/>
                    <a:pt x="192" y="79"/>
                  </a:cubicBezTo>
                  <a:cubicBezTo>
                    <a:pt x="190" y="82"/>
                    <a:pt x="173" y="98"/>
                    <a:pt x="155" y="106"/>
                  </a:cubicBezTo>
                  <a:close/>
                </a:path>
              </a:pathLst>
            </a:custGeom>
            <a:solidFill>
              <a:srgbClr val="B7736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7" name="Google Shape;1787;p48">
              <a:extLst>
                <a:ext uri="{FF2B5EF4-FFF2-40B4-BE49-F238E27FC236}">
                  <a16:creationId xmlns:a16="http://schemas.microsoft.com/office/drawing/2014/main" id="{B5474521-35A3-01D6-C0E6-93DDB7B68DA3}"/>
                </a:ext>
              </a:extLst>
            </p:cNvPr>
            <p:cNvSpPr/>
            <p:nvPr/>
          </p:nvSpPr>
          <p:spPr>
            <a:xfrm>
              <a:off x="3404400" y="1021551"/>
              <a:ext cx="658813" cy="800100"/>
            </a:xfrm>
            <a:custGeom>
              <a:avLst/>
              <a:gdLst/>
              <a:ahLst/>
              <a:cxnLst/>
              <a:rect l="l" t="t" r="r" b="b"/>
              <a:pathLst>
                <a:path w="180" h="218" extrusionOk="0">
                  <a:moveTo>
                    <a:pt x="98" y="0"/>
                  </a:moveTo>
                  <a:cubicBezTo>
                    <a:pt x="98" y="0"/>
                    <a:pt x="130" y="11"/>
                    <a:pt x="138" y="36"/>
                  </a:cubicBezTo>
                  <a:cubicBezTo>
                    <a:pt x="146" y="60"/>
                    <a:pt x="180" y="133"/>
                    <a:pt x="180" y="133"/>
                  </a:cubicBezTo>
                  <a:cubicBezTo>
                    <a:pt x="134" y="218"/>
                    <a:pt x="134" y="218"/>
                    <a:pt x="134" y="218"/>
                  </a:cubicBezTo>
                  <a:cubicBezTo>
                    <a:pt x="134" y="218"/>
                    <a:pt x="0" y="48"/>
                    <a:pt x="98" y="0"/>
                  </a:cubicBezTo>
                  <a:close/>
                </a:path>
              </a:pathLst>
            </a:custGeom>
            <a:solidFill>
              <a:srgbClr val="B7736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8" name="Google Shape;1788;p48">
              <a:extLst>
                <a:ext uri="{FF2B5EF4-FFF2-40B4-BE49-F238E27FC236}">
                  <a16:creationId xmlns:a16="http://schemas.microsoft.com/office/drawing/2014/main" id="{8D9A5AC3-987D-D5F5-7080-FEE97D479698}"/>
                </a:ext>
              </a:extLst>
            </p:cNvPr>
            <p:cNvSpPr/>
            <p:nvPr/>
          </p:nvSpPr>
          <p:spPr>
            <a:xfrm>
              <a:off x="3359950" y="973925"/>
              <a:ext cx="703263" cy="654050"/>
            </a:xfrm>
            <a:custGeom>
              <a:avLst/>
              <a:gdLst/>
              <a:ahLst/>
              <a:cxnLst/>
              <a:rect l="l" t="t" r="r" b="b"/>
              <a:pathLst>
                <a:path w="192" h="178" extrusionOk="0">
                  <a:moveTo>
                    <a:pt x="107" y="5"/>
                  </a:moveTo>
                  <a:cubicBezTo>
                    <a:pt x="142" y="0"/>
                    <a:pt x="161" y="40"/>
                    <a:pt x="192" y="115"/>
                  </a:cubicBezTo>
                  <a:cubicBezTo>
                    <a:pt x="113" y="178"/>
                    <a:pt x="113" y="178"/>
                    <a:pt x="113" y="178"/>
                  </a:cubicBezTo>
                  <a:cubicBezTo>
                    <a:pt x="113" y="178"/>
                    <a:pt x="0" y="22"/>
                    <a:pt x="107" y="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9" name="Google Shape;1789;p48">
              <a:extLst>
                <a:ext uri="{FF2B5EF4-FFF2-40B4-BE49-F238E27FC236}">
                  <a16:creationId xmlns:a16="http://schemas.microsoft.com/office/drawing/2014/main" id="{8CCC49C6-1C5B-1641-FC71-C87141806861}"/>
                </a:ext>
              </a:extLst>
            </p:cNvPr>
            <p:cNvSpPr/>
            <p:nvPr/>
          </p:nvSpPr>
          <p:spPr>
            <a:xfrm>
              <a:off x="3312325" y="316701"/>
              <a:ext cx="476250" cy="506413"/>
            </a:xfrm>
            <a:custGeom>
              <a:avLst/>
              <a:gdLst/>
              <a:ahLst/>
              <a:cxnLst/>
              <a:rect l="l" t="t" r="r" b="b"/>
              <a:pathLst>
                <a:path w="130" h="138" extrusionOk="0">
                  <a:moveTo>
                    <a:pt x="121" y="35"/>
                  </a:moveTo>
                  <a:cubicBezTo>
                    <a:pt x="104" y="14"/>
                    <a:pt x="66" y="0"/>
                    <a:pt x="35" y="13"/>
                  </a:cubicBezTo>
                  <a:cubicBezTo>
                    <a:pt x="34" y="13"/>
                    <a:pt x="34" y="13"/>
                    <a:pt x="34" y="13"/>
                  </a:cubicBezTo>
                  <a:cubicBezTo>
                    <a:pt x="14" y="20"/>
                    <a:pt x="0" y="39"/>
                    <a:pt x="1" y="60"/>
                  </a:cubicBezTo>
                  <a:cubicBezTo>
                    <a:pt x="1" y="74"/>
                    <a:pt x="5" y="88"/>
                    <a:pt x="11" y="99"/>
                  </a:cubicBezTo>
                  <a:cubicBezTo>
                    <a:pt x="25" y="124"/>
                    <a:pt x="52" y="135"/>
                    <a:pt x="80" y="133"/>
                  </a:cubicBezTo>
                  <a:cubicBezTo>
                    <a:pt x="85" y="133"/>
                    <a:pt x="90" y="134"/>
                    <a:pt x="93" y="138"/>
                  </a:cubicBezTo>
                  <a:cubicBezTo>
                    <a:pt x="126" y="82"/>
                    <a:pt x="126" y="82"/>
                    <a:pt x="126" y="82"/>
                  </a:cubicBezTo>
                  <a:cubicBezTo>
                    <a:pt x="130" y="74"/>
                    <a:pt x="130" y="47"/>
                    <a:pt x="121" y="3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0" name="Google Shape;1790;p48">
              <a:extLst>
                <a:ext uri="{FF2B5EF4-FFF2-40B4-BE49-F238E27FC236}">
                  <a16:creationId xmlns:a16="http://schemas.microsoft.com/office/drawing/2014/main" id="{583AF07C-B52F-41A5-D84A-59BED6AE3B87}"/>
                </a:ext>
              </a:extLst>
            </p:cNvPr>
            <p:cNvSpPr/>
            <p:nvPr/>
          </p:nvSpPr>
          <p:spPr>
            <a:xfrm>
              <a:off x="3129763" y="529426"/>
              <a:ext cx="222300" cy="22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1" name="Google Shape;1791;p48">
              <a:extLst>
                <a:ext uri="{FF2B5EF4-FFF2-40B4-BE49-F238E27FC236}">
                  <a16:creationId xmlns:a16="http://schemas.microsoft.com/office/drawing/2014/main" id="{4036A405-02CF-1C50-ABDA-E5869107EB77}"/>
                </a:ext>
              </a:extLst>
            </p:cNvPr>
            <p:cNvSpPr/>
            <p:nvPr/>
          </p:nvSpPr>
          <p:spPr>
            <a:xfrm>
              <a:off x="3334550" y="445288"/>
              <a:ext cx="447675" cy="766763"/>
            </a:xfrm>
            <a:custGeom>
              <a:avLst/>
              <a:gdLst/>
              <a:ahLst/>
              <a:cxnLst/>
              <a:rect l="l" t="t" r="r" b="b"/>
              <a:pathLst>
                <a:path w="122" h="209" extrusionOk="0">
                  <a:moveTo>
                    <a:pt x="37" y="55"/>
                  </a:moveTo>
                  <a:cubicBezTo>
                    <a:pt x="37" y="56"/>
                    <a:pt x="33" y="48"/>
                    <a:pt x="32" y="47"/>
                  </a:cubicBezTo>
                  <a:cubicBezTo>
                    <a:pt x="27" y="46"/>
                    <a:pt x="17" y="41"/>
                    <a:pt x="11" y="52"/>
                  </a:cubicBezTo>
                  <a:cubicBezTo>
                    <a:pt x="6" y="64"/>
                    <a:pt x="15" y="74"/>
                    <a:pt x="21" y="77"/>
                  </a:cubicBezTo>
                  <a:cubicBezTo>
                    <a:pt x="23" y="78"/>
                    <a:pt x="30" y="82"/>
                    <a:pt x="31" y="84"/>
                  </a:cubicBezTo>
                  <a:cubicBezTo>
                    <a:pt x="39" y="101"/>
                    <a:pt x="28" y="135"/>
                    <a:pt x="27" y="149"/>
                  </a:cubicBezTo>
                  <a:cubicBezTo>
                    <a:pt x="24" y="178"/>
                    <a:pt x="0" y="146"/>
                    <a:pt x="0" y="146"/>
                  </a:cubicBezTo>
                  <a:cubicBezTo>
                    <a:pt x="0" y="146"/>
                    <a:pt x="80" y="209"/>
                    <a:pt x="92" y="174"/>
                  </a:cubicBezTo>
                  <a:cubicBezTo>
                    <a:pt x="82" y="157"/>
                    <a:pt x="76" y="104"/>
                    <a:pt x="84" y="107"/>
                  </a:cubicBezTo>
                  <a:cubicBezTo>
                    <a:pt x="95" y="111"/>
                    <a:pt x="119" y="97"/>
                    <a:pt x="122" y="47"/>
                  </a:cubicBezTo>
                  <a:cubicBezTo>
                    <a:pt x="109" y="9"/>
                    <a:pt x="93" y="3"/>
                    <a:pt x="92" y="0"/>
                  </a:cubicBezTo>
                  <a:cubicBezTo>
                    <a:pt x="91" y="27"/>
                    <a:pt x="76" y="44"/>
                    <a:pt x="37" y="55"/>
                  </a:cubicBezTo>
                  <a:close/>
                </a:path>
              </a:pathLst>
            </a:custGeom>
            <a:solidFill>
              <a:srgbClr val="B7736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2" name="Google Shape;1792;p48">
              <a:extLst>
                <a:ext uri="{FF2B5EF4-FFF2-40B4-BE49-F238E27FC236}">
                  <a16:creationId xmlns:a16="http://schemas.microsoft.com/office/drawing/2014/main" id="{9EAA9D10-42F2-E465-250C-5BF1EA9AB492}"/>
                </a:ext>
              </a:extLst>
            </p:cNvPr>
            <p:cNvSpPr/>
            <p:nvPr/>
          </p:nvSpPr>
          <p:spPr>
            <a:xfrm>
              <a:off x="3390113" y="610388"/>
              <a:ext cx="53975" cy="84138"/>
            </a:xfrm>
            <a:custGeom>
              <a:avLst/>
              <a:gdLst/>
              <a:ahLst/>
              <a:cxnLst/>
              <a:rect l="l" t="t" r="r" b="b"/>
              <a:pathLst>
                <a:path w="15" h="23" extrusionOk="0">
                  <a:moveTo>
                    <a:pt x="0" y="12"/>
                  </a:moveTo>
                  <a:cubicBezTo>
                    <a:pt x="0" y="12"/>
                    <a:pt x="13" y="0"/>
                    <a:pt x="15" y="23"/>
                  </a:cubicBezTo>
                </a:path>
              </a:pathLst>
            </a:custGeom>
            <a:solidFill>
              <a:srgbClr val="894C3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3" name="Google Shape;1793;p48">
              <a:extLst>
                <a:ext uri="{FF2B5EF4-FFF2-40B4-BE49-F238E27FC236}">
                  <a16:creationId xmlns:a16="http://schemas.microsoft.com/office/drawing/2014/main" id="{179F44FD-1997-22F5-0119-E88F40AFDE33}"/>
                </a:ext>
              </a:extLst>
            </p:cNvPr>
            <p:cNvSpPr/>
            <p:nvPr/>
          </p:nvSpPr>
          <p:spPr>
            <a:xfrm>
              <a:off x="3543316" y="683352"/>
              <a:ext cx="95248" cy="30278"/>
            </a:xfrm>
            <a:custGeom>
              <a:avLst/>
              <a:gdLst/>
              <a:ahLst/>
              <a:cxnLst/>
              <a:rect l="l" t="t" r="r" b="b"/>
              <a:pathLst>
                <a:path w="26" h="25" extrusionOk="0">
                  <a:moveTo>
                    <a:pt x="17" y="2"/>
                  </a:moveTo>
                  <a:cubicBezTo>
                    <a:pt x="22" y="4"/>
                    <a:pt x="26" y="10"/>
                    <a:pt x="24" y="16"/>
                  </a:cubicBezTo>
                  <a:cubicBezTo>
                    <a:pt x="22" y="22"/>
                    <a:pt x="15" y="25"/>
                    <a:pt x="9" y="23"/>
                  </a:cubicBezTo>
                  <a:cubicBezTo>
                    <a:pt x="4" y="21"/>
                    <a:pt x="0" y="15"/>
                    <a:pt x="2" y="9"/>
                  </a:cubicBezTo>
                  <a:cubicBezTo>
                    <a:pt x="4" y="3"/>
                    <a:pt x="11" y="0"/>
                    <a:pt x="17" y="2"/>
                  </a:cubicBezTo>
                  <a:close/>
                </a:path>
              </a:pathLst>
            </a:custGeom>
            <a:solidFill>
              <a:srgbClr val="894C3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4" name="Google Shape;1794;p48">
              <a:extLst>
                <a:ext uri="{FF2B5EF4-FFF2-40B4-BE49-F238E27FC236}">
                  <a16:creationId xmlns:a16="http://schemas.microsoft.com/office/drawing/2014/main" id="{CA703BD9-E131-F9E7-0AB4-8D032288AA21}"/>
                </a:ext>
              </a:extLst>
            </p:cNvPr>
            <p:cNvSpPr/>
            <p:nvPr/>
          </p:nvSpPr>
          <p:spPr>
            <a:xfrm>
              <a:off x="3628238" y="581813"/>
              <a:ext cx="42863" cy="28575"/>
            </a:xfrm>
            <a:custGeom>
              <a:avLst/>
              <a:gdLst/>
              <a:ahLst/>
              <a:cxnLst/>
              <a:rect l="l" t="t" r="r" b="b"/>
              <a:pathLst>
                <a:path w="12" h="8" extrusionOk="0">
                  <a:moveTo>
                    <a:pt x="2" y="6"/>
                  </a:moveTo>
                  <a:cubicBezTo>
                    <a:pt x="0" y="8"/>
                    <a:pt x="3" y="1"/>
                    <a:pt x="6" y="0"/>
                  </a:cubicBezTo>
                  <a:cubicBezTo>
                    <a:pt x="9" y="0"/>
                    <a:pt x="12" y="1"/>
                    <a:pt x="12" y="3"/>
                  </a:cubicBezTo>
                  <a:cubicBezTo>
                    <a:pt x="12" y="3"/>
                    <a:pt x="7" y="3"/>
                    <a:pt x="2" y="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5" name="Google Shape;1795;p48">
              <a:extLst>
                <a:ext uri="{FF2B5EF4-FFF2-40B4-BE49-F238E27FC236}">
                  <a16:creationId xmlns:a16="http://schemas.microsoft.com/office/drawing/2014/main" id="{F9151908-DFC2-FA9F-62A4-2CF9988763FB}"/>
                </a:ext>
              </a:extLst>
            </p:cNvPr>
            <p:cNvSpPr/>
            <p:nvPr/>
          </p:nvSpPr>
          <p:spPr>
            <a:xfrm>
              <a:off x="3723488" y="577050"/>
              <a:ext cx="47625" cy="30163"/>
            </a:xfrm>
            <a:custGeom>
              <a:avLst/>
              <a:gdLst/>
              <a:ahLst/>
              <a:cxnLst/>
              <a:rect l="l" t="t" r="r" b="b"/>
              <a:pathLst>
                <a:path w="13" h="8" extrusionOk="0">
                  <a:moveTo>
                    <a:pt x="11" y="6"/>
                  </a:moveTo>
                  <a:cubicBezTo>
                    <a:pt x="13" y="8"/>
                    <a:pt x="9" y="1"/>
                    <a:pt x="7" y="1"/>
                  </a:cubicBezTo>
                  <a:cubicBezTo>
                    <a:pt x="4" y="0"/>
                    <a:pt x="1" y="1"/>
                    <a:pt x="0" y="4"/>
                  </a:cubicBezTo>
                  <a:cubicBezTo>
                    <a:pt x="0" y="4"/>
                    <a:pt x="6" y="3"/>
                    <a:pt x="11" y="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6" name="Google Shape;1796;p48">
              <a:extLst>
                <a:ext uri="{FF2B5EF4-FFF2-40B4-BE49-F238E27FC236}">
                  <a16:creationId xmlns:a16="http://schemas.microsoft.com/office/drawing/2014/main" id="{76EDA17C-2CD9-1D1C-0C6A-A6999579A609}"/>
                </a:ext>
              </a:extLst>
            </p:cNvPr>
            <p:cNvSpPr/>
            <p:nvPr/>
          </p:nvSpPr>
          <p:spPr>
            <a:xfrm>
              <a:off x="3656813" y="632613"/>
              <a:ext cx="14400" cy="303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7" name="Google Shape;1797;p48">
              <a:extLst>
                <a:ext uri="{FF2B5EF4-FFF2-40B4-BE49-F238E27FC236}">
                  <a16:creationId xmlns:a16="http://schemas.microsoft.com/office/drawing/2014/main" id="{1F78011E-58A1-3F8E-0B4E-E0E852B8EA56}"/>
                </a:ext>
              </a:extLst>
            </p:cNvPr>
            <p:cNvSpPr/>
            <p:nvPr/>
          </p:nvSpPr>
          <p:spPr>
            <a:xfrm>
              <a:off x="3723488" y="626263"/>
              <a:ext cx="14288" cy="28575"/>
            </a:xfrm>
            <a:custGeom>
              <a:avLst/>
              <a:gdLst/>
              <a:ahLst/>
              <a:cxnLst/>
              <a:rect l="l" t="t" r="r" b="b"/>
              <a:pathLst>
                <a:path w="4" h="8" extrusionOk="0">
                  <a:moveTo>
                    <a:pt x="0" y="4"/>
                  </a:moveTo>
                  <a:cubicBezTo>
                    <a:pt x="0" y="6"/>
                    <a:pt x="1" y="8"/>
                    <a:pt x="2" y="8"/>
                  </a:cubicBezTo>
                  <a:cubicBezTo>
                    <a:pt x="3" y="8"/>
                    <a:pt x="4" y="6"/>
                    <a:pt x="3" y="4"/>
                  </a:cubicBezTo>
                  <a:cubicBezTo>
                    <a:pt x="3" y="2"/>
                    <a:pt x="2" y="0"/>
                    <a:pt x="1" y="0"/>
                  </a:cubicBezTo>
                  <a:cubicBezTo>
                    <a:pt x="0" y="0"/>
                    <a:pt x="0" y="2"/>
                    <a:pt x="0" y="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8" name="Google Shape;1798;p48">
              <a:extLst>
                <a:ext uri="{FF2B5EF4-FFF2-40B4-BE49-F238E27FC236}">
                  <a16:creationId xmlns:a16="http://schemas.microsoft.com/office/drawing/2014/main" id="{1D5E3A79-5BCB-AF70-12AF-3532A5CA55A9}"/>
                </a:ext>
              </a:extLst>
            </p:cNvPr>
            <p:cNvSpPr/>
            <p:nvPr/>
          </p:nvSpPr>
          <p:spPr>
            <a:xfrm>
              <a:off x="3502825" y="786601"/>
              <a:ext cx="131763" cy="150813"/>
            </a:xfrm>
            <a:custGeom>
              <a:avLst/>
              <a:gdLst/>
              <a:ahLst/>
              <a:cxnLst/>
              <a:rect l="l" t="t" r="r" b="b"/>
              <a:pathLst>
                <a:path w="36" h="41" extrusionOk="0">
                  <a:moveTo>
                    <a:pt x="36" y="14"/>
                  </a:moveTo>
                  <a:cubicBezTo>
                    <a:pt x="36" y="14"/>
                    <a:pt x="20" y="8"/>
                    <a:pt x="10" y="4"/>
                  </a:cubicBezTo>
                  <a:cubicBezTo>
                    <a:pt x="0" y="0"/>
                    <a:pt x="25" y="41"/>
                    <a:pt x="36" y="14"/>
                  </a:cubicBezTo>
                  <a:close/>
                </a:path>
              </a:pathLst>
            </a:custGeom>
            <a:solidFill>
              <a:srgbClr val="894C3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9" name="Google Shape;1799;p48">
              <a:extLst>
                <a:ext uri="{FF2B5EF4-FFF2-40B4-BE49-F238E27FC236}">
                  <a16:creationId xmlns:a16="http://schemas.microsoft.com/office/drawing/2014/main" id="{49ADF867-2A3D-FC64-B878-FBDB2E894790}"/>
                </a:ext>
              </a:extLst>
            </p:cNvPr>
            <p:cNvSpPr/>
            <p:nvPr/>
          </p:nvSpPr>
          <p:spPr>
            <a:xfrm>
              <a:off x="3558388" y="4394988"/>
              <a:ext cx="215900" cy="344488"/>
            </a:xfrm>
            <a:custGeom>
              <a:avLst/>
              <a:gdLst/>
              <a:ahLst/>
              <a:cxnLst/>
              <a:rect l="l" t="t" r="r" b="b"/>
              <a:pathLst>
                <a:path w="59" h="94" extrusionOk="0">
                  <a:moveTo>
                    <a:pt x="0" y="2"/>
                  </a:moveTo>
                  <a:cubicBezTo>
                    <a:pt x="8" y="57"/>
                    <a:pt x="8" y="57"/>
                    <a:pt x="8" y="57"/>
                  </a:cubicBezTo>
                  <a:cubicBezTo>
                    <a:pt x="8" y="57"/>
                    <a:pt x="21" y="94"/>
                    <a:pt x="32" y="79"/>
                  </a:cubicBezTo>
                  <a:cubicBezTo>
                    <a:pt x="44" y="65"/>
                    <a:pt x="55" y="58"/>
                    <a:pt x="55" y="58"/>
                  </a:cubicBezTo>
                  <a:cubicBezTo>
                    <a:pt x="59" y="0"/>
                    <a:pt x="59" y="0"/>
                    <a:pt x="59" y="0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B7736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0" name="Google Shape;1800;p48">
              <a:extLst>
                <a:ext uri="{FF2B5EF4-FFF2-40B4-BE49-F238E27FC236}">
                  <a16:creationId xmlns:a16="http://schemas.microsoft.com/office/drawing/2014/main" id="{C38A5BC7-3CB4-D659-5895-57A84B95C76E}"/>
                </a:ext>
              </a:extLst>
            </p:cNvPr>
            <p:cNvSpPr/>
            <p:nvPr/>
          </p:nvSpPr>
          <p:spPr>
            <a:xfrm>
              <a:off x="2701138" y="4383876"/>
              <a:ext cx="182563" cy="246063"/>
            </a:xfrm>
            <a:custGeom>
              <a:avLst/>
              <a:gdLst/>
              <a:ahLst/>
              <a:cxnLst/>
              <a:rect l="l" t="t" r="r" b="b"/>
              <a:pathLst>
                <a:path w="50" h="67" extrusionOk="0">
                  <a:moveTo>
                    <a:pt x="50" y="0"/>
                  </a:moveTo>
                  <a:cubicBezTo>
                    <a:pt x="33" y="56"/>
                    <a:pt x="33" y="56"/>
                    <a:pt x="33" y="56"/>
                  </a:cubicBezTo>
                  <a:cubicBezTo>
                    <a:pt x="33" y="56"/>
                    <a:pt x="19" y="67"/>
                    <a:pt x="15" y="67"/>
                  </a:cubicBezTo>
                  <a:cubicBezTo>
                    <a:pt x="6" y="66"/>
                    <a:pt x="2" y="51"/>
                    <a:pt x="2" y="51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50" y="0"/>
                  </a:lnTo>
                  <a:close/>
                </a:path>
              </a:pathLst>
            </a:custGeom>
            <a:solidFill>
              <a:srgbClr val="B7736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1" name="Google Shape;1801;p48">
              <a:extLst>
                <a:ext uri="{FF2B5EF4-FFF2-40B4-BE49-F238E27FC236}">
                  <a16:creationId xmlns:a16="http://schemas.microsoft.com/office/drawing/2014/main" id="{8AA243CD-3390-B512-DDEC-C9845FF30D7B}"/>
                </a:ext>
              </a:extLst>
            </p:cNvPr>
            <p:cNvSpPr/>
            <p:nvPr/>
          </p:nvSpPr>
          <p:spPr>
            <a:xfrm>
              <a:off x="3564738" y="4571200"/>
              <a:ext cx="388938" cy="190500"/>
            </a:xfrm>
            <a:custGeom>
              <a:avLst/>
              <a:gdLst/>
              <a:ahLst/>
              <a:cxnLst/>
              <a:rect l="l" t="t" r="r" b="b"/>
              <a:pathLst>
                <a:path w="106" h="52" extrusionOk="0">
                  <a:moveTo>
                    <a:pt x="57" y="9"/>
                  </a:moveTo>
                  <a:cubicBezTo>
                    <a:pt x="103" y="47"/>
                    <a:pt x="103" y="47"/>
                    <a:pt x="103" y="47"/>
                  </a:cubicBezTo>
                  <a:cubicBezTo>
                    <a:pt x="106" y="49"/>
                    <a:pt x="104" y="52"/>
                    <a:pt x="101" y="52"/>
                  </a:cubicBezTo>
                  <a:cubicBezTo>
                    <a:pt x="32" y="52"/>
                    <a:pt x="32" y="52"/>
                    <a:pt x="32" y="52"/>
                  </a:cubicBezTo>
                  <a:cubicBezTo>
                    <a:pt x="31" y="52"/>
                    <a:pt x="29" y="52"/>
                    <a:pt x="29" y="5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2" y="37"/>
                    <a:pt x="19" y="37"/>
                    <a:pt x="19" y="40"/>
                  </a:cubicBezTo>
                  <a:cubicBezTo>
                    <a:pt x="17" y="50"/>
                    <a:pt x="17" y="50"/>
                    <a:pt x="17" y="50"/>
                  </a:cubicBezTo>
                  <a:cubicBezTo>
                    <a:pt x="17" y="52"/>
                    <a:pt x="1" y="51"/>
                    <a:pt x="1" y="50"/>
                  </a:cubicBezTo>
                  <a:cubicBezTo>
                    <a:pt x="0" y="41"/>
                    <a:pt x="2" y="11"/>
                    <a:pt x="3" y="3"/>
                  </a:cubicBezTo>
                  <a:cubicBezTo>
                    <a:pt x="3" y="1"/>
                    <a:pt x="5" y="1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8" y="0"/>
                    <a:pt x="9" y="1"/>
                    <a:pt x="10" y="1"/>
                  </a:cubicBezTo>
                  <a:cubicBezTo>
                    <a:pt x="15" y="6"/>
                    <a:pt x="29" y="19"/>
                    <a:pt x="37" y="17"/>
                  </a:cubicBezTo>
                  <a:cubicBezTo>
                    <a:pt x="43" y="15"/>
                    <a:pt x="49" y="11"/>
                    <a:pt x="52" y="10"/>
                  </a:cubicBezTo>
                  <a:cubicBezTo>
                    <a:pt x="53" y="8"/>
                    <a:pt x="56" y="8"/>
                    <a:pt x="57" y="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2" name="Google Shape;1802;p48">
              <a:extLst>
                <a:ext uri="{FF2B5EF4-FFF2-40B4-BE49-F238E27FC236}">
                  <a16:creationId xmlns:a16="http://schemas.microsoft.com/office/drawing/2014/main" id="{04B44FCB-EEBD-E8B1-A8E0-D2F37BDD9F56}"/>
                </a:ext>
              </a:extLst>
            </p:cNvPr>
            <p:cNvSpPr/>
            <p:nvPr/>
          </p:nvSpPr>
          <p:spPr>
            <a:xfrm>
              <a:off x="2597950" y="4563263"/>
              <a:ext cx="252413" cy="263525"/>
            </a:xfrm>
            <a:custGeom>
              <a:avLst/>
              <a:gdLst/>
              <a:ahLst/>
              <a:cxnLst/>
              <a:rect l="l" t="t" r="r" b="b"/>
              <a:pathLst>
                <a:path w="69" h="72" extrusionOk="0">
                  <a:moveTo>
                    <a:pt x="29" y="0"/>
                  </a:moveTo>
                  <a:cubicBezTo>
                    <a:pt x="3" y="44"/>
                    <a:pt x="3" y="44"/>
                    <a:pt x="3" y="44"/>
                  </a:cubicBezTo>
                  <a:cubicBezTo>
                    <a:pt x="0" y="49"/>
                    <a:pt x="1" y="54"/>
                    <a:pt x="7" y="57"/>
                  </a:cubicBezTo>
                  <a:cubicBezTo>
                    <a:pt x="15" y="62"/>
                    <a:pt x="21" y="72"/>
                    <a:pt x="27" y="72"/>
                  </a:cubicBezTo>
                  <a:cubicBezTo>
                    <a:pt x="36" y="72"/>
                    <a:pt x="51" y="62"/>
                    <a:pt x="59" y="58"/>
                  </a:cubicBezTo>
                  <a:cubicBezTo>
                    <a:pt x="65" y="56"/>
                    <a:pt x="69" y="52"/>
                    <a:pt x="68" y="48"/>
                  </a:cubicBezTo>
                  <a:cubicBezTo>
                    <a:pt x="62" y="3"/>
                    <a:pt x="62" y="3"/>
                    <a:pt x="62" y="3"/>
                  </a:cubicBezTo>
                  <a:cubicBezTo>
                    <a:pt x="62" y="3"/>
                    <a:pt x="61" y="3"/>
                    <a:pt x="60" y="3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47" y="15"/>
                    <a:pt x="38" y="15"/>
                    <a:pt x="36" y="11"/>
                  </a:cubicBezTo>
                  <a:cubicBezTo>
                    <a:pt x="34" y="9"/>
                    <a:pt x="31" y="0"/>
                    <a:pt x="31" y="0"/>
                  </a:cubicBezTo>
                  <a:cubicBezTo>
                    <a:pt x="30" y="0"/>
                    <a:pt x="29" y="0"/>
                    <a:pt x="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3" name="Google Shape;1803;p48">
              <a:extLst>
                <a:ext uri="{FF2B5EF4-FFF2-40B4-BE49-F238E27FC236}">
                  <a16:creationId xmlns:a16="http://schemas.microsoft.com/office/drawing/2014/main" id="{272645B3-C128-AF38-9FC3-39E0948A05DB}"/>
                </a:ext>
              </a:extLst>
            </p:cNvPr>
            <p:cNvSpPr/>
            <p:nvPr/>
          </p:nvSpPr>
          <p:spPr>
            <a:xfrm>
              <a:off x="2678913" y="1667663"/>
              <a:ext cx="1370013" cy="2811463"/>
            </a:xfrm>
            <a:custGeom>
              <a:avLst/>
              <a:gdLst/>
              <a:ahLst/>
              <a:cxnLst/>
              <a:rect l="l" t="t" r="r" b="b"/>
              <a:pathLst>
                <a:path w="374" h="766" extrusionOk="0">
                  <a:moveTo>
                    <a:pt x="163" y="2"/>
                  </a:moveTo>
                  <a:cubicBezTo>
                    <a:pt x="142" y="39"/>
                    <a:pt x="114" y="79"/>
                    <a:pt x="102" y="127"/>
                  </a:cubicBezTo>
                  <a:cubicBezTo>
                    <a:pt x="88" y="182"/>
                    <a:pt x="7" y="652"/>
                    <a:pt x="0" y="753"/>
                  </a:cubicBezTo>
                  <a:cubicBezTo>
                    <a:pt x="18" y="757"/>
                    <a:pt x="44" y="754"/>
                    <a:pt x="55" y="754"/>
                  </a:cubicBezTo>
                  <a:cubicBezTo>
                    <a:pt x="90" y="653"/>
                    <a:pt x="196" y="286"/>
                    <a:pt x="211" y="222"/>
                  </a:cubicBezTo>
                  <a:cubicBezTo>
                    <a:pt x="213" y="213"/>
                    <a:pt x="228" y="215"/>
                    <a:pt x="227" y="225"/>
                  </a:cubicBezTo>
                  <a:cubicBezTo>
                    <a:pt x="218" y="297"/>
                    <a:pt x="240" y="564"/>
                    <a:pt x="240" y="762"/>
                  </a:cubicBezTo>
                  <a:cubicBezTo>
                    <a:pt x="249" y="766"/>
                    <a:pt x="289" y="763"/>
                    <a:pt x="299" y="762"/>
                  </a:cubicBezTo>
                  <a:cubicBezTo>
                    <a:pt x="311" y="638"/>
                    <a:pt x="374" y="163"/>
                    <a:pt x="282" y="11"/>
                  </a:cubicBezTo>
                  <a:cubicBezTo>
                    <a:pt x="240" y="5"/>
                    <a:pt x="206" y="0"/>
                    <a:pt x="163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4" name="Google Shape;1804;p48">
              <a:extLst>
                <a:ext uri="{FF2B5EF4-FFF2-40B4-BE49-F238E27FC236}">
                  <a16:creationId xmlns:a16="http://schemas.microsoft.com/office/drawing/2014/main" id="{F8B79DB7-B25D-7EC8-F2DF-7A9B616F5999}"/>
                </a:ext>
              </a:extLst>
            </p:cNvPr>
            <p:cNvSpPr/>
            <p:nvPr/>
          </p:nvSpPr>
          <p:spPr>
            <a:xfrm>
              <a:off x="3034513" y="918363"/>
              <a:ext cx="812800" cy="896938"/>
            </a:xfrm>
            <a:custGeom>
              <a:avLst/>
              <a:gdLst/>
              <a:ahLst/>
              <a:cxnLst/>
              <a:rect l="l" t="t" r="r" b="b"/>
              <a:pathLst>
                <a:path w="222" h="244" extrusionOk="0">
                  <a:moveTo>
                    <a:pt x="166" y="16"/>
                  </a:moveTo>
                  <a:cubicBezTo>
                    <a:pt x="170" y="20"/>
                    <a:pt x="209" y="112"/>
                    <a:pt x="208" y="141"/>
                  </a:cubicBezTo>
                  <a:cubicBezTo>
                    <a:pt x="206" y="170"/>
                    <a:pt x="222" y="226"/>
                    <a:pt x="222" y="226"/>
                  </a:cubicBezTo>
                  <a:cubicBezTo>
                    <a:pt x="222" y="226"/>
                    <a:pt x="174" y="244"/>
                    <a:pt x="49" y="224"/>
                  </a:cubicBezTo>
                  <a:cubicBezTo>
                    <a:pt x="18" y="157"/>
                    <a:pt x="0" y="79"/>
                    <a:pt x="41" y="37"/>
                  </a:cubicBezTo>
                  <a:cubicBezTo>
                    <a:pt x="41" y="37"/>
                    <a:pt x="98" y="1"/>
                    <a:pt x="109" y="0"/>
                  </a:cubicBezTo>
                  <a:cubicBezTo>
                    <a:pt x="109" y="0"/>
                    <a:pt x="146" y="55"/>
                    <a:pt x="162" y="55"/>
                  </a:cubicBezTo>
                  <a:cubicBezTo>
                    <a:pt x="169" y="54"/>
                    <a:pt x="167" y="27"/>
                    <a:pt x="166" y="1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5" name="Google Shape;1805;p48">
              <a:extLst>
                <a:ext uri="{FF2B5EF4-FFF2-40B4-BE49-F238E27FC236}">
                  <a16:creationId xmlns:a16="http://schemas.microsoft.com/office/drawing/2014/main" id="{BF6C444F-D946-067B-0758-AC36C8AEE6E3}"/>
                </a:ext>
              </a:extLst>
            </p:cNvPr>
            <p:cNvSpPr/>
            <p:nvPr/>
          </p:nvSpPr>
          <p:spPr>
            <a:xfrm>
              <a:off x="3407575" y="850101"/>
              <a:ext cx="374650" cy="388938"/>
            </a:xfrm>
            <a:custGeom>
              <a:avLst/>
              <a:gdLst/>
              <a:ahLst/>
              <a:cxnLst/>
              <a:rect l="l" t="t" r="r" b="b"/>
              <a:pathLst>
                <a:path w="102" h="106" extrusionOk="0">
                  <a:moveTo>
                    <a:pt x="0" y="22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6" y="45"/>
                    <a:pt x="76" y="45"/>
                    <a:pt x="76" y="45"/>
                  </a:cubicBezTo>
                  <a:cubicBezTo>
                    <a:pt x="76" y="45"/>
                    <a:pt x="102" y="106"/>
                    <a:pt x="69" y="97"/>
                  </a:cubicBezTo>
                  <a:cubicBezTo>
                    <a:pt x="35" y="87"/>
                    <a:pt x="0" y="22"/>
                    <a:pt x="0" y="2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6" name="Google Shape;1806;p48">
              <a:extLst>
                <a:ext uri="{FF2B5EF4-FFF2-40B4-BE49-F238E27FC236}">
                  <a16:creationId xmlns:a16="http://schemas.microsoft.com/office/drawing/2014/main" id="{2D79D558-D431-A9F0-9F9E-166EF3AFA77A}"/>
                </a:ext>
              </a:extLst>
            </p:cNvPr>
            <p:cNvSpPr/>
            <p:nvPr/>
          </p:nvSpPr>
          <p:spPr>
            <a:xfrm>
              <a:off x="3118650" y="1091400"/>
              <a:ext cx="277813" cy="674688"/>
            </a:xfrm>
            <a:custGeom>
              <a:avLst/>
              <a:gdLst/>
              <a:ahLst/>
              <a:cxnLst/>
              <a:rect l="l" t="t" r="r" b="b"/>
              <a:pathLst>
                <a:path w="76" h="184" extrusionOk="0">
                  <a:moveTo>
                    <a:pt x="30" y="26"/>
                  </a:moveTo>
                  <a:cubicBezTo>
                    <a:pt x="37" y="66"/>
                    <a:pt x="54" y="103"/>
                    <a:pt x="65" y="142"/>
                  </a:cubicBezTo>
                  <a:cubicBezTo>
                    <a:pt x="69" y="156"/>
                    <a:pt x="72" y="170"/>
                    <a:pt x="76" y="184"/>
                  </a:cubicBezTo>
                  <a:cubicBezTo>
                    <a:pt x="62" y="182"/>
                    <a:pt x="45" y="180"/>
                    <a:pt x="26" y="177"/>
                  </a:cubicBezTo>
                  <a:cubicBezTo>
                    <a:pt x="1" y="124"/>
                    <a:pt x="0" y="49"/>
                    <a:pt x="21" y="0"/>
                  </a:cubicBezTo>
                  <a:cubicBezTo>
                    <a:pt x="24" y="9"/>
                    <a:pt x="27" y="17"/>
                    <a:pt x="30" y="26"/>
                  </a:cubicBezTo>
                  <a:close/>
                </a:path>
              </a:pathLst>
            </a:custGeom>
            <a:solidFill>
              <a:srgbClr val="39194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7" name="Google Shape;1807;p48">
              <a:extLst>
                <a:ext uri="{FF2B5EF4-FFF2-40B4-BE49-F238E27FC236}">
                  <a16:creationId xmlns:a16="http://schemas.microsoft.com/office/drawing/2014/main" id="{DA104053-CADE-5FFE-9ECA-87B519E1963A}"/>
                </a:ext>
              </a:extLst>
            </p:cNvPr>
            <p:cNvSpPr/>
            <p:nvPr/>
          </p:nvSpPr>
          <p:spPr>
            <a:xfrm>
              <a:off x="3093250" y="1483513"/>
              <a:ext cx="1095375" cy="547688"/>
            </a:xfrm>
            <a:custGeom>
              <a:avLst/>
              <a:gdLst/>
              <a:ahLst/>
              <a:cxnLst/>
              <a:rect l="l" t="t" r="r" b="b"/>
              <a:pathLst>
                <a:path w="299" h="149" extrusionOk="0">
                  <a:moveTo>
                    <a:pt x="195" y="115"/>
                  </a:moveTo>
                  <a:cubicBezTo>
                    <a:pt x="195" y="115"/>
                    <a:pt x="22" y="149"/>
                    <a:pt x="12" y="118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85" y="69"/>
                    <a:pt x="85" y="69"/>
                    <a:pt x="85" y="69"/>
                  </a:cubicBezTo>
                  <a:cubicBezTo>
                    <a:pt x="84" y="71"/>
                    <a:pt x="217" y="84"/>
                    <a:pt x="217" y="84"/>
                  </a:cubicBezTo>
                  <a:cubicBezTo>
                    <a:pt x="217" y="84"/>
                    <a:pt x="244" y="84"/>
                    <a:pt x="259" y="91"/>
                  </a:cubicBezTo>
                  <a:cubicBezTo>
                    <a:pt x="260" y="92"/>
                    <a:pt x="289" y="114"/>
                    <a:pt x="299" y="127"/>
                  </a:cubicBezTo>
                  <a:cubicBezTo>
                    <a:pt x="242" y="131"/>
                    <a:pt x="242" y="131"/>
                    <a:pt x="242" y="131"/>
                  </a:cubicBezTo>
                  <a:cubicBezTo>
                    <a:pt x="236" y="131"/>
                    <a:pt x="195" y="115"/>
                    <a:pt x="195" y="115"/>
                  </a:cubicBezTo>
                  <a:close/>
                </a:path>
              </a:pathLst>
            </a:custGeom>
            <a:solidFill>
              <a:srgbClr val="B7736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8" name="Google Shape;1808;p48">
              <a:extLst>
                <a:ext uri="{FF2B5EF4-FFF2-40B4-BE49-F238E27FC236}">
                  <a16:creationId xmlns:a16="http://schemas.microsoft.com/office/drawing/2014/main" id="{A3311BE7-20FF-A7E8-CB52-4074E9A7FB78}"/>
                </a:ext>
              </a:extLst>
            </p:cNvPr>
            <p:cNvSpPr/>
            <p:nvPr/>
          </p:nvSpPr>
          <p:spPr>
            <a:xfrm>
              <a:off x="2905925" y="1007263"/>
              <a:ext cx="498475" cy="573088"/>
            </a:xfrm>
            <a:custGeom>
              <a:avLst/>
              <a:gdLst/>
              <a:ahLst/>
              <a:cxnLst/>
              <a:rect l="l" t="t" r="r" b="b"/>
              <a:pathLst>
                <a:path w="136" h="156" extrusionOk="0">
                  <a:moveTo>
                    <a:pt x="108" y="5"/>
                  </a:moveTo>
                  <a:cubicBezTo>
                    <a:pt x="108" y="5"/>
                    <a:pt x="136" y="25"/>
                    <a:pt x="130" y="50"/>
                  </a:cubicBezTo>
                  <a:cubicBezTo>
                    <a:pt x="125" y="75"/>
                    <a:pt x="129" y="135"/>
                    <a:pt x="129" y="135"/>
                  </a:cubicBezTo>
                  <a:cubicBezTo>
                    <a:pt x="48" y="156"/>
                    <a:pt x="48" y="156"/>
                    <a:pt x="48" y="156"/>
                  </a:cubicBezTo>
                  <a:cubicBezTo>
                    <a:pt x="48" y="156"/>
                    <a:pt x="0" y="0"/>
                    <a:pt x="108" y="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9" name="Google Shape;1809;p48">
              <a:extLst>
                <a:ext uri="{FF2B5EF4-FFF2-40B4-BE49-F238E27FC236}">
                  <a16:creationId xmlns:a16="http://schemas.microsoft.com/office/drawing/2014/main" id="{1612ED1F-05EB-5C7B-BCA8-49F6A3C19633}"/>
                </a:ext>
              </a:extLst>
            </p:cNvPr>
            <p:cNvSpPr/>
            <p:nvPr/>
          </p:nvSpPr>
          <p:spPr>
            <a:xfrm>
              <a:off x="3536163" y="1931188"/>
              <a:ext cx="571500" cy="69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0" name="Google Shape;1810;p48">
              <a:extLst>
                <a:ext uri="{FF2B5EF4-FFF2-40B4-BE49-F238E27FC236}">
                  <a16:creationId xmlns:a16="http://schemas.microsoft.com/office/drawing/2014/main" id="{EA5413F1-465A-5B28-09DB-8B09AD20060B}"/>
                </a:ext>
              </a:extLst>
            </p:cNvPr>
            <p:cNvSpPr/>
            <p:nvPr/>
          </p:nvSpPr>
          <p:spPr>
            <a:xfrm>
              <a:off x="3536163" y="1931188"/>
              <a:ext cx="369888" cy="69850"/>
            </a:xfrm>
            <a:custGeom>
              <a:avLst/>
              <a:gdLst/>
              <a:ahLst/>
              <a:cxnLst/>
              <a:rect l="l" t="t" r="r" b="b"/>
              <a:pathLst>
                <a:path w="233" h="44" extrusionOk="0">
                  <a:moveTo>
                    <a:pt x="0" y="0"/>
                  </a:moveTo>
                  <a:lnTo>
                    <a:pt x="233" y="0"/>
                  </a:lnTo>
                  <a:lnTo>
                    <a:pt x="215" y="44"/>
                  </a:lnTo>
                  <a:lnTo>
                    <a:pt x="0" y="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1" name="Google Shape;1811;p48">
              <a:extLst>
                <a:ext uri="{FF2B5EF4-FFF2-40B4-BE49-F238E27FC236}">
                  <a16:creationId xmlns:a16="http://schemas.microsoft.com/office/drawing/2014/main" id="{4FCC617D-9B45-523A-EF43-09C68820AD1D}"/>
                </a:ext>
              </a:extLst>
            </p:cNvPr>
            <p:cNvSpPr/>
            <p:nvPr/>
          </p:nvSpPr>
          <p:spPr>
            <a:xfrm>
              <a:off x="3920338" y="1377150"/>
              <a:ext cx="1117600" cy="623888"/>
            </a:xfrm>
            <a:custGeom>
              <a:avLst/>
              <a:gdLst/>
              <a:ahLst/>
              <a:cxnLst/>
              <a:rect l="l" t="t" r="r" b="b"/>
              <a:pathLst>
                <a:path w="704" h="393" extrusionOk="0">
                  <a:moveTo>
                    <a:pt x="568" y="393"/>
                  </a:moveTo>
                  <a:lnTo>
                    <a:pt x="0" y="393"/>
                  </a:lnTo>
                  <a:lnTo>
                    <a:pt x="136" y="0"/>
                  </a:lnTo>
                  <a:lnTo>
                    <a:pt x="704" y="0"/>
                  </a:lnTo>
                  <a:lnTo>
                    <a:pt x="568" y="3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2" name="Google Shape;1812;p48">
              <a:extLst>
                <a:ext uri="{FF2B5EF4-FFF2-40B4-BE49-F238E27FC236}">
                  <a16:creationId xmlns:a16="http://schemas.microsoft.com/office/drawing/2014/main" id="{E44CD0CE-BC5A-F24F-1DBF-BD2E724F0043}"/>
                </a:ext>
              </a:extLst>
            </p:cNvPr>
            <p:cNvSpPr/>
            <p:nvPr/>
          </p:nvSpPr>
          <p:spPr>
            <a:xfrm>
              <a:off x="4418813" y="1648613"/>
              <a:ext cx="114300" cy="1143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3" name="Google Shape;1813;p48">
              <a:extLst>
                <a:ext uri="{FF2B5EF4-FFF2-40B4-BE49-F238E27FC236}">
                  <a16:creationId xmlns:a16="http://schemas.microsoft.com/office/drawing/2014/main" id="{DA4E01AA-4221-A79D-FD4C-721D4D49DD8B}"/>
                </a:ext>
              </a:extLst>
            </p:cNvPr>
            <p:cNvSpPr/>
            <p:nvPr/>
          </p:nvSpPr>
          <p:spPr>
            <a:xfrm>
              <a:off x="3379000" y="2001038"/>
              <a:ext cx="2000100" cy="88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14" name="Google Shape;1814;p48">
            <a:extLst>
              <a:ext uri="{FF2B5EF4-FFF2-40B4-BE49-F238E27FC236}">
                <a16:creationId xmlns:a16="http://schemas.microsoft.com/office/drawing/2014/main" id="{7CB9273C-8488-9A00-8DC7-C073CAD8F34A}"/>
              </a:ext>
            </a:extLst>
          </p:cNvPr>
          <p:cNvSpPr/>
          <p:nvPr/>
        </p:nvSpPr>
        <p:spPr>
          <a:xfrm rot="-9487761">
            <a:off x="6826194" y="-1745977"/>
            <a:ext cx="3098926" cy="2433851"/>
          </a:xfrm>
          <a:custGeom>
            <a:avLst/>
            <a:gdLst/>
            <a:ahLst/>
            <a:cxnLst/>
            <a:rect l="l" t="t" r="r" b="b"/>
            <a:pathLst>
              <a:path w="4074" h="3197" extrusionOk="0">
                <a:moveTo>
                  <a:pt x="3983" y="2497"/>
                </a:moveTo>
                <a:cubicBezTo>
                  <a:pt x="3980" y="2523"/>
                  <a:pt x="3975" y="2548"/>
                  <a:pt x="3968" y="2571"/>
                </a:cubicBezTo>
                <a:cubicBezTo>
                  <a:pt x="3966" y="2580"/>
                  <a:pt x="3964" y="2587"/>
                  <a:pt x="3962" y="2595"/>
                </a:cubicBezTo>
                <a:cubicBezTo>
                  <a:pt x="3771" y="3197"/>
                  <a:pt x="2600" y="3016"/>
                  <a:pt x="1861" y="2994"/>
                </a:cubicBezTo>
                <a:cubicBezTo>
                  <a:pt x="1433" y="2981"/>
                  <a:pt x="1481" y="3003"/>
                  <a:pt x="760" y="3052"/>
                </a:cubicBezTo>
                <a:cubicBezTo>
                  <a:pt x="197" y="3090"/>
                  <a:pt x="0" y="2833"/>
                  <a:pt x="22" y="2597"/>
                </a:cubicBezTo>
                <a:cubicBezTo>
                  <a:pt x="23" y="2587"/>
                  <a:pt x="24" y="2577"/>
                  <a:pt x="26" y="2568"/>
                </a:cubicBezTo>
                <a:cubicBezTo>
                  <a:pt x="36" y="2512"/>
                  <a:pt x="57" y="2458"/>
                  <a:pt x="89" y="2410"/>
                </a:cubicBezTo>
                <a:cubicBezTo>
                  <a:pt x="258" y="2153"/>
                  <a:pt x="362" y="2068"/>
                  <a:pt x="212" y="1184"/>
                </a:cubicBezTo>
                <a:cubicBezTo>
                  <a:pt x="61" y="301"/>
                  <a:pt x="599" y="342"/>
                  <a:pt x="1170" y="540"/>
                </a:cubicBezTo>
                <a:cubicBezTo>
                  <a:pt x="1742" y="737"/>
                  <a:pt x="2080" y="47"/>
                  <a:pt x="2797" y="24"/>
                </a:cubicBezTo>
                <a:cubicBezTo>
                  <a:pt x="3515" y="0"/>
                  <a:pt x="3528" y="537"/>
                  <a:pt x="3400" y="1116"/>
                </a:cubicBezTo>
                <a:cubicBezTo>
                  <a:pt x="3273" y="1695"/>
                  <a:pt x="4074" y="1779"/>
                  <a:pt x="3983" y="2497"/>
                </a:cubicBezTo>
                <a:close/>
              </a:path>
            </a:pathLst>
          </a:custGeom>
          <a:solidFill>
            <a:srgbClr val="CBDDFA">
              <a:alpha val="3924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5" name="Google Shape;1815;p48">
            <a:extLst>
              <a:ext uri="{FF2B5EF4-FFF2-40B4-BE49-F238E27FC236}">
                <a16:creationId xmlns:a16="http://schemas.microsoft.com/office/drawing/2014/main" id="{AACEA29C-CEB4-123E-A104-71E8E32F9835}"/>
              </a:ext>
            </a:extLst>
          </p:cNvPr>
          <p:cNvSpPr/>
          <p:nvPr/>
        </p:nvSpPr>
        <p:spPr>
          <a:xfrm rot="-9880295" flipH="1">
            <a:off x="-833926" y="3939881"/>
            <a:ext cx="2249342" cy="1844701"/>
          </a:xfrm>
          <a:custGeom>
            <a:avLst/>
            <a:gdLst/>
            <a:ahLst/>
            <a:cxnLst/>
            <a:rect l="l" t="t" r="r" b="b"/>
            <a:pathLst>
              <a:path w="1640321" h="1345239" extrusionOk="0">
                <a:moveTo>
                  <a:pt x="263650" y="158105"/>
                </a:moveTo>
                <a:cubicBezTo>
                  <a:pt x="99775" y="297301"/>
                  <a:pt x="5701" y="511268"/>
                  <a:pt x="244" y="726212"/>
                </a:cubicBezTo>
                <a:cubicBezTo>
                  <a:pt x="-4399" y="909064"/>
                  <a:pt x="57096" y="1099248"/>
                  <a:pt x="192301" y="1222480"/>
                </a:cubicBezTo>
                <a:cubicBezTo>
                  <a:pt x="327506" y="1345712"/>
                  <a:pt x="541472" y="1387007"/>
                  <a:pt x="700216" y="1296028"/>
                </a:cubicBezTo>
                <a:cubicBezTo>
                  <a:pt x="819620" y="1227611"/>
                  <a:pt x="899277" y="1095338"/>
                  <a:pt x="1029677" y="1051274"/>
                </a:cubicBezTo>
                <a:cubicBezTo>
                  <a:pt x="1110719" y="1023907"/>
                  <a:pt x="1198847" y="1035229"/>
                  <a:pt x="1284205" y="1041419"/>
                </a:cubicBezTo>
                <a:cubicBezTo>
                  <a:pt x="1369482" y="1047527"/>
                  <a:pt x="1461112" y="1046550"/>
                  <a:pt x="1532462" y="999391"/>
                </a:cubicBezTo>
                <a:cubicBezTo>
                  <a:pt x="1628083" y="936105"/>
                  <a:pt x="1658626" y="803344"/>
                  <a:pt x="1630037" y="692247"/>
                </a:cubicBezTo>
                <a:cubicBezTo>
                  <a:pt x="1601530" y="581232"/>
                  <a:pt x="1525457" y="488706"/>
                  <a:pt x="1443845" y="408235"/>
                </a:cubicBezTo>
                <a:cubicBezTo>
                  <a:pt x="1213915" y="181562"/>
                  <a:pt x="880137" y="-67508"/>
                  <a:pt x="540576" y="16791"/>
                </a:cubicBezTo>
                <a:cubicBezTo>
                  <a:pt x="439172" y="42040"/>
                  <a:pt x="343389" y="90421"/>
                  <a:pt x="263650" y="158105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6" name="Google Shape;1816;p48">
            <a:extLst>
              <a:ext uri="{FF2B5EF4-FFF2-40B4-BE49-F238E27FC236}">
                <a16:creationId xmlns:a16="http://schemas.microsoft.com/office/drawing/2014/main" id="{BF3E6ADB-E908-7FE1-5223-9871C70A36C1}"/>
              </a:ext>
            </a:extLst>
          </p:cNvPr>
          <p:cNvSpPr/>
          <p:nvPr/>
        </p:nvSpPr>
        <p:spPr>
          <a:xfrm>
            <a:off x="393327" y="4155645"/>
            <a:ext cx="326675" cy="322400"/>
          </a:xfrm>
          <a:custGeom>
            <a:avLst/>
            <a:gdLst/>
            <a:ahLst/>
            <a:cxnLst/>
            <a:rect l="l" t="t" r="r" b="b"/>
            <a:pathLst>
              <a:path w="835" h="823" extrusionOk="0">
                <a:moveTo>
                  <a:pt x="716" y="701"/>
                </a:moveTo>
                <a:cubicBezTo>
                  <a:pt x="746" y="669"/>
                  <a:pt x="771" y="634"/>
                  <a:pt x="791" y="594"/>
                </a:cubicBezTo>
                <a:cubicBezTo>
                  <a:pt x="791" y="593"/>
                  <a:pt x="791" y="593"/>
                  <a:pt x="791" y="593"/>
                </a:cubicBezTo>
                <a:cubicBezTo>
                  <a:pt x="729" y="563"/>
                  <a:pt x="729" y="563"/>
                  <a:pt x="729" y="563"/>
                </a:cubicBezTo>
                <a:cubicBezTo>
                  <a:pt x="745" y="529"/>
                  <a:pt x="755" y="494"/>
                  <a:pt x="760" y="459"/>
                </a:cubicBezTo>
                <a:cubicBezTo>
                  <a:pt x="829" y="469"/>
                  <a:pt x="829" y="469"/>
                  <a:pt x="829" y="469"/>
                </a:cubicBezTo>
                <a:cubicBezTo>
                  <a:pt x="835" y="426"/>
                  <a:pt x="835" y="382"/>
                  <a:pt x="827" y="339"/>
                </a:cubicBezTo>
                <a:cubicBezTo>
                  <a:pt x="758" y="351"/>
                  <a:pt x="758" y="351"/>
                  <a:pt x="758" y="351"/>
                </a:cubicBezTo>
                <a:cubicBezTo>
                  <a:pt x="752" y="315"/>
                  <a:pt x="740" y="281"/>
                  <a:pt x="723" y="249"/>
                </a:cubicBezTo>
                <a:cubicBezTo>
                  <a:pt x="785" y="216"/>
                  <a:pt x="785" y="216"/>
                  <a:pt x="785" y="216"/>
                </a:cubicBezTo>
                <a:cubicBezTo>
                  <a:pt x="764" y="177"/>
                  <a:pt x="738" y="143"/>
                  <a:pt x="706" y="112"/>
                </a:cubicBezTo>
                <a:cubicBezTo>
                  <a:pt x="658" y="163"/>
                  <a:pt x="658" y="163"/>
                  <a:pt x="658" y="163"/>
                </a:cubicBezTo>
                <a:cubicBezTo>
                  <a:pt x="633" y="138"/>
                  <a:pt x="603" y="117"/>
                  <a:pt x="570" y="101"/>
                </a:cubicBezTo>
                <a:cubicBezTo>
                  <a:pt x="569" y="101"/>
                  <a:pt x="569" y="101"/>
                  <a:pt x="569" y="101"/>
                </a:cubicBezTo>
                <a:cubicBezTo>
                  <a:pt x="600" y="38"/>
                  <a:pt x="600" y="38"/>
                  <a:pt x="600" y="38"/>
                </a:cubicBezTo>
                <a:cubicBezTo>
                  <a:pt x="561" y="19"/>
                  <a:pt x="519" y="6"/>
                  <a:pt x="476" y="0"/>
                </a:cubicBezTo>
                <a:cubicBezTo>
                  <a:pt x="466" y="69"/>
                  <a:pt x="466" y="69"/>
                  <a:pt x="466" y="69"/>
                </a:cubicBezTo>
                <a:cubicBezTo>
                  <a:pt x="430" y="64"/>
                  <a:pt x="393" y="65"/>
                  <a:pt x="358" y="71"/>
                </a:cubicBezTo>
                <a:cubicBezTo>
                  <a:pt x="346" y="2"/>
                  <a:pt x="346" y="2"/>
                  <a:pt x="346" y="2"/>
                </a:cubicBezTo>
                <a:cubicBezTo>
                  <a:pt x="303" y="10"/>
                  <a:pt x="261" y="24"/>
                  <a:pt x="223" y="44"/>
                </a:cubicBezTo>
                <a:cubicBezTo>
                  <a:pt x="256" y="106"/>
                  <a:pt x="256" y="106"/>
                  <a:pt x="256" y="106"/>
                </a:cubicBezTo>
                <a:cubicBezTo>
                  <a:pt x="224" y="123"/>
                  <a:pt x="195" y="145"/>
                  <a:pt x="169" y="171"/>
                </a:cubicBezTo>
                <a:cubicBezTo>
                  <a:pt x="119" y="122"/>
                  <a:pt x="119" y="122"/>
                  <a:pt x="119" y="122"/>
                </a:cubicBezTo>
                <a:cubicBezTo>
                  <a:pt x="89" y="153"/>
                  <a:pt x="64" y="189"/>
                  <a:pt x="45" y="228"/>
                </a:cubicBezTo>
                <a:cubicBezTo>
                  <a:pt x="44" y="229"/>
                  <a:pt x="44" y="229"/>
                  <a:pt x="44" y="229"/>
                </a:cubicBezTo>
                <a:cubicBezTo>
                  <a:pt x="107" y="259"/>
                  <a:pt x="107" y="259"/>
                  <a:pt x="107" y="259"/>
                </a:cubicBezTo>
                <a:cubicBezTo>
                  <a:pt x="91" y="293"/>
                  <a:pt x="80" y="328"/>
                  <a:pt x="75" y="363"/>
                </a:cubicBezTo>
                <a:cubicBezTo>
                  <a:pt x="6" y="353"/>
                  <a:pt x="6" y="353"/>
                  <a:pt x="6" y="353"/>
                </a:cubicBezTo>
                <a:cubicBezTo>
                  <a:pt x="0" y="396"/>
                  <a:pt x="1" y="440"/>
                  <a:pt x="8" y="483"/>
                </a:cubicBezTo>
                <a:cubicBezTo>
                  <a:pt x="77" y="471"/>
                  <a:pt x="77" y="471"/>
                  <a:pt x="77" y="471"/>
                </a:cubicBezTo>
                <a:cubicBezTo>
                  <a:pt x="84" y="507"/>
                  <a:pt x="95" y="541"/>
                  <a:pt x="112" y="573"/>
                </a:cubicBezTo>
                <a:cubicBezTo>
                  <a:pt x="50" y="606"/>
                  <a:pt x="50" y="606"/>
                  <a:pt x="50" y="606"/>
                </a:cubicBezTo>
                <a:cubicBezTo>
                  <a:pt x="71" y="644"/>
                  <a:pt x="97" y="679"/>
                  <a:pt x="128" y="710"/>
                </a:cubicBezTo>
                <a:cubicBezTo>
                  <a:pt x="177" y="660"/>
                  <a:pt x="177" y="660"/>
                  <a:pt x="177" y="660"/>
                </a:cubicBezTo>
                <a:cubicBezTo>
                  <a:pt x="202" y="684"/>
                  <a:pt x="232" y="705"/>
                  <a:pt x="265" y="722"/>
                </a:cubicBezTo>
                <a:cubicBezTo>
                  <a:pt x="266" y="722"/>
                  <a:pt x="266" y="722"/>
                  <a:pt x="266" y="722"/>
                </a:cubicBezTo>
                <a:cubicBezTo>
                  <a:pt x="235" y="784"/>
                  <a:pt x="235" y="784"/>
                  <a:pt x="235" y="784"/>
                </a:cubicBezTo>
                <a:cubicBezTo>
                  <a:pt x="274" y="804"/>
                  <a:pt x="316" y="817"/>
                  <a:pt x="359" y="823"/>
                </a:cubicBezTo>
                <a:cubicBezTo>
                  <a:pt x="369" y="754"/>
                  <a:pt x="369" y="754"/>
                  <a:pt x="369" y="754"/>
                </a:cubicBezTo>
                <a:cubicBezTo>
                  <a:pt x="405" y="759"/>
                  <a:pt x="442" y="758"/>
                  <a:pt x="477" y="752"/>
                </a:cubicBezTo>
                <a:cubicBezTo>
                  <a:pt x="489" y="821"/>
                  <a:pt x="489" y="821"/>
                  <a:pt x="489" y="821"/>
                </a:cubicBezTo>
                <a:cubicBezTo>
                  <a:pt x="532" y="813"/>
                  <a:pt x="573" y="799"/>
                  <a:pt x="612" y="779"/>
                </a:cubicBezTo>
                <a:cubicBezTo>
                  <a:pt x="579" y="717"/>
                  <a:pt x="579" y="717"/>
                  <a:pt x="579" y="717"/>
                </a:cubicBezTo>
                <a:cubicBezTo>
                  <a:pt x="611" y="700"/>
                  <a:pt x="640" y="678"/>
                  <a:pt x="666" y="652"/>
                </a:cubicBezTo>
                <a:lnTo>
                  <a:pt x="716" y="701"/>
                </a:lnTo>
                <a:close/>
                <a:moveTo>
                  <a:pt x="337" y="575"/>
                </a:moveTo>
                <a:cubicBezTo>
                  <a:pt x="247" y="531"/>
                  <a:pt x="209" y="421"/>
                  <a:pt x="254" y="331"/>
                </a:cubicBezTo>
                <a:cubicBezTo>
                  <a:pt x="298" y="240"/>
                  <a:pt x="408" y="203"/>
                  <a:pt x="498" y="247"/>
                </a:cubicBezTo>
                <a:cubicBezTo>
                  <a:pt x="589" y="292"/>
                  <a:pt x="626" y="401"/>
                  <a:pt x="582" y="492"/>
                </a:cubicBezTo>
                <a:cubicBezTo>
                  <a:pt x="537" y="582"/>
                  <a:pt x="428" y="620"/>
                  <a:pt x="337" y="575"/>
                </a:cubicBezTo>
                <a:close/>
              </a:path>
            </a:pathLst>
          </a:custGeom>
          <a:solidFill>
            <a:srgbClr val="FF7A7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17" name="Google Shape;1817;p48">
            <a:extLst>
              <a:ext uri="{FF2B5EF4-FFF2-40B4-BE49-F238E27FC236}">
                <a16:creationId xmlns:a16="http://schemas.microsoft.com/office/drawing/2014/main" id="{7467A310-E82E-253B-5BC5-101D4DAC3E21}"/>
              </a:ext>
            </a:extLst>
          </p:cNvPr>
          <p:cNvGrpSpPr/>
          <p:nvPr/>
        </p:nvGrpSpPr>
        <p:grpSpPr>
          <a:xfrm>
            <a:off x="7355564" y="2445595"/>
            <a:ext cx="653451" cy="2082145"/>
            <a:chOff x="3196025" y="611188"/>
            <a:chExt cx="1422401" cy="4532313"/>
          </a:xfrm>
        </p:grpSpPr>
        <p:sp>
          <p:nvSpPr>
            <p:cNvPr id="1818" name="Google Shape;1818;p48">
              <a:extLst>
                <a:ext uri="{FF2B5EF4-FFF2-40B4-BE49-F238E27FC236}">
                  <a16:creationId xmlns:a16="http://schemas.microsoft.com/office/drawing/2014/main" id="{7BA74751-5D59-B16C-A547-9D15077A97C6}"/>
                </a:ext>
              </a:extLst>
            </p:cNvPr>
            <p:cNvSpPr/>
            <p:nvPr/>
          </p:nvSpPr>
          <p:spPr>
            <a:xfrm>
              <a:off x="3273813" y="4724400"/>
              <a:ext cx="428625" cy="385763"/>
            </a:xfrm>
            <a:custGeom>
              <a:avLst/>
              <a:gdLst/>
              <a:ahLst/>
              <a:cxnLst/>
              <a:rect l="l" t="t" r="r" b="b"/>
              <a:pathLst>
                <a:path w="270" h="243" extrusionOk="0">
                  <a:moveTo>
                    <a:pt x="270" y="12"/>
                  </a:moveTo>
                  <a:lnTo>
                    <a:pt x="256" y="188"/>
                  </a:lnTo>
                  <a:lnTo>
                    <a:pt x="0" y="243"/>
                  </a:lnTo>
                  <a:lnTo>
                    <a:pt x="131" y="111"/>
                  </a:lnTo>
                  <a:lnTo>
                    <a:pt x="164" y="0"/>
                  </a:lnTo>
                  <a:lnTo>
                    <a:pt x="270" y="12"/>
                  </a:lnTo>
                  <a:close/>
                </a:path>
              </a:pathLst>
            </a:custGeom>
            <a:solidFill>
              <a:srgbClr val="FFA47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9" name="Google Shape;1819;p48">
              <a:extLst>
                <a:ext uri="{FF2B5EF4-FFF2-40B4-BE49-F238E27FC236}">
                  <a16:creationId xmlns:a16="http://schemas.microsoft.com/office/drawing/2014/main" id="{FD87DBEF-0A5A-0F31-7E65-9999AE8E6EB0}"/>
                </a:ext>
              </a:extLst>
            </p:cNvPr>
            <p:cNvSpPr/>
            <p:nvPr/>
          </p:nvSpPr>
          <p:spPr>
            <a:xfrm>
              <a:off x="3196025" y="4875213"/>
              <a:ext cx="542925" cy="260350"/>
            </a:xfrm>
            <a:custGeom>
              <a:avLst/>
              <a:gdLst/>
              <a:ahLst/>
              <a:cxnLst/>
              <a:rect l="l" t="t" r="r" b="b"/>
              <a:pathLst>
                <a:path w="342" h="164" extrusionOk="0">
                  <a:moveTo>
                    <a:pt x="180" y="0"/>
                  </a:moveTo>
                  <a:lnTo>
                    <a:pt x="0" y="160"/>
                  </a:lnTo>
                  <a:lnTo>
                    <a:pt x="342" y="164"/>
                  </a:lnTo>
                  <a:lnTo>
                    <a:pt x="319" y="2"/>
                  </a:lnTo>
                  <a:lnTo>
                    <a:pt x="252" y="70"/>
                  </a:lnTo>
                  <a:lnTo>
                    <a:pt x="18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0" name="Google Shape;1820;p48">
              <a:extLst>
                <a:ext uri="{FF2B5EF4-FFF2-40B4-BE49-F238E27FC236}">
                  <a16:creationId xmlns:a16="http://schemas.microsoft.com/office/drawing/2014/main" id="{F1E84C10-1D8F-E333-BA70-ABB600CD93C8}"/>
                </a:ext>
              </a:extLst>
            </p:cNvPr>
            <p:cNvSpPr/>
            <p:nvPr/>
          </p:nvSpPr>
          <p:spPr>
            <a:xfrm>
              <a:off x="3427800" y="4905375"/>
              <a:ext cx="53975" cy="39688"/>
            </a:xfrm>
            <a:custGeom>
              <a:avLst/>
              <a:gdLst/>
              <a:ahLst/>
              <a:cxnLst/>
              <a:rect l="l" t="t" r="r" b="b"/>
              <a:pathLst>
                <a:path w="34" h="25" extrusionOk="0">
                  <a:moveTo>
                    <a:pt x="32" y="25"/>
                  </a:moveTo>
                  <a:lnTo>
                    <a:pt x="0" y="4"/>
                  </a:lnTo>
                  <a:lnTo>
                    <a:pt x="2" y="0"/>
                  </a:lnTo>
                  <a:lnTo>
                    <a:pt x="34" y="20"/>
                  </a:lnTo>
                  <a:lnTo>
                    <a:pt x="32" y="2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1" name="Google Shape;1821;p48">
              <a:extLst>
                <a:ext uri="{FF2B5EF4-FFF2-40B4-BE49-F238E27FC236}">
                  <a16:creationId xmlns:a16="http://schemas.microsoft.com/office/drawing/2014/main" id="{5D9A481B-A466-3B6B-505A-F6667B243AF2}"/>
                </a:ext>
              </a:extLst>
            </p:cNvPr>
            <p:cNvSpPr/>
            <p:nvPr/>
          </p:nvSpPr>
          <p:spPr>
            <a:xfrm>
              <a:off x="3383350" y="4927600"/>
              <a:ext cx="53975" cy="39688"/>
            </a:xfrm>
            <a:custGeom>
              <a:avLst/>
              <a:gdLst/>
              <a:ahLst/>
              <a:cxnLst/>
              <a:rect l="l" t="t" r="r" b="b"/>
              <a:pathLst>
                <a:path w="34" h="25" extrusionOk="0">
                  <a:moveTo>
                    <a:pt x="32" y="25"/>
                  </a:moveTo>
                  <a:lnTo>
                    <a:pt x="0" y="4"/>
                  </a:lnTo>
                  <a:lnTo>
                    <a:pt x="2" y="0"/>
                  </a:lnTo>
                  <a:lnTo>
                    <a:pt x="34" y="20"/>
                  </a:lnTo>
                  <a:lnTo>
                    <a:pt x="32" y="2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2" name="Google Shape;1822;p48">
              <a:extLst>
                <a:ext uri="{FF2B5EF4-FFF2-40B4-BE49-F238E27FC236}">
                  <a16:creationId xmlns:a16="http://schemas.microsoft.com/office/drawing/2014/main" id="{092083B2-AAB7-BD0D-0AA0-06D58F66314A}"/>
                </a:ext>
              </a:extLst>
            </p:cNvPr>
            <p:cNvSpPr/>
            <p:nvPr/>
          </p:nvSpPr>
          <p:spPr>
            <a:xfrm>
              <a:off x="4153288" y="4787900"/>
              <a:ext cx="420688" cy="341313"/>
            </a:xfrm>
            <a:custGeom>
              <a:avLst/>
              <a:gdLst/>
              <a:ahLst/>
              <a:cxnLst/>
              <a:rect l="l" t="t" r="r" b="b"/>
              <a:pathLst>
                <a:path w="265" h="215" extrusionOk="0">
                  <a:moveTo>
                    <a:pt x="23" y="4"/>
                  </a:moveTo>
                  <a:lnTo>
                    <a:pt x="0" y="157"/>
                  </a:lnTo>
                  <a:lnTo>
                    <a:pt x="265" y="215"/>
                  </a:lnTo>
                  <a:lnTo>
                    <a:pt x="122" y="81"/>
                  </a:lnTo>
                  <a:lnTo>
                    <a:pt x="131" y="0"/>
                  </a:lnTo>
                  <a:lnTo>
                    <a:pt x="23" y="4"/>
                  </a:lnTo>
                  <a:close/>
                </a:path>
              </a:pathLst>
            </a:custGeom>
            <a:solidFill>
              <a:srgbClr val="FFA47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3" name="Google Shape;1823;p48">
              <a:extLst>
                <a:ext uri="{FF2B5EF4-FFF2-40B4-BE49-F238E27FC236}">
                  <a16:creationId xmlns:a16="http://schemas.microsoft.com/office/drawing/2014/main" id="{B034EF09-1161-A12D-5A0F-74CC3588FEDE}"/>
                </a:ext>
              </a:extLst>
            </p:cNvPr>
            <p:cNvSpPr/>
            <p:nvPr/>
          </p:nvSpPr>
          <p:spPr>
            <a:xfrm>
              <a:off x="4131063" y="4900613"/>
              <a:ext cx="487363" cy="242888"/>
            </a:xfrm>
            <a:custGeom>
              <a:avLst/>
              <a:gdLst/>
              <a:ahLst/>
              <a:cxnLst/>
              <a:rect l="l" t="t" r="r" b="b"/>
              <a:pathLst>
                <a:path w="307" h="153" extrusionOk="0">
                  <a:moveTo>
                    <a:pt x="148" y="0"/>
                  </a:moveTo>
                  <a:lnTo>
                    <a:pt x="307" y="153"/>
                  </a:lnTo>
                  <a:lnTo>
                    <a:pt x="0" y="148"/>
                  </a:lnTo>
                  <a:lnTo>
                    <a:pt x="23" y="7"/>
                  </a:lnTo>
                  <a:lnTo>
                    <a:pt x="71" y="72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4" name="Google Shape;1824;p48">
              <a:extLst>
                <a:ext uri="{FF2B5EF4-FFF2-40B4-BE49-F238E27FC236}">
                  <a16:creationId xmlns:a16="http://schemas.microsoft.com/office/drawing/2014/main" id="{0150A174-DB92-BEF4-AF4F-E1BD697E5230}"/>
                </a:ext>
              </a:extLst>
            </p:cNvPr>
            <p:cNvSpPr/>
            <p:nvPr/>
          </p:nvSpPr>
          <p:spPr>
            <a:xfrm>
              <a:off x="4361250" y="4930775"/>
              <a:ext cx="55563" cy="36513"/>
            </a:xfrm>
            <a:custGeom>
              <a:avLst/>
              <a:gdLst/>
              <a:ahLst/>
              <a:cxnLst/>
              <a:rect l="l" t="t" r="r" b="b"/>
              <a:pathLst>
                <a:path w="35" h="23" extrusionOk="0">
                  <a:moveTo>
                    <a:pt x="3" y="23"/>
                  </a:moveTo>
                  <a:lnTo>
                    <a:pt x="0" y="18"/>
                  </a:lnTo>
                  <a:lnTo>
                    <a:pt x="33" y="0"/>
                  </a:lnTo>
                  <a:lnTo>
                    <a:pt x="35" y="2"/>
                  </a:lnTo>
                  <a:lnTo>
                    <a:pt x="3" y="2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5" name="Google Shape;1825;p48">
              <a:extLst>
                <a:ext uri="{FF2B5EF4-FFF2-40B4-BE49-F238E27FC236}">
                  <a16:creationId xmlns:a16="http://schemas.microsoft.com/office/drawing/2014/main" id="{FEBC99BC-7E9B-AD0E-24B4-496F78C44F3B}"/>
                </a:ext>
              </a:extLst>
            </p:cNvPr>
            <p:cNvSpPr/>
            <p:nvPr/>
          </p:nvSpPr>
          <p:spPr>
            <a:xfrm>
              <a:off x="4405700" y="4953000"/>
              <a:ext cx="55563" cy="36513"/>
            </a:xfrm>
            <a:custGeom>
              <a:avLst/>
              <a:gdLst/>
              <a:ahLst/>
              <a:cxnLst/>
              <a:rect l="l" t="t" r="r" b="b"/>
              <a:pathLst>
                <a:path w="35" h="23" extrusionOk="0">
                  <a:moveTo>
                    <a:pt x="2" y="23"/>
                  </a:moveTo>
                  <a:lnTo>
                    <a:pt x="0" y="18"/>
                  </a:lnTo>
                  <a:lnTo>
                    <a:pt x="32" y="0"/>
                  </a:lnTo>
                  <a:lnTo>
                    <a:pt x="35" y="4"/>
                  </a:lnTo>
                  <a:lnTo>
                    <a:pt x="2" y="2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6" name="Google Shape;1826;p48">
              <a:extLst>
                <a:ext uri="{FF2B5EF4-FFF2-40B4-BE49-F238E27FC236}">
                  <a16:creationId xmlns:a16="http://schemas.microsoft.com/office/drawing/2014/main" id="{4E96A87F-534B-2F7C-F15F-1DA23EB69AE2}"/>
                </a:ext>
              </a:extLst>
            </p:cNvPr>
            <p:cNvSpPr/>
            <p:nvPr/>
          </p:nvSpPr>
          <p:spPr>
            <a:xfrm>
              <a:off x="3456375" y="2090738"/>
              <a:ext cx="1095375" cy="2722563"/>
            </a:xfrm>
            <a:custGeom>
              <a:avLst/>
              <a:gdLst/>
              <a:ahLst/>
              <a:cxnLst/>
              <a:rect l="l" t="t" r="r" b="b"/>
              <a:pathLst>
                <a:path w="299" h="742" extrusionOk="0">
                  <a:moveTo>
                    <a:pt x="237" y="0"/>
                  </a:moveTo>
                  <a:cubicBezTo>
                    <a:pt x="105" y="12"/>
                    <a:pt x="105" y="12"/>
                    <a:pt x="105" y="12"/>
                  </a:cubicBezTo>
                  <a:cubicBezTo>
                    <a:pt x="105" y="12"/>
                    <a:pt x="87" y="26"/>
                    <a:pt x="68" y="97"/>
                  </a:cubicBezTo>
                  <a:cubicBezTo>
                    <a:pt x="45" y="184"/>
                    <a:pt x="11" y="409"/>
                    <a:pt x="0" y="734"/>
                  </a:cubicBezTo>
                  <a:cubicBezTo>
                    <a:pt x="85" y="736"/>
                    <a:pt x="85" y="736"/>
                    <a:pt x="85" y="736"/>
                  </a:cubicBezTo>
                  <a:cubicBezTo>
                    <a:pt x="155" y="241"/>
                    <a:pt x="155" y="241"/>
                    <a:pt x="155" y="241"/>
                  </a:cubicBezTo>
                  <a:cubicBezTo>
                    <a:pt x="157" y="234"/>
                    <a:pt x="167" y="235"/>
                    <a:pt x="167" y="243"/>
                  </a:cubicBezTo>
                  <a:cubicBezTo>
                    <a:pt x="190" y="742"/>
                    <a:pt x="190" y="742"/>
                    <a:pt x="190" y="742"/>
                  </a:cubicBezTo>
                  <a:cubicBezTo>
                    <a:pt x="274" y="739"/>
                    <a:pt x="274" y="739"/>
                    <a:pt x="274" y="739"/>
                  </a:cubicBezTo>
                  <a:cubicBezTo>
                    <a:pt x="274" y="739"/>
                    <a:pt x="299" y="196"/>
                    <a:pt x="277" y="111"/>
                  </a:cubicBezTo>
                  <a:cubicBezTo>
                    <a:pt x="256" y="31"/>
                    <a:pt x="237" y="0"/>
                    <a:pt x="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7" name="Google Shape;1827;p48">
              <a:extLst>
                <a:ext uri="{FF2B5EF4-FFF2-40B4-BE49-F238E27FC236}">
                  <a16:creationId xmlns:a16="http://schemas.microsoft.com/office/drawing/2014/main" id="{B8842029-1455-E0BB-7EDA-5544A9A7BBA1}"/>
                </a:ext>
              </a:extLst>
            </p:cNvPr>
            <p:cNvSpPr/>
            <p:nvPr/>
          </p:nvSpPr>
          <p:spPr>
            <a:xfrm>
              <a:off x="3427800" y="4670425"/>
              <a:ext cx="381000" cy="128588"/>
            </a:xfrm>
            <a:custGeom>
              <a:avLst/>
              <a:gdLst/>
              <a:ahLst/>
              <a:cxnLst/>
              <a:rect l="l" t="t" r="r" b="b"/>
              <a:pathLst>
                <a:path w="240" h="81" extrusionOk="0">
                  <a:moveTo>
                    <a:pt x="230" y="74"/>
                  </a:moveTo>
                  <a:lnTo>
                    <a:pt x="240" y="9"/>
                  </a:lnTo>
                  <a:lnTo>
                    <a:pt x="4" y="0"/>
                  </a:lnTo>
                  <a:lnTo>
                    <a:pt x="0" y="81"/>
                  </a:lnTo>
                  <a:lnTo>
                    <a:pt x="230" y="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8" name="Google Shape;1828;p48">
              <a:extLst>
                <a:ext uri="{FF2B5EF4-FFF2-40B4-BE49-F238E27FC236}">
                  <a16:creationId xmlns:a16="http://schemas.microsoft.com/office/drawing/2014/main" id="{1AF4C360-4B60-329D-DACE-E34B15339095}"/>
                </a:ext>
              </a:extLst>
            </p:cNvPr>
            <p:cNvSpPr/>
            <p:nvPr/>
          </p:nvSpPr>
          <p:spPr>
            <a:xfrm>
              <a:off x="4126300" y="4676775"/>
              <a:ext cx="355600" cy="133350"/>
            </a:xfrm>
            <a:custGeom>
              <a:avLst/>
              <a:gdLst/>
              <a:ahLst/>
              <a:cxnLst/>
              <a:rect l="l" t="t" r="r" b="b"/>
              <a:pathLst>
                <a:path w="97" h="36" extrusionOk="0">
                  <a:moveTo>
                    <a:pt x="4" y="36"/>
                  </a:moveTo>
                  <a:cubicBezTo>
                    <a:pt x="5" y="35"/>
                    <a:pt x="0" y="3"/>
                    <a:pt x="0" y="3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97" y="36"/>
                    <a:pt x="97" y="36"/>
                    <a:pt x="97" y="36"/>
                  </a:cubicBezTo>
                  <a:lnTo>
                    <a:pt x="4" y="3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9" name="Google Shape;1829;p48">
              <a:extLst>
                <a:ext uri="{FF2B5EF4-FFF2-40B4-BE49-F238E27FC236}">
                  <a16:creationId xmlns:a16="http://schemas.microsoft.com/office/drawing/2014/main" id="{442D6AF3-664C-8AF1-CF01-29EC57007C2C}"/>
                </a:ext>
              </a:extLst>
            </p:cNvPr>
            <p:cNvSpPr/>
            <p:nvPr/>
          </p:nvSpPr>
          <p:spPr>
            <a:xfrm>
              <a:off x="3353188" y="1103313"/>
              <a:ext cx="111125" cy="336550"/>
            </a:xfrm>
            <a:custGeom>
              <a:avLst/>
              <a:gdLst/>
              <a:ahLst/>
              <a:cxnLst/>
              <a:rect l="l" t="t" r="r" b="b"/>
              <a:pathLst>
                <a:path w="30" h="92" extrusionOk="0">
                  <a:moveTo>
                    <a:pt x="7" y="92"/>
                  </a:moveTo>
                  <a:cubicBezTo>
                    <a:pt x="7" y="92"/>
                    <a:pt x="6" y="92"/>
                    <a:pt x="6" y="92"/>
                  </a:cubicBezTo>
                  <a:cubicBezTo>
                    <a:pt x="2" y="91"/>
                    <a:pt x="0" y="88"/>
                    <a:pt x="1" y="84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8" y="2"/>
                    <a:pt x="21" y="0"/>
                    <a:pt x="24" y="0"/>
                  </a:cubicBezTo>
                  <a:cubicBezTo>
                    <a:pt x="28" y="1"/>
                    <a:pt x="30" y="4"/>
                    <a:pt x="29" y="8"/>
                  </a:cubicBezTo>
                  <a:cubicBezTo>
                    <a:pt x="13" y="87"/>
                    <a:pt x="13" y="87"/>
                    <a:pt x="13" y="87"/>
                  </a:cubicBezTo>
                  <a:cubicBezTo>
                    <a:pt x="12" y="90"/>
                    <a:pt x="10" y="92"/>
                    <a:pt x="7" y="9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0" name="Google Shape;1830;p48">
              <a:extLst>
                <a:ext uri="{FF2B5EF4-FFF2-40B4-BE49-F238E27FC236}">
                  <a16:creationId xmlns:a16="http://schemas.microsoft.com/office/drawing/2014/main" id="{4C1B3C7E-AA2A-3713-A350-B197FF1A2A2B}"/>
                </a:ext>
              </a:extLst>
            </p:cNvPr>
            <p:cNvSpPr/>
            <p:nvPr/>
          </p:nvSpPr>
          <p:spPr>
            <a:xfrm rot="6788770">
              <a:off x="3365488" y="1333288"/>
              <a:ext cx="101600" cy="123825"/>
            </a:xfrm>
            <a:custGeom>
              <a:avLst/>
              <a:gdLst/>
              <a:ahLst/>
              <a:cxnLst/>
              <a:rect l="l" t="t" r="r" b="b"/>
              <a:pathLst>
                <a:path w="28" h="34" extrusionOk="0">
                  <a:moveTo>
                    <a:pt x="28" y="28"/>
                  </a:moveTo>
                  <a:cubicBezTo>
                    <a:pt x="28" y="28"/>
                    <a:pt x="28" y="1"/>
                    <a:pt x="24" y="1"/>
                  </a:cubicBezTo>
                  <a:cubicBezTo>
                    <a:pt x="21" y="0"/>
                    <a:pt x="3" y="2"/>
                    <a:pt x="1" y="8"/>
                  </a:cubicBezTo>
                  <a:cubicBezTo>
                    <a:pt x="0" y="14"/>
                    <a:pt x="15" y="13"/>
                    <a:pt x="15" y="13"/>
                  </a:cubicBezTo>
                  <a:cubicBezTo>
                    <a:pt x="15" y="13"/>
                    <a:pt x="8" y="26"/>
                    <a:pt x="14" y="30"/>
                  </a:cubicBezTo>
                  <a:cubicBezTo>
                    <a:pt x="20" y="34"/>
                    <a:pt x="28" y="28"/>
                    <a:pt x="28" y="28"/>
                  </a:cubicBezTo>
                  <a:close/>
                </a:path>
              </a:pathLst>
            </a:custGeom>
            <a:solidFill>
              <a:srgbClr val="B7736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1" name="Google Shape;1831;p48">
              <a:extLst>
                <a:ext uri="{FF2B5EF4-FFF2-40B4-BE49-F238E27FC236}">
                  <a16:creationId xmlns:a16="http://schemas.microsoft.com/office/drawing/2014/main" id="{4B06676A-3172-11B0-1D3C-981AB2F01029}"/>
                </a:ext>
              </a:extLst>
            </p:cNvPr>
            <p:cNvSpPr/>
            <p:nvPr/>
          </p:nvSpPr>
          <p:spPr>
            <a:xfrm>
              <a:off x="3284925" y="1162050"/>
              <a:ext cx="1006475" cy="939800"/>
            </a:xfrm>
            <a:custGeom>
              <a:avLst/>
              <a:gdLst/>
              <a:ahLst/>
              <a:cxnLst/>
              <a:rect l="l" t="t" r="r" b="b"/>
              <a:pathLst>
                <a:path w="275" h="256" extrusionOk="0">
                  <a:moveTo>
                    <a:pt x="211" y="0"/>
                  </a:moveTo>
                  <a:cubicBezTo>
                    <a:pt x="211" y="0"/>
                    <a:pt x="158" y="32"/>
                    <a:pt x="140" y="50"/>
                  </a:cubicBezTo>
                  <a:cubicBezTo>
                    <a:pt x="122" y="68"/>
                    <a:pt x="102" y="159"/>
                    <a:pt x="102" y="159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02"/>
                    <a:pt x="68" y="254"/>
                    <a:pt x="98" y="255"/>
                  </a:cubicBezTo>
                  <a:cubicBezTo>
                    <a:pt x="128" y="256"/>
                    <a:pt x="275" y="87"/>
                    <a:pt x="2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2" name="Google Shape;1832;p48">
              <a:extLst>
                <a:ext uri="{FF2B5EF4-FFF2-40B4-BE49-F238E27FC236}">
                  <a16:creationId xmlns:a16="http://schemas.microsoft.com/office/drawing/2014/main" id="{F4B4C7E6-F638-641D-C283-4CF409C2E6AA}"/>
                </a:ext>
              </a:extLst>
            </p:cNvPr>
            <p:cNvSpPr/>
            <p:nvPr/>
          </p:nvSpPr>
          <p:spPr>
            <a:xfrm>
              <a:off x="3781813" y="611188"/>
              <a:ext cx="503238" cy="509588"/>
            </a:xfrm>
            <a:custGeom>
              <a:avLst/>
              <a:gdLst/>
              <a:ahLst/>
              <a:cxnLst/>
              <a:rect l="l" t="t" r="r" b="b"/>
              <a:pathLst>
                <a:path w="137" h="139" extrusionOk="0">
                  <a:moveTo>
                    <a:pt x="1" y="53"/>
                  </a:moveTo>
                  <a:cubicBezTo>
                    <a:pt x="0" y="80"/>
                    <a:pt x="9" y="108"/>
                    <a:pt x="32" y="124"/>
                  </a:cubicBezTo>
                  <a:cubicBezTo>
                    <a:pt x="54" y="139"/>
                    <a:pt x="85" y="135"/>
                    <a:pt x="104" y="119"/>
                  </a:cubicBezTo>
                  <a:cubicBezTo>
                    <a:pt x="137" y="91"/>
                    <a:pt x="127" y="27"/>
                    <a:pt x="91" y="12"/>
                  </a:cubicBezTo>
                  <a:cubicBezTo>
                    <a:pt x="86" y="10"/>
                    <a:pt x="72" y="9"/>
                    <a:pt x="70" y="5"/>
                  </a:cubicBezTo>
                  <a:cubicBezTo>
                    <a:pt x="42" y="0"/>
                    <a:pt x="11" y="13"/>
                    <a:pt x="5" y="35"/>
                  </a:cubicBezTo>
                  <a:cubicBezTo>
                    <a:pt x="4" y="37"/>
                    <a:pt x="2" y="41"/>
                    <a:pt x="0" y="46"/>
                  </a:cubicBezTo>
                  <a:cubicBezTo>
                    <a:pt x="1" y="48"/>
                    <a:pt x="1" y="50"/>
                    <a:pt x="1" y="5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3" name="Google Shape;1833;p48">
              <a:extLst>
                <a:ext uri="{FF2B5EF4-FFF2-40B4-BE49-F238E27FC236}">
                  <a16:creationId xmlns:a16="http://schemas.microsoft.com/office/drawing/2014/main" id="{AA0F6F1F-FFA9-B94C-560E-829682C5D326}"/>
                </a:ext>
              </a:extLst>
            </p:cNvPr>
            <p:cNvSpPr/>
            <p:nvPr/>
          </p:nvSpPr>
          <p:spPr>
            <a:xfrm>
              <a:off x="3761175" y="681038"/>
              <a:ext cx="442913" cy="774700"/>
            </a:xfrm>
            <a:custGeom>
              <a:avLst/>
              <a:gdLst/>
              <a:ahLst/>
              <a:cxnLst/>
              <a:rect l="l" t="t" r="r" b="b"/>
              <a:pathLst>
                <a:path w="121" h="211" extrusionOk="0">
                  <a:moveTo>
                    <a:pt x="88" y="55"/>
                  </a:moveTo>
                  <a:cubicBezTo>
                    <a:pt x="88" y="56"/>
                    <a:pt x="89" y="56"/>
                    <a:pt x="90" y="56"/>
                  </a:cubicBezTo>
                  <a:cubicBezTo>
                    <a:pt x="95" y="54"/>
                    <a:pt x="105" y="50"/>
                    <a:pt x="111" y="61"/>
                  </a:cubicBezTo>
                  <a:cubicBezTo>
                    <a:pt x="116" y="73"/>
                    <a:pt x="107" y="83"/>
                    <a:pt x="100" y="86"/>
                  </a:cubicBezTo>
                  <a:cubicBezTo>
                    <a:pt x="99" y="87"/>
                    <a:pt x="94" y="89"/>
                    <a:pt x="93" y="91"/>
                  </a:cubicBezTo>
                  <a:cubicBezTo>
                    <a:pt x="91" y="97"/>
                    <a:pt x="92" y="107"/>
                    <a:pt x="93" y="120"/>
                  </a:cubicBezTo>
                  <a:cubicBezTo>
                    <a:pt x="95" y="150"/>
                    <a:pt x="121" y="155"/>
                    <a:pt x="121" y="155"/>
                  </a:cubicBezTo>
                  <a:cubicBezTo>
                    <a:pt x="121" y="155"/>
                    <a:pt x="55" y="211"/>
                    <a:pt x="44" y="176"/>
                  </a:cubicBezTo>
                  <a:cubicBezTo>
                    <a:pt x="48" y="168"/>
                    <a:pt x="46" y="112"/>
                    <a:pt x="37" y="115"/>
                  </a:cubicBezTo>
                  <a:cubicBezTo>
                    <a:pt x="26" y="119"/>
                    <a:pt x="4" y="114"/>
                    <a:pt x="2" y="64"/>
                  </a:cubicBezTo>
                  <a:cubicBezTo>
                    <a:pt x="0" y="17"/>
                    <a:pt x="32" y="9"/>
                    <a:pt x="40" y="8"/>
                  </a:cubicBezTo>
                  <a:cubicBezTo>
                    <a:pt x="47" y="7"/>
                    <a:pt x="71" y="0"/>
                    <a:pt x="88" y="55"/>
                  </a:cubicBezTo>
                  <a:close/>
                </a:path>
              </a:pathLst>
            </a:custGeom>
            <a:solidFill>
              <a:srgbClr val="B7736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4" name="Google Shape;1834;p48">
              <a:extLst>
                <a:ext uri="{FF2B5EF4-FFF2-40B4-BE49-F238E27FC236}">
                  <a16:creationId xmlns:a16="http://schemas.microsoft.com/office/drawing/2014/main" id="{3172BA6A-91B9-E40B-522F-F649CE621F86}"/>
                </a:ext>
              </a:extLst>
            </p:cNvPr>
            <p:cNvSpPr/>
            <p:nvPr/>
          </p:nvSpPr>
          <p:spPr>
            <a:xfrm>
              <a:off x="4097725" y="879475"/>
              <a:ext cx="55563" cy="84138"/>
            </a:xfrm>
            <a:custGeom>
              <a:avLst/>
              <a:gdLst/>
              <a:ahLst/>
              <a:cxnLst/>
              <a:rect l="l" t="t" r="r" b="b"/>
              <a:pathLst>
                <a:path w="15" h="23" extrusionOk="0">
                  <a:moveTo>
                    <a:pt x="15" y="12"/>
                  </a:moveTo>
                  <a:cubicBezTo>
                    <a:pt x="15" y="12"/>
                    <a:pt x="2" y="0"/>
                    <a:pt x="0" y="23"/>
                  </a:cubicBezTo>
                </a:path>
              </a:pathLst>
            </a:custGeom>
            <a:solidFill>
              <a:srgbClr val="894C3B">
                <a:alpha val="5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5" name="Google Shape;1835;p48">
              <a:extLst>
                <a:ext uri="{FF2B5EF4-FFF2-40B4-BE49-F238E27FC236}">
                  <a16:creationId xmlns:a16="http://schemas.microsoft.com/office/drawing/2014/main" id="{73D1C462-ED65-357A-40D8-EA1FB5583AFE}"/>
                </a:ext>
              </a:extLst>
            </p:cNvPr>
            <p:cNvSpPr/>
            <p:nvPr/>
          </p:nvSpPr>
          <p:spPr>
            <a:xfrm>
              <a:off x="3925451" y="933467"/>
              <a:ext cx="95287" cy="44460"/>
            </a:xfrm>
            <a:custGeom>
              <a:avLst/>
              <a:gdLst/>
              <a:ahLst/>
              <a:cxnLst/>
              <a:rect l="l" t="t" r="r" b="b"/>
              <a:pathLst>
                <a:path w="26" h="26" extrusionOk="0">
                  <a:moveTo>
                    <a:pt x="10" y="2"/>
                  </a:moveTo>
                  <a:cubicBezTo>
                    <a:pt x="4" y="4"/>
                    <a:pt x="0" y="10"/>
                    <a:pt x="2" y="16"/>
                  </a:cubicBezTo>
                  <a:cubicBezTo>
                    <a:pt x="4" y="22"/>
                    <a:pt x="10" y="26"/>
                    <a:pt x="16" y="24"/>
                  </a:cubicBezTo>
                  <a:cubicBezTo>
                    <a:pt x="22" y="22"/>
                    <a:pt x="26" y="15"/>
                    <a:pt x="24" y="10"/>
                  </a:cubicBezTo>
                  <a:cubicBezTo>
                    <a:pt x="22" y="4"/>
                    <a:pt x="15" y="0"/>
                    <a:pt x="10" y="2"/>
                  </a:cubicBezTo>
                  <a:close/>
                </a:path>
              </a:pathLst>
            </a:custGeom>
            <a:solidFill>
              <a:srgbClr val="894C3B">
                <a:alpha val="5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6" name="Google Shape;1836;p48">
              <a:extLst>
                <a:ext uri="{FF2B5EF4-FFF2-40B4-BE49-F238E27FC236}">
                  <a16:creationId xmlns:a16="http://schemas.microsoft.com/office/drawing/2014/main" id="{630C41F0-18AE-FB32-4113-F6E842707BDE}"/>
                </a:ext>
              </a:extLst>
            </p:cNvPr>
            <p:cNvSpPr/>
            <p:nvPr/>
          </p:nvSpPr>
          <p:spPr>
            <a:xfrm>
              <a:off x="3870713" y="846138"/>
              <a:ext cx="44450" cy="28575"/>
            </a:xfrm>
            <a:custGeom>
              <a:avLst/>
              <a:gdLst/>
              <a:ahLst/>
              <a:cxnLst/>
              <a:rect l="l" t="t" r="r" b="b"/>
              <a:pathLst>
                <a:path w="12" h="8" extrusionOk="0">
                  <a:moveTo>
                    <a:pt x="10" y="6"/>
                  </a:moveTo>
                  <a:cubicBezTo>
                    <a:pt x="12" y="8"/>
                    <a:pt x="9" y="1"/>
                    <a:pt x="6" y="1"/>
                  </a:cubicBezTo>
                  <a:cubicBezTo>
                    <a:pt x="4" y="0"/>
                    <a:pt x="1" y="1"/>
                    <a:pt x="0" y="4"/>
                  </a:cubicBezTo>
                  <a:cubicBezTo>
                    <a:pt x="0" y="4"/>
                    <a:pt x="5" y="3"/>
                    <a:pt x="10" y="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7" name="Google Shape;1837;p48">
              <a:extLst>
                <a:ext uri="{FF2B5EF4-FFF2-40B4-BE49-F238E27FC236}">
                  <a16:creationId xmlns:a16="http://schemas.microsoft.com/office/drawing/2014/main" id="{F9C0E2AB-43FA-BBD4-11E6-C5BB3F6C85BA}"/>
                </a:ext>
              </a:extLst>
            </p:cNvPr>
            <p:cNvSpPr/>
            <p:nvPr/>
          </p:nvSpPr>
          <p:spPr>
            <a:xfrm>
              <a:off x="3775463" y="842963"/>
              <a:ext cx="44450" cy="28575"/>
            </a:xfrm>
            <a:custGeom>
              <a:avLst/>
              <a:gdLst/>
              <a:ahLst/>
              <a:cxnLst/>
              <a:rect l="l" t="t" r="r" b="b"/>
              <a:pathLst>
                <a:path w="12" h="8" extrusionOk="0">
                  <a:moveTo>
                    <a:pt x="2" y="6"/>
                  </a:moveTo>
                  <a:cubicBezTo>
                    <a:pt x="0" y="8"/>
                    <a:pt x="3" y="1"/>
                    <a:pt x="6" y="1"/>
                  </a:cubicBezTo>
                  <a:cubicBezTo>
                    <a:pt x="9" y="0"/>
                    <a:pt x="12" y="1"/>
                    <a:pt x="12" y="4"/>
                  </a:cubicBezTo>
                  <a:cubicBezTo>
                    <a:pt x="12" y="4"/>
                    <a:pt x="7" y="3"/>
                    <a:pt x="2" y="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8" name="Google Shape;1838;p48">
              <a:extLst>
                <a:ext uri="{FF2B5EF4-FFF2-40B4-BE49-F238E27FC236}">
                  <a16:creationId xmlns:a16="http://schemas.microsoft.com/office/drawing/2014/main" id="{C6C21CC5-2532-7126-8E9A-5966D1F55672}"/>
                </a:ext>
              </a:extLst>
            </p:cNvPr>
            <p:cNvSpPr/>
            <p:nvPr/>
          </p:nvSpPr>
          <p:spPr>
            <a:xfrm>
              <a:off x="3867538" y="908050"/>
              <a:ext cx="14288" cy="30163"/>
            </a:xfrm>
            <a:custGeom>
              <a:avLst/>
              <a:gdLst/>
              <a:ahLst/>
              <a:cxnLst/>
              <a:rect l="l" t="t" r="r" b="b"/>
              <a:pathLst>
                <a:path w="4" h="8" extrusionOk="0">
                  <a:moveTo>
                    <a:pt x="4" y="5"/>
                  </a:moveTo>
                  <a:cubicBezTo>
                    <a:pt x="3" y="7"/>
                    <a:pt x="3" y="8"/>
                    <a:pt x="1" y="8"/>
                  </a:cubicBezTo>
                  <a:cubicBezTo>
                    <a:pt x="0" y="8"/>
                    <a:pt x="0" y="7"/>
                    <a:pt x="0" y="4"/>
                  </a:cubicBezTo>
                  <a:cubicBezTo>
                    <a:pt x="0" y="2"/>
                    <a:pt x="1" y="0"/>
                    <a:pt x="2" y="0"/>
                  </a:cubicBezTo>
                  <a:cubicBezTo>
                    <a:pt x="3" y="1"/>
                    <a:pt x="4" y="2"/>
                    <a:pt x="4" y="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9" name="Google Shape;1839;p48">
              <a:extLst>
                <a:ext uri="{FF2B5EF4-FFF2-40B4-BE49-F238E27FC236}">
                  <a16:creationId xmlns:a16="http://schemas.microsoft.com/office/drawing/2014/main" id="{4C1D0CDA-0E26-3688-C831-3263E4C53D80}"/>
                </a:ext>
              </a:extLst>
            </p:cNvPr>
            <p:cNvSpPr/>
            <p:nvPr/>
          </p:nvSpPr>
          <p:spPr>
            <a:xfrm>
              <a:off x="3797688" y="904875"/>
              <a:ext cx="11113" cy="28575"/>
            </a:xfrm>
            <a:custGeom>
              <a:avLst/>
              <a:gdLst/>
              <a:ahLst/>
              <a:cxnLst/>
              <a:rect l="l" t="t" r="r" b="b"/>
              <a:pathLst>
                <a:path w="3" h="8" extrusionOk="0">
                  <a:moveTo>
                    <a:pt x="3" y="4"/>
                  </a:moveTo>
                  <a:cubicBezTo>
                    <a:pt x="3" y="6"/>
                    <a:pt x="2" y="8"/>
                    <a:pt x="1" y="8"/>
                  </a:cubicBezTo>
                  <a:cubicBezTo>
                    <a:pt x="0" y="8"/>
                    <a:pt x="0" y="6"/>
                    <a:pt x="0" y="4"/>
                  </a:cubicBezTo>
                  <a:cubicBezTo>
                    <a:pt x="0" y="2"/>
                    <a:pt x="1" y="0"/>
                    <a:pt x="2" y="0"/>
                  </a:cubicBezTo>
                  <a:cubicBezTo>
                    <a:pt x="3" y="1"/>
                    <a:pt x="3" y="2"/>
                    <a:pt x="3" y="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0" name="Google Shape;1840;p48">
              <a:extLst>
                <a:ext uri="{FF2B5EF4-FFF2-40B4-BE49-F238E27FC236}">
                  <a16:creationId xmlns:a16="http://schemas.microsoft.com/office/drawing/2014/main" id="{E8317001-A54A-2809-C2C3-5F20E29816B4}"/>
                </a:ext>
              </a:extLst>
            </p:cNvPr>
            <p:cNvSpPr/>
            <p:nvPr/>
          </p:nvSpPr>
          <p:spPr>
            <a:xfrm>
              <a:off x="3907225" y="1050925"/>
              <a:ext cx="128588" cy="150813"/>
            </a:xfrm>
            <a:custGeom>
              <a:avLst/>
              <a:gdLst/>
              <a:ahLst/>
              <a:cxnLst/>
              <a:rect l="l" t="t" r="r" b="b"/>
              <a:pathLst>
                <a:path w="35" h="41" extrusionOk="0">
                  <a:moveTo>
                    <a:pt x="0" y="14"/>
                  </a:moveTo>
                  <a:cubicBezTo>
                    <a:pt x="0" y="14"/>
                    <a:pt x="15" y="9"/>
                    <a:pt x="25" y="4"/>
                  </a:cubicBezTo>
                  <a:cubicBezTo>
                    <a:pt x="35" y="0"/>
                    <a:pt x="10" y="41"/>
                    <a:pt x="0" y="14"/>
                  </a:cubicBezTo>
                  <a:close/>
                </a:path>
              </a:pathLst>
            </a:custGeom>
            <a:solidFill>
              <a:srgbClr val="894C3B">
                <a:alpha val="5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1" name="Google Shape;1841;p48">
              <a:extLst>
                <a:ext uri="{FF2B5EF4-FFF2-40B4-BE49-F238E27FC236}">
                  <a16:creationId xmlns:a16="http://schemas.microsoft.com/office/drawing/2014/main" id="{E61B6BB0-AFA7-C7A0-72D5-23F1C1CEB4D0}"/>
                </a:ext>
              </a:extLst>
            </p:cNvPr>
            <p:cNvSpPr/>
            <p:nvPr/>
          </p:nvSpPr>
          <p:spPr>
            <a:xfrm>
              <a:off x="4119950" y="1223963"/>
              <a:ext cx="44450" cy="36513"/>
            </a:xfrm>
            <a:custGeom>
              <a:avLst/>
              <a:gdLst/>
              <a:ahLst/>
              <a:cxnLst/>
              <a:rect l="l" t="t" r="r" b="b"/>
              <a:pathLst>
                <a:path w="12" h="10" extrusionOk="0">
                  <a:moveTo>
                    <a:pt x="1" y="4"/>
                  </a:moveTo>
                  <a:cubicBezTo>
                    <a:pt x="1" y="4"/>
                    <a:pt x="12" y="0"/>
                    <a:pt x="10" y="3"/>
                  </a:cubicBezTo>
                  <a:cubicBezTo>
                    <a:pt x="8" y="5"/>
                    <a:pt x="4" y="8"/>
                    <a:pt x="0" y="10"/>
                  </a:cubicBezTo>
                  <a:lnTo>
                    <a:pt x="1" y="4"/>
                  </a:lnTo>
                  <a:close/>
                </a:path>
              </a:pathLst>
            </a:custGeom>
            <a:solidFill>
              <a:srgbClr val="C206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2" name="Google Shape;1842;p48">
              <a:extLst>
                <a:ext uri="{FF2B5EF4-FFF2-40B4-BE49-F238E27FC236}">
                  <a16:creationId xmlns:a16="http://schemas.microsoft.com/office/drawing/2014/main" id="{5C7D3845-53D7-B8BE-0816-DCA5599A09DF}"/>
                </a:ext>
              </a:extLst>
            </p:cNvPr>
            <p:cNvSpPr/>
            <p:nvPr/>
          </p:nvSpPr>
          <p:spPr>
            <a:xfrm>
              <a:off x="3734188" y="1198563"/>
              <a:ext cx="755650" cy="1052513"/>
            </a:xfrm>
            <a:custGeom>
              <a:avLst/>
              <a:gdLst/>
              <a:ahLst/>
              <a:cxnLst/>
              <a:rect l="l" t="t" r="r" b="b"/>
              <a:pathLst>
                <a:path w="206" h="287" extrusionOk="0">
                  <a:moveTo>
                    <a:pt x="48" y="11"/>
                  </a:moveTo>
                  <a:cubicBezTo>
                    <a:pt x="49" y="14"/>
                    <a:pt x="0" y="107"/>
                    <a:pt x="1" y="136"/>
                  </a:cubicBezTo>
                  <a:cubicBezTo>
                    <a:pt x="2" y="166"/>
                    <a:pt x="21" y="260"/>
                    <a:pt x="20" y="264"/>
                  </a:cubicBezTo>
                  <a:cubicBezTo>
                    <a:pt x="20" y="264"/>
                    <a:pt x="65" y="287"/>
                    <a:pt x="190" y="269"/>
                  </a:cubicBezTo>
                  <a:cubicBezTo>
                    <a:pt x="203" y="159"/>
                    <a:pt x="206" y="67"/>
                    <a:pt x="165" y="32"/>
                  </a:cubicBezTo>
                  <a:cubicBezTo>
                    <a:pt x="165" y="32"/>
                    <a:pt x="121" y="1"/>
                    <a:pt x="111" y="0"/>
                  </a:cubicBezTo>
                  <a:cubicBezTo>
                    <a:pt x="111" y="0"/>
                    <a:pt x="64" y="5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3" name="Google Shape;1843;p48">
              <a:extLst>
                <a:ext uri="{FF2B5EF4-FFF2-40B4-BE49-F238E27FC236}">
                  <a16:creationId xmlns:a16="http://schemas.microsoft.com/office/drawing/2014/main" id="{46740944-509C-03AD-3EA3-1412EE533311}"/>
                </a:ext>
              </a:extLst>
            </p:cNvPr>
            <p:cNvSpPr/>
            <p:nvPr/>
          </p:nvSpPr>
          <p:spPr>
            <a:xfrm>
              <a:off x="3958025" y="1198563"/>
              <a:ext cx="587375" cy="1155700"/>
            </a:xfrm>
            <a:custGeom>
              <a:avLst/>
              <a:gdLst/>
              <a:ahLst/>
              <a:cxnLst/>
              <a:rect l="l" t="t" r="r" b="b"/>
              <a:pathLst>
                <a:path w="160" h="315" extrusionOk="0">
                  <a:moveTo>
                    <a:pt x="98" y="20"/>
                  </a:moveTo>
                  <a:cubicBezTo>
                    <a:pt x="79" y="11"/>
                    <a:pt x="56" y="0"/>
                    <a:pt x="50" y="0"/>
                  </a:cubicBezTo>
                  <a:cubicBezTo>
                    <a:pt x="50" y="0"/>
                    <a:pt x="41" y="10"/>
                    <a:pt x="31" y="18"/>
                  </a:cubicBezTo>
                  <a:cubicBezTo>
                    <a:pt x="31" y="20"/>
                    <a:pt x="31" y="23"/>
                    <a:pt x="31" y="26"/>
                  </a:cubicBezTo>
                  <a:cubicBezTo>
                    <a:pt x="13" y="107"/>
                    <a:pt x="0" y="221"/>
                    <a:pt x="10" y="304"/>
                  </a:cubicBezTo>
                  <a:cubicBezTo>
                    <a:pt x="36" y="305"/>
                    <a:pt x="115" y="315"/>
                    <a:pt x="160" y="308"/>
                  </a:cubicBezTo>
                  <a:cubicBezTo>
                    <a:pt x="155" y="226"/>
                    <a:pt x="158" y="135"/>
                    <a:pt x="144" y="78"/>
                  </a:cubicBezTo>
                  <a:cubicBezTo>
                    <a:pt x="138" y="53"/>
                    <a:pt x="121" y="32"/>
                    <a:pt x="98" y="2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4" name="Google Shape;1844;p48">
              <a:extLst>
                <a:ext uri="{FF2B5EF4-FFF2-40B4-BE49-F238E27FC236}">
                  <a16:creationId xmlns:a16="http://schemas.microsoft.com/office/drawing/2014/main" id="{15FF63DB-A29A-90B6-2FCF-165A76CDF58D}"/>
                </a:ext>
              </a:extLst>
            </p:cNvPr>
            <p:cNvSpPr/>
            <p:nvPr/>
          </p:nvSpPr>
          <p:spPr>
            <a:xfrm>
              <a:off x="3672275" y="1223963"/>
              <a:ext cx="271463" cy="1111250"/>
            </a:xfrm>
            <a:custGeom>
              <a:avLst/>
              <a:gdLst/>
              <a:ahLst/>
              <a:cxnLst/>
              <a:rect l="l" t="t" r="r" b="b"/>
              <a:pathLst>
                <a:path w="74" h="303" extrusionOk="0">
                  <a:moveTo>
                    <a:pt x="66" y="303"/>
                  </a:moveTo>
                  <a:cubicBezTo>
                    <a:pt x="57" y="219"/>
                    <a:pt x="57" y="99"/>
                    <a:pt x="74" y="17"/>
                  </a:cubicBezTo>
                  <a:cubicBezTo>
                    <a:pt x="72" y="14"/>
                    <a:pt x="70" y="4"/>
                    <a:pt x="69" y="0"/>
                  </a:cubicBezTo>
                  <a:cubicBezTo>
                    <a:pt x="70" y="3"/>
                    <a:pt x="17" y="100"/>
                    <a:pt x="18" y="129"/>
                  </a:cubicBezTo>
                  <a:cubicBezTo>
                    <a:pt x="19" y="159"/>
                    <a:pt x="1" y="297"/>
                    <a:pt x="0" y="301"/>
                  </a:cubicBezTo>
                  <a:cubicBezTo>
                    <a:pt x="0" y="301"/>
                    <a:pt x="48" y="299"/>
                    <a:pt x="66" y="30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5" name="Google Shape;1845;p48">
              <a:extLst>
                <a:ext uri="{FF2B5EF4-FFF2-40B4-BE49-F238E27FC236}">
                  <a16:creationId xmlns:a16="http://schemas.microsoft.com/office/drawing/2014/main" id="{6959E320-0F46-CC7A-F537-275625983F2A}"/>
                </a:ext>
              </a:extLst>
            </p:cNvPr>
            <p:cNvSpPr/>
            <p:nvPr/>
          </p:nvSpPr>
          <p:spPr>
            <a:xfrm>
              <a:off x="3683388" y="1730375"/>
              <a:ext cx="77788" cy="58738"/>
            </a:xfrm>
            <a:custGeom>
              <a:avLst/>
              <a:gdLst/>
              <a:ahLst/>
              <a:cxnLst/>
              <a:rect l="l" t="t" r="r" b="b"/>
              <a:pathLst>
                <a:path w="21" h="16" extrusionOk="0">
                  <a:moveTo>
                    <a:pt x="21" y="15"/>
                  </a:moveTo>
                  <a:cubicBezTo>
                    <a:pt x="21" y="12"/>
                    <a:pt x="20" y="9"/>
                    <a:pt x="19" y="6"/>
                  </a:cubicBezTo>
                  <a:cubicBezTo>
                    <a:pt x="17" y="3"/>
                    <a:pt x="15" y="1"/>
                    <a:pt x="12" y="1"/>
                  </a:cubicBezTo>
                  <a:cubicBezTo>
                    <a:pt x="8" y="0"/>
                    <a:pt x="4" y="4"/>
                    <a:pt x="2" y="7"/>
                  </a:cubicBezTo>
                  <a:cubicBezTo>
                    <a:pt x="1" y="9"/>
                    <a:pt x="1" y="10"/>
                    <a:pt x="0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7" y="13"/>
                    <a:pt x="13" y="16"/>
                    <a:pt x="20" y="15"/>
                  </a:cubicBezTo>
                </a:path>
              </a:pathLst>
            </a:custGeom>
            <a:solidFill>
              <a:srgbClr val="35445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6" name="Google Shape;1846;p48">
              <a:extLst>
                <a:ext uri="{FF2B5EF4-FFF2-40B4-BE49-F238E27FC236}">
                  <a16:creationId xmlns:a16="http://schemas.microsoft.com/office/drawing/2014/main" id="{67109E48-1686-A7C1-DB3D-ED0A4D05CB6A}"/>
                </a:ext>
              </a:extLst>
            </p:cNvPr>
            <p:cNvSpPr/>
            <p:nvPr/>
          </p:nvSpPr>
          <p:spPr>
            <a:xfrm>
              <a:off x="3669100" y="1778000"/>
              <a:ext cx="103188" cy="19050"/>
            </a:xfrm>
            <a:custGeom>
              <a:avLst/>
              <a:gdLst/>
              <a:ahLst/>
              <a:cxnLst/>
              <a:rect l="l" t="t" r="r" b="b"/>
              <a:pathLst>
                <a:path w="28" h="5" extrusionOk="0">
                  <a:moveTo>
                    <a:pt x="3" y="5"/>
                  </a:moveTo>
                  <a:cubicBezTo>
                    <a:pt x="25" y="5"/>
                    <a:pt x="25" y="5"/>
                    <a:pt x="25" y="5"/>
                  </a:cubicBezTo>
                  <a:cubicBezTo>
                    <a:pt x="27" y="5"/>
                    <a:pt x="28" y="4"/>
                    <a:pt x="28" y="3"/>
                  </a:cubicBezTo>
                  <a:cubicBezTo>
                    <a:pt x="28" y="1"/>
                    <a:pt x="27" y="0"/>
                    <a:pt x="25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1" y="1"/>
                    <a:pt x="0" y="2"/>
                  </a:cubicBezTo>
                  <a:cubicBezTo>
                    <a:pt x="0" y="4"/>
                    <a:pt x="2" y="5"/>
                    <a:pt x="3" y="5"/>
                  </a:cubicBezTo>
                  <a:close/>
                </a:path>
              </a:pathLst>
            </a:custGeom>
            <a:solidFill>
              <a:srgbClr val="ADBED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7" name="Google Shape;1847;p48">
              <a:extLst>
                <a:ext uri="{FF2B5EF4-FFF2-40B4-BE49-F238E27FC236}">
                  <a16:creationId xmlns:a16="http://schemas.microsoft.com/office/drawing/2014/main" id="{3D736B3F-E48B-C092-C93A-B9DDEBC29FEE}"/>
                </a:ext>
              </a:extLst>
            </p:cNvPr>
            <p:cNvSpPr/>
            <p:nvPr/>
          </p:nvSpPr>
          <p:spPr>
            <a:xfrm>
              <a:off x="3246825" y="1330325"/>
              <a:ext cx="444500" cy="587375"/>
            </a:xfrm>
            <a:custGeom>
              <a:avLst/>
              <a:gdLst/>
              <a:ahLst/>
              <a:cxnLst/>
              <a:rect l="l" t="t" r="r" b="b"/>
              <a:pathLst>
                <a:path w="121" h="160" extrusionOk="0">
                  <a:moveTo>
                    <a:pt x="120" y="156"/>
                  </a:moveTo>
                  <a:cubicBezTo>
                    <a:pt x="87" y="46"/>
                    <a:pt x="87" y="46"/>
                    <a:pt x="87" y="46"/>
                  </a:cubicBezTo>
                  <a:cubicBezTo>
                    <a:pt x="85" y="40"/>
                    <a:pt x="80" y="35"/>
                    <a:pt x="75" y="3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34" y="112"/>
                    <a:pt x="34" y="112"/>
                    <a:pt x="34" y="112"/>
                  </a:cubicBezTo>
                  <a:cubicBezTo>
                    <a:pt x="36" y="117"/>
                    <a:pt x="40" y="122"/>
                    <a:pt x="45" y="125"/>
                  </a:cubicBezTo>
                  <a:cubicBezTo>
                    <a:pt x="116" y="159"/>
                    <a:pt x="116" y="159"/>
                    <a:pt x="116" y="159"/>
                  </a:cubicBezTo>
                  <a:cubicBezTo>
                    <a:pt x="119" y="160"/>
                    <a:pt x="121" y="158"/>
                    <a:pt x="120" y="15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8" name="Google Shape;1848;p48">
              <a:extLst>
                <a:ext uri="{FF2B5EF4-FFF2-40B4-BE49-F238E27FC236}">
                  <a16:creationId xmlns:a16="http://schemas.microsoft.com/office/drawing/2014/main" id="{C279FC20-CF79-1C1E-C404-A0D4C2EF305E}"/>
                </a:ext>
              </a:extLst>
            </p:cNvPr>
            <p:cNvSpPr/>
            <p:nvPr/>
          </p:nvSpPr>
          <p:spPr>
            <a:xfrm>
              <a:off x="3229363" y="1355725"/>
              <a:ext cx="442913" cy="587375"/>
            </a:xfrm>
            <a:custGeom>
              <a:avLst/>
              <a:gdLst/>
              <a:ahLst/>
              <a:cxnLst/>
              <a:rect l="l" t="t" r="r" b="b"/>
              <a:pathLst>
                <a:path w="121" h="160" extrusionOk="0">
                  <a:moveTo>
                    <a:pt x="121" y="155"/>
                  </a:moveTo>
                  <a:cubicBezTo>
                    <a:pt x="87" y="46"/>
                    <a:pt x="87" y="46"/>
                    <a:pt x="87" y="46"/>
                  </a:cubicBezTo>
                  <a:cubicBezTo>
                    <a:pt x="85" y="40"/>
                    <a:pt x="81" y="35"/>
                    <a:pt x="75" y="3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2" y="0"/>
                    <a:pt x="0" y="2"/>
                    <a:pt x="1" y="4"/>
                  </a:cubicBezTo>
                  <a:cubicBezTo>
                    <a:pt x="35" y="111"/>
                    <a:pt x="35" y="111"/>
                    <a:pt x="35" y="111"/>
                  </a:cubicBezTo>
                  <a:cubicBezTo>
                    <a:pt x="36" y="117"/>
                    <a:pt x="40" y="122"/>
                    <a:pt x="46" y="125"/>
                  </a:cubicBezTo>
                  <a:cubicBezTo>
                    <a:pt x="117" y="159"/>
                    <a:pt x="117" y="159"/>
                    <a:pt x="117" y="159"/>
                  </a:cubicBezTo>
                  <a:cubicBezTo>
                    <a:pt x="119" y="160"/>
                    <a:pt x="121" y="158"/>
                    <a:pt x="121" y="15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9" name="Google Shape;1849;p48">
              <a:extLst>
                <a:ext uri="{FF2B5EF4-FFF2-40B4-BE49-F238E27FC236}">
                  <a16:creationId xmlns:a16="http://schemas.microsoft.com/office/drawing/2014/main" id="{8B7CE26B-5760-6BD4-2147-6732EDF7AAAB}"/>
                </a:ext>
              </a:extLst>
            </p:cNvPr>
            <p:cNvSpPr/>
            <p:nvPr/>
          </p:nvSpPr>
          <p:spPr>
            <a:xfrm>
              <a:off x="3419863" y="1598613"/>
              <a:ext cx="747713" cy="730250"/>
            </a:xfrm>
            <a:custGeom>
              <a:avLst/>
              <a:gdLst/>
              <a:ahLst/>
              <a:cxnLst/>
              <a:rect l="l" t="t" r="r" b="b"/>
              <a:pathLst>
                <a:path w="204" h="199" extrusionOk="0">
                  <a:moveTo>
                    <a:pt x="68" y="69"/>
                  </a:moveTo>
                  <a:cubicBezTo>
                    <a:pt x="68" y="69"/>
                    <a:pt x="179" y="199"/>
                    <a:pt x="204" y="178"/>
                  </a:cubicBezTo>
                  <a:cubicBezTo>
                    <a:pt x="165" y="95"/>
                    <a:pt x="165" y="95"/>
                    <a:pt x="165" y="95"/>
                  </a:cubicBezTo>
                  <a:cubicBezTo>
                    <a:pt x="165" y="97"/>
                    <a:pt x="75" y="25"/>
                    <a:pt x="75" y="25"/>
                  </a:cubicBezTo>
                  <a:cubicBezTo>
                    <a:pt x="75" y="25"/>
                    <a:pt x="13" y="0"/>
                    <a:pt x="11" y="8"/>
                  </a:cubicBezTo>
                  <a:cubicBezTo>
                    <a:pt x="10" y="13"/>
                    <a:pt x="48" y="18"/>
                    <a:pt x="45" y="18"/>
                  </a:cubicBezTo>
                  <a:cubicBezTo>
                    <a:pt x="44" y="18"/>
                    <a:pt x="11" y="12"/>
                    <a:pt x="8" y="15"/>
                  </a:cubicBezTo>
                  <a:cubicBezTo>
                    <a:pt x="3" y="19"/>
                    <a:pt x="42" y="27"/>
                    <a:pt x="41" y="30"/>
                  </a:cubicBezTo>
                  <a:cubicBezTo>
                    <a:pt x="41" y="30"/>
                    <a:pt x="3" y="30"/>
                    <a:pt x="2" y="34"/>
                  </a:cubicBezTo>
                  <a:cubicBezTo>
                    <a:pt x="0" y="37"/>
                    <a:pt x="40" y="40"/>
                    <a:pt x="39" y="42"/>
                  </a:cubicBezTo>
                  <a:cubicBezTo>
                    <a:pt x="39" y="43"/>
                    <a:pt x="6" y="39"/>
                    <a:pt x="11" y="42"/>
                  </a:cubicBezTo>
                  <a:cubicBezTo>
                    <a:pt x="16" y="45"/>
                    <a:pt x="68" y="69"/>
                    <a:pt x="68" y="69"/>
                  </a:cubicBezTo>
                  <a:close/>
                </a:path>
              </a:pathLst>
            </a:custGeom>
            <a:solidFill>
              <a:srgbClr val="B7736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0" name="Google Shape;1850;p48">
              <a:extLst>
                <a:ext uri="{FF2B5EF4-FFF2-40B4-BE49-F238E27FC236}">
                  <a16:creationId xmlns:a16="http://schemas.microsoft.com/office/drawing/2014/main" id="{D0B50F6C-05B3-013C-8957-F85B382A1E0E}"/>
                </a:ext>
              </a:extLst>
            </p:cNvPr>
            <p:cNvSpPr/>
            <p:nvPr/>
          </p:nvSpPr>
          <p:spPr>
            <a:xfrm>
              <a:off x="3559563" y="1557338"/>
              <a:ext cx="168275" cy="165100"/>
            </a:xfrm>
            <a:custGeom>
              <a:avLst/>
              <a:gdLst/>
              <a:ahLst/>
              <a:cxnLst/>
              <a:rect l="l" t="t" r="r" b="b"/>
              <a:pathLst>
                <a:path w="46" h="45" extrusionOk="0">
                  <a:moveTo>
                    <a:pt x="14" y="30"/>
                  </a:moveTo>
                  <a:cubicBezTo>
                    <a:pt x="14" y="30"/>
                    <a:pt x="0" y="0"/>
                    <a:pt x="6" y="4"/>
                  </a:cubicBezTo>
                  <a:cubicBezTo>
                    <a:pt x="13" y="7"/>
                    <a:pt x="46" y="45"/>
                    <a:pt x="46" y="45"/>
                  </a:cubicBezTo>
                </a:path>
              </a:pathLst>
            </a:custGeom>
            <a:solidFill>
              <a:srgbClr val="B7736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1" name="Google Shape;1851;p48">
              <a:extLst>
                <a:ext uri="{FF2B5EF4-FFF2-40B4-BE49-F238E27FC236}">
                  <a16:creationId xmlns:a16="http://schemas.microsoft.com/office/drawing/2014/main" id="{F57677D4-D4EA-E939-0D2A-728F355A0A48}"/>
                </a:ext>
              </a:extLst>
            </p:cNvPr>
            <p:cNvSpPr/>
            <p:nvPr/>
          </p:nvSpPr>
          <p:spPr>
            <a:xfrm>
              <a:off x="3654813" y="1311275"/>
              <a:ext cx="911225" cy="1009650"/>
            </a:xfrm>
            <a:custGeom>
              <a:avLst/>
              <a:gdLst/>
              <a:ahLst/>
              <a:cxnLst/>
              <a:rect l="l" t="t" r="r" b="b"/>
              <a:pathLst>
                <a:path w="249" h="275" extrusionOk="0">
                  <a:moveTo>
                    <a:pt x="201" y="14"/>
                  </a:moveTo>
                  <a:cubicBezTo>
                    <a:pt x="192" y="0"/>
                    <a:pt x="172" y="2"/>
                    <a:pt x="164" y="16"/>
                  </a:cubicBezTo>
                  <a:cubicBezTo>
                    <a:pt x="156" y="32"/>
                    <a:pt x="149" y="61"/>
                    <a:pt x="144" y="74"/>
                  </a:cubicBezTo>
                  <a:cubicBezTo>
                    <a:pt x="135" y="97"/>
                    <a:pt x="97" y="169"/>
                    <a:pt x="97" y="169"/>
                  </a:cubicBezTo>
                  <a:cubicBezTo>
                    <a:pt x="22" y="109"/>
                    <a:pt x="22" y="109"/>
                    <a:pt x="22" y="109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160"/>
                    <a:pt x="110" y="275"/>
                    <a:pt x="137" y="263"/>
                  </a:cubicBezTo>
                  <a:cubicBezTo>
                    <a:pt x="162" y="253"/>
                    <a:pt x="249" y="86"/>
                    <a:pt x="201" y="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3197CC7-04E5-3AB7-9787-6E77D02499B0}"/>
              </a:ext>
            </a:extLst>
          </p:cNvPr>
          <p:cNvSpPr txBox="1">
            <a:spLocks/>
          </p:cNvSpPr>
          <p:nvPr/>
        </p:nvSpPr>
        <p:spPr>
          <a:xfrm>
            <a:off x="1619233" y="617537"/>
            <a:ext cx="5888382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 fontAlgn="base">
              <a:buNone/>
            </a:pPr>
            <a:r>
              <a:rPr lang="en-US" sz="1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{</a:t>
            </a:r>
          </a:p>
          <a:p>
            <a:pPr marL="0" indent="0" fontAlgn="base">
              <a:buNone/>
            </a:pPr>
            <a:r>
              <a:rPr lang="en-US" sz="1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 "</a:t>
            </a:r>
            <a:r>
              <a:rPr lang="en-US" sz="18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pacientes</a:t>
            </a:r>
            <a:r>
              <a:rPr lang="en-US" sz="1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": [</a:t>
            </a:r>
          </a:p>
          <a:p>
            <a:pPr marL="0" indent="0" fontAlgn="base">
              <a:buNone/>
            </a:pPr>
            <a:r>
              <a:rPr lang="en-US" sz="1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   {</a:t>
            </a:r>
          </a:p>
          <a:p>
            <a:pPr marL="0" indent="0" fontAlgn="base">
              <a:buNone/>
            </a:pPr>
            <a:r>
              <a:rPr lang="en-US" sz="1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     "id": "1001",</a:t>
            </a:r>
          </a:p>
          <a:p>
            <a:pPr marL="0" indent="0" fontAlgn="base">
              <a:buNone/>
            </a:pPr>
            <a:r>
              <a:rPr lang="en-US" sz="1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     "</a:t>
            </a:r>
            <a:r>
              <a:rPr lang="en-US" sz="18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nombre</a:t>
            </a:r>
            <a:r>
              <a:rPr lang="en-US" sz="1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": "Juan Pérez",</a:t>
            </a:r>
          </a:p>
          <a:p>
            <a:pPr marL="0" indent="0" fontAlgn="base">
              <a:buNone/>
            </a:pPr>
            <a:r>
              <a:rPr lang="en-US" sz="1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     "</a:t>
            </a:r>
            <a:r>
              <a:rPr lang="en-US" sz="18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edad</a:t>
            </a:r>
            <a:r>
              <a:rPr lang="en-US" sz="1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": 45,</a:t>
            </a:r>
          </a:p>
          <a:p>
            <a:pPr marL="0" indent="0" fontAlgn="base">
              <a:buNone/>
            </a:pPr>
            <a:r>
              <a:rPr lang="en-US" sz="1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     "</a:t>
            </a:r>
            <a:r>
              <a:rPr lang="en-US" sz="18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sexo</a:t>
            </a:r>
            <a:r>
              <a:rPr lang="en-US" sz="1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": "M",</a:t>
            </a:r>
          </a:p>
          <a:p>
            <a:pPr marL="0" indent="0" fontAlgn="base">
              <a:buNone/>
            </a:pPr>
            <a:r>
              <a:rPr lang="en-US" sz="1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     "</a:t>
            </a:r>
            <a:r>
              <a:rPr lang="en-US" sz="18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diagnostico</a:t>
            </a:r>
            <a:r>
              <a:rPr lang="en-US" sz="1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": "Diabetes"</a:t>
            </a:r>
          </a:p>
          <a:p>
            <a:pPr marL="0" indent="0" fontAlgn="base">
              <a:buNone/>
            </a:pPr>
            <a:r>
              <a:rPr lang="en-US" sz="1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   },</a:t>
            </a:r>
          </a:p>
          <a:p>
            <a:pPr marL="0" indent="0" fontAlgn="base">
              <a:buNone/>
            </a:pPr>
            <a:r>
              <a:rPr lang="en-US" sz="1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   {</a:t>
            </a:r>
          </a:p>
          <a:p>
            <a:pPr marL="0" indent="0" fontAlgn="base">
              <a:buNone/>
            </a:pPr>
            <a:r>
              <a:rPr lang="en-US" sz="1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     "id": "1002",</a:t>
            </a:r>
          </a:p>
          <a:p>
            <a:pPr marL="0" indent="0" fontAlgn="base">
              <a:buNone/>
            </a:pPr>
            <a:r>
              <a:rPr lang="en-US" sz="1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     "</a:t>
            </a:r>
            <a:r>
              <a:rPr lang="en-US" sz="18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nombre</a:t>
            </a:r>
            <a:r>
              <a:rPr lang="en-US" sz="1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": "María López",</a:t>
            </a:r>
          </a:p>
          <a:p>
            <a:pPr marL="0" indent="0" fontAlgn="base">
              <a:buNone/>
            </a:pPr>
            <a:r>
              <a:rPr lang="en-US" sz="1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     "</a:t>
            </a:r>
            <a:r>
              <a:rPr lang="en-US" sz="18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edad</a:t>
            </a:r>
            <a:r>
              <a:rPr lang="en-US" sz="1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": 32,</a:t>
            </a:r>
          </a:p>
          <a:p>
            <a:pPr marL="0" indent="0" fontAlgn="base">
              <a:buNone/>
            </a:pPr>
            <a:r>
              <a:rPr lang="en-US" sz="1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     "</a:t>
            </a:r>
            <a:r>
              <a:rPr lang="en-US" sz="18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sexo</a:t>
            </a:r>
            <a:r>
              <a:rPr lang="en-US" sz="1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": "F",</a:t>
            </a:r>
          </a:p>
          <a:p>
            <a:pPr marL="0" indent="0" fontAlgn="base">
              <a:buNone/>
            </a:pPr>
            <a:r>
              <a:rPr lang="en-US" sz="1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     "</a:t>
            </a:r>
            <a:r>
              <a:rPr lang="en-US" sz="18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diagnostico</a:t>
            </a:r>
            <a:r>
              <a:rPr lang="en-US" sz="1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": "</a:t>
            </a:r>
            <a:r>
              <a:rPr lang="en-US" sz="18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Hipertensión</a:t>
            </a:r>
            <a:r>
              <a:rPr lang="en-US" sz="1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"</a:t>
            </a:r>
          </a:p>
          <a:p>
            <a:pPr marL="0" indent="0" fontAlgn="base">
              <a:buNone/>
            </a:pPr>
            <a:r>
              <a:rPr lang="en-US" sz="1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   },</a:t>
            </a:r>
          </a:p>
          <a:p>
            <a:pPr marL="0" indent="0" fontAlgn="base">
              <a:buNone/>
            </a:pPr>
            <a:r>
              <a:rPr lang="en-US" sz="1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   {</a:t>
            </a:r>
          </a:p>
          <a:p>
            <a:pPr marL="0" indent="0" fontAlgn="base">
              <a:buNone/>
            </a:pPr>
            <a:r>
              <a:rPr lang="en-US" sz="1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     "id": "1003",</a:t>
            </a:r>
          </a:p>
          <a:p>
            <a:pPr marL="0" indent="0" fontAlgn="base">
              <a:buNone/>
            </a:pPr>
            <a:r>
              <a:rPr lang="en-US" sz="1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     "</a:t>
            </a:r>
            <a:r>
              <a:rPr lang="en-US" sz="18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nombre</a:t>
            </a:r>
            <a:r>
              <a:rPr lang="en-US" sz="1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": "Carlos Ruiz",</a:t>
            </a:r>
          </a:p>
          <a:p>
            <a:pPr marL="0" indent="0" fontAlgn="base">
              <a:buNone/>
            </a:pPr>
            <a:r>
              <a:rPr lang="en-US" sz="1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     "</a:t>
            </a:r>
            <a:r>
              <a:rPr lang="en-US" sz="18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edad</a:t>
            </a:r>
            <a:r>
              <a:rPr lang="en-US" sz="1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": 58,</a:t>
            </a:r>
          </a:p>
          <a:p>
            <a:pPr marL="0" indent="0" fontAlgn="base">
              <a:buNone/>
            </a:pPr>
            <a:r>
              <a:rPr lang="en-US" sz="1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     "</a:t>
            </a:r>
            <a:r>
              <a:rPr lang="en-US" sz="18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sexo</a:t>
            </a:r>
            <a:r>
              <a:rPr lang="en-US" sz="1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": "M",</a:t>
            </a:r>
          </a:p>
          <a:p>
            <a:pPr marL="0" indent="0" fontAlgn="base">
              <a:buNone/>
            </a:pPr>
            <a:r>
              <a:rPr lang="en-US" sz="1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     "</a:t>
            </a:r>
            <a:r>
              <a:rPr lang="en-US" sz="18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diagnostico</a:t>
            </a:r>
            <a:r>
              <a:rPr lang="en-US" sz="1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": "Diabetes"</a:t>
            </a:r>
          </a:p>
          <a:p>
            <a:pPr marL="0" indent="0" fontAlgn="base">
              <a:buNone/>
            </a:pPr>
            <a:r>
              <a:rPr lang="en-US" sz="1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   }</a:t>
            </a:r>
          </a:p>
          <a:p>
            <a:pPr marL="0" indent="0" fontAlgn="base">
              <a:buNone/>
            </a:pPr>
            <a:r>
              <a:rPr lang="en-US" sz="1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 ]</a:t>
            </a:r>
          </a:p>
          <a:p>
            <a:pPr marL="0" indent="0" fontAlgn="base">
              <a:buNone/>
            </a:pPr>
            <a:r>
              <a:rPr lang="en-US" sz="1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}</a:t>
            </a:r>
            <a:endParaRPr lang="es-MX" sz="3200" dirty="0"/>
          </a:p>
        </p:txBody>
      </p:sp>
    </p:spTree>
    <p:extLst>
      <p:ext uri="{BB962C8B-B14F-4D97-AF65-F5344CB8AC3E}">
        <p14:creationId xmlns:p14="http://schemas.microsoft.com/office/powerpoint/2010/main" val="8972610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1">
          <a:extLst>
            <a:ext uri="{FF2B5EF4-FFF2-40B4-BE49-F238E27FC236}">
              <a16:creationId xmlns:a16="http://schemas.microsoft.com/office/drawing/2014/main" id="{7E6F58B9-DE39-CE71-832A-B33AE9933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41">
            <a:extLst>
              <a:ext uri="{FF2B5EF4-FFF2-40B4-BE49-F238E27FC236}">
                <a16:creationId xmlns:a16="http://schemas.microsoft.com/office/drawing/2014/main" id="{FCE21161-873B-E588-E835-E09B1CABD4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1059" y="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b="1" dirty="0">
                <a:solidFill>
                  <a:schemeClr val="accent1">
                    <a:lumMod val="25000"/>
                  </a:schemeClr>
                </a:solidFill>
              </a:rPr>
              <a:t>Estructura jerárquica JSON</a:t>
            </a:r>
            <a:endParaRPr dirty="0">
              <a:solidFill>
                <a:schemeClr val="accent1">
                  <a:lumMod val="25000"/>
                </a:schemeClr>
              </a:solidFill>
            </a:endParaRP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82BA2502-DEA9-7DD4-3DA1-0F239C6068B4}"/>
              </a:ext>
            </a:extLst>
          </p:cNvPr>
          <p:cNvGrpSpPr/>
          <p:nvPr/>
        </p:nvGrpSpPr>
        <p:grpSpPr>
          <a:xfrm>
            <a:off x="2440661" y="488550"/>
            <a:ext cx="3636866" cy="4212759"/>
            <a:chOff x="2440661" y="488550"/>
            <a:chExt cx="2587229" cy="3614589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AC58BAA2-94A5-8FA0-277A-46C80F973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40661" y="488550"/>
              <a:ext cx="2571197" cy="2531741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3C41E0D7-69C9-A636-B2D0-E37AC83DE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56693" y="3029527"/>
              <a:ext cx="2571197" cy="10736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069512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1">
          <a:extLst>
            <a:ext uri="{FF2B5EF4-FFF2-40B4-BE49-F238E27FC236}">
              <a16:creationId xmlns:a16="http://schemas.microsoft.com/office/drawing/2014/main" id="{0ABD3629-490F-1D5C-D5C9-679C36182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CBB3F219-8F1F-F516-11E4-BDEA11D86553}"/>
              </a:ext>
            </a:extLst>
          </p:cNvPr>
          <p:cNvSpPr txBox="1"/>
          <p:nvPr/>
        </p:nvSpPr>
        <p:spPr>
          <a:xfrm>
            <a:off x="888278" y="1275153"/>
            <a:ext cx="618374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MX" sz="2800" b="1" i="0" dirty="0">
                <a:effectLst/>
                <a:latin typeface="DM Sans" pitchFamily="2" charset="0"/>
              </a:rPr>
              <a:t>Objetos {} </a:t>
            </a:r>
            <a:r>
              <a:rPr lang="es-MX" sz="2800" b="0" i="0" dirty="0">
                <a:effectLst/>
                <a:latin typeface="DM Sans" pitchFamily="2" charset="0"/>
              </a:rPr>
              <a:t>→ equivalentes a elementos que contienen otros elementos.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MX" sz="2800" b="1" i="0" dirty="0">
                <a:effectLst/>
                <a:latin typeface="DM Sans" pitchFamily="2" charset="0"/>
              </a:rPr>
              <a:t>Arreglos [] </a:t>
            </a:r>
            <a:r>
              <a:rPr lang="es-MX" sz="2800" b="0" i="0" dirty="0">
                <a:effectLst/>
                <a:latin typeface="DM Sans" pitchFamily="2" charset="0"/>
              </a:rPr>
              <a:t>→ listas de elementos.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MX" sz="2800" b="1" i="0" dirty="0">
                <a:effectLst/>
                <a:latin typeface="DM Sans" pitchFamily="2" charset="0"/>
              </a:rPr>
              <a:t>Valores</a:t>
            </a:r>
            <a:r>
              <a:rPr lang="es-MX" sz="2800" b="0" i="0" dirty="0">
                <a:effectLst/>
                <a:latin typeface="DM Sans" pitchFamily="2" charset="0"/>
              </a:rPr>
              <a:t> → cadenas, números, booleanos, etc.</a:t>
            </a:r>
          </a:p>
        </p:txBody>
      </p:sp>
      <p:sp>
        <p:nvSpPr>
          <p:cNvPr id="6" name="Google Shape;904;p34">
            <a:extLst>
              <a:ext uri="{FF2B5EF4-FFF2-40B4-BE49-F238E27FC236}">
                <a16:creationId xmlns:a16="http://schemas.microsoft.com/office/drawing/2014/main" id="{6B83C599-9F00-915C-9E91-A79E9A6D616C}"/>
              </a:ext>
            </a:extLst>
          </p:cNvPr>
          <p:cNvSpPr txBox="1">
            <a:spLocks/>
          </p:cNvSpPr>
          <p:nvPr/>
        </p:nvSpPr>
        <p:spPr>
          <a:xfrm>
            <a:off x="775418" y="702453"/>
            <a:ext cx="732134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aloo 2 ExtraBold"/>
              <a:buNone/>
              <a:defRPr sz="32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r>
              <a:rPr lang="es-MX" sz="2800" b="1" dirty="0">
                <a:solidFill>
                  <a:schemeClr val="accent1">
                    <a:lumMod val="10000"/>
                  </a:schemeClr>
                </a:solidFill>
              </a:rPr>
              <a:t>Archivos JSON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370319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2">
          <a:extLst>
            <a:ext uri="{FF2B5EF4-FFF2-40B4-BE49-F238E27FC236}">
              <a16:creationId xmlns:a16="http://schemas.microsoft.com/office/drawing/2014/main" id="{9E86FCE7-A290-36B7-F415-F4F9721C9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40">
            <a:extLst>
              <a:ext uri="{FF2B5EF4-FFF2-40B4-BE49-F238E27FC236}">
                <a16:creationId xmlns:a16="http://schemas.microsoft.com/office/drawing/2014/main" id="{DB430087-446B-8DB4-45E2-999B1DD496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Equivalencias XML vs JSON</a:t>
            </a:r>
            <a:endParaRPr dirty="0"/>
          </a:p>
        </p:txBody>
      </p:sp>
      <p:sp>
        <p:nvSpPr>
          <p:cNvPr id="1238" name="Google Shape;1238;p40">
            <a:extLst>
              <a:ext uri="{FF2B5EF4-FFF2-40B4-BE49-F238E27FC236}">
                <a16:creationId xmlns:a16="http://schemas.microsoft.com/office/drawing/2014/main" id="{E92CC873-778B-831B-DF7E-38CBFC21ED5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156261" y="3054987"/>
            <a:ext cx="732211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sz="2000" dirty="0"/>
              <a:t>La </a:t>
            </a:r>
            <a:r>
              <a:rPr lang="en-US" sz="2000" dirty="0" err="1"/>
              <a:t>elección</a:t>
            </a:r>
            <a:r>
              <a:rPr lang="en-US" sz="2000" dirty="0"/>
              <a:t> </a:t>
            </a:r>
            <a:r>
              <a:rPr lang="en-US" sz="2000" dirty="0" err="1"/>
              <a:t>depende</a:t>
            </a:r>
            <a:r>
              <a:rPr lang="en-US" sz="2000" dirty="0"/>
              <a:t> de </a:t>
            </a:r>
            <a:r>
              <a:rPr lang="en-US" sz="2000" dirty="0" err="1"/>
              <a:t>requisitos</a:t>
            </a:r>
            <a:r>
              <a:rPr lang="en-US" sz="2000" dirty="0"/>
              <a:t> de </a:t>
            </a:r>
            <a:r>
              <a:rPr lang="en-US" sz="2000" dirty="0" err="1"/>
              <a:t>negocio</a:t>
            </a:r>
            <a:r>
              <a:rPr lang="en-US" sz="2000" dirty="0"/>
              <a:t> y </a:t>
            </a:r>
            <a:r>
              <a:rPr lang="en-US" sz="2000" dirty="0" err="1"/>
              <a:t>gobernanza</a:t>
            </a:r>
            <a:r>
              <a:rPr lang="en-US" sz="2000" dirty="0"/>
              <a:t> de datos</a:t>
            </a:r>
            <a:endParaRPr lang="es-MX" sz="2000" dirty="0"/>
          </a:p>
        </p:txBody>
      </p:sp>
      <p:sp>
        <p:nvSpPr>
          <p:cNvPr id="1240" name="Google Shape;1240;p40">
            <a:extLst>
              <a:ext uri="{FF2B5EF4-FFF2-40B4-BE49-F238E27FC236}">
                <a16:creationId xmlns:a16="http://schemas.microsoft.com/office/drawing/2014/main" id="{BCB43855-682D-FDC4-B712-365E9CEEC4DB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156261" y="2180898"/>
            <a:ext cx="723636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fontAlgn="base">
              <a:buNone/>
            </a:pPr>
            <a:r>
              <a:rPr lang="en-US" sz="2000" b="1" dirty="0"/>
              <a:t>JSON:</a:t>
            </a:r>
            <a:r>
              <a:rPr lang="en-US" sz="2000" dirty="0"/>
              <a:t> APIs, </a:t>
            </a:r>
            <a:r>
              <a:rPr lang="en-US" sz="2000" dirty="0" err="1"/>
              <a:t>microservicios</a:t>
            </a:r>
            <a:r>
              <a:rPr lang="en-US" sz="2000" dirty="0"/>
              <a:t>, </a:t>
            </a:r>
            <a:r>
              <a:rPr lang="en-US" sz="2000" dirty="0" err="1"/>
              <a:t>menor</a:t>
            </a:r>
            <a:r>
              <a:rPr lang="en-US" sz="2000" dirty="0"/>
              <a:t> </a:t>
            </a:r>
            <a:r>
              <a:rPr lang="en-US" sz="2000" dirty="0" err="1"/>
              <a:t>tamaño</a:t>
            </a:r>
            <a:r>
              <a:rPr lang="en-US" sz="2000" dirty="0"/>
              <a:t> y mayor </a:t>
            </a:r>
            <a:r>
              <a:rPr lang="en-US" sz="2000" dirty="0" err="1"/>
              <a:t>velocidad</a:t>
            </a:r>
            <a:r>
              <a:rPr lang="en-US" sz="2000" dirty="0"/>
              <a:t>.​</a:t>
            </a:r>
          </a:p>
        </p:txBody>
      </p:sp>
      <p:sp>
        <p:nvSpPr>
          <p:cNvPr id="1241" name="Google Shape;1241;p40">
            <a:extLst>
              <a:ext uri="{FF2B5EF4-FFF2-40B4-BE49-F238E27FC236}">
                <a16:creationId xmlns:a16="http://schemas.microsoft.com/office/drawing/2014/main" id="{362354A8-A8C8-C6C4-8521-8263E1F085E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194361" y="1229464"/>
            <a:ext cx="732211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fontAlgn="base">
              <a:buNone/>
            </a:pPr>
            <a:r>
              <a:rPr lang="en-US" sz="2000" b="1" dirty="0"/>
              <a:t>XML:</a:t>
            </a:r>
            <a:r>
              <a:rPr lang="en-US" sz="2000" dirty="0"/>
              <a:t> </a:t>
            </a:r>
            <a:r>
              <a:rPr lang="en-US" sz="2000" dirty="0" err="1"/>
              <a:t>interoperabilidad</a:t>
            </a:r>
            <a:r>
              <a:rPr lang="en-US" sz="2000" dirty="0"/>
              <a:t>, </a:t>
            </a:r>
            <a:r>
              <a:rPr lang="en-US" sz="2000" dirty="0" err="1"/>
              <a:t>documentos</a:t>
            </a:r>
            <a:r>
              <a:rPr lang="en-US" sz="2000" dirty="0"/>
              <a:t> </a:t>
            </a:r>
            <a:r>
              <a:rPr lang="en-US" sz="2000" dirty="0" err="1"/>
              <a:t>complejos</a:t>
            </a:r>
            <a:r>
              <a:rPr lang="en-US" sz="2000" dirty="0"/>
              <a:t>, </a:t>
            </a:r>
            <a:r>
              <a:rPr lang="en-US" sz="2000" dirty="0" err="1"/>
              <a:t>estándares</a:t>
            </a:r>
            <a:r>
              <a:rPr lang="en-US" sz="2000" dirty="0"/>
              <a:t> </a:t>
            </a:r>
            <a:r>
              <a:rPr lang="en-US" sz="2000" dirty="0" err="1"/>
              <a:t>empresariales</a:t>
            </a:r>
            <a:r>
              <a:rPr lang="en-US" sz="2000" dirty="0"/>
              <a:t>.​</a:t>
            </a:r>
          </a:p>
        </p:txBody>
      </p:sp>
      <p:sp>
        <p:nvSpPr>
          <p:cNvPr id="1243" name="Google Shape;1243;p40">
            <a:extLst>
              <a:ext uri="{FF2B5EF4-FFF2-40B4-BE49-F238E27FC236}">
                <a16:creationId xmlns:a16="http://schemas.microsoft.com/office/drawing/2014/main" id="{FF01794C-19C0-EFED-FC39-C5FAE0BB98E2}"/>
              </a:ext>
            </a:extLst>
          </p:cNvPr>
          <p:cNvSpPr/>
          <p:nvPr/>
        </p:nvSpPr>
        <p:spPr>
          <a:xfrm>
            <a:off x="903131" y="1549864"/>
            <a:ext cx="252300" cy="252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4" name="Google Shape;1244;p40">
            <a:extLst>
              <a:ext uri="{FF2B5EF4-FFF2-40B4-BE49-F238E27FC236}">
                <a16:creationId xmlns:a16="http://schemas.microsoft.com/office/drawing/2014/main" id="{E3E0F908-912C-4C96-956C-5252EE059DFF}"/>
              </a:ext>
            </a:extLst>
          </p:cNvPr>
          <p:cNvSpPr/>
          <p:nvPr/>
        </p:nvSpPr>
        <p:spPr>
          <a:xfrm>
            <a:off x="903131" y="3328856"/>
            <a:ext cx="252300" cy="252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5" name="Google Shape;1245;p40">
            <a:extLst>
              <a:ext uri="{FF2B5EF4-FFF2-40B4-BE49-F238E27FC236}">
                <a16:creationId xmlns:a16="http://schemas.microsoft.com/office/drawing/2014/main" id="{470ED595-E489-2550-E42C-7FF035B5AFAC}"/>
              </a:ext>
            </a:extLst>
          </p:cNvPr>
          <p:cNvSpPr/>
          <p:nvPr/>
        </p:nvSpPr>
        <p:spPr>
          <a:xfrm>
            <a:off x="903131" y="2377422"/>
            <a:ext cx="252300" cy="252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01380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2">
          <a:extLst>
            <a:ext uri="{FF2B5EF4-FFF2-40B4-BE49-F238E27FC236}">
              <a16:creationId xmlns:a16="http://schemas.microsoft.com/office/drawing/2014/main" id="{7BAEA451-161D-CA3A-3792-755C4F8BE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44">
            <a:extLst>
              <a:ext uri="{FF2B5EF4-FFF2-40B4-BE49-F238E27FC236}">
                <a16:creationId xmlns:a16="http://schemas.microsoft.com/office/drawing/2014/main" id="{66BB3353-F179-CCD4-467F-D98AC6ECDC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sz="2800" b="1" dirty="0">
                <a:solidFill>
                  <a:schemeClr val="accent1">
                    <a:lumMod val="10000"/>
                  </a:schemeClr>
                </a:solidFill>
              </a:rPr>
              <a:t>1.3. Consultando datos con </a:t>
            </a:r>
            <a:r>
              <a:rPr lang="es-MX" sz="2800" b="1" dirty="0" err="1">
                <a:solidFill>
                  <a:schemeClr val="accent1">
                    <a:lumMod val="10000"/>
                  </a:schemeClr>
                </a:solidFill>
              </a:rPr>
              <a:t>XPath</a:t>
            </a:r>
            <a:r>
              <a:rPr lang="es-MX" sz="2800" b="1" dirty="0">
                <a:solidFill>
                  <a:schemeClr val="accent1">
                    <a:lumMod val="10000"/>
                  </a:schemeClr>
                </a:solidFill>
              </a:rPr>
              <a:t>, </a:t>
            </a:r>
            <a:r>
              <a:rPr lang="es-MX" sz="2800" b="1" dirty="0" err="1">
                <a:solidFill>
                  <a:schemeClr val="accent1">
                    <a:lumMod val="10000"/>
                  </a:schemeClr>
                </a:solidFill>
              </a:rPr>
              <a:t>XQuery</a:t>
            </a:r>
            <a:r>
              <a:rPr lang="es-MX" sz="2800" b="1" dirty="0">
                <a:solidFill>
                  <a:schemeClr val="accent1">
                    <a:lumMod val="10000"/>
                  </a:schemeClr>
                </a:solidFill>
              </a:rPr>
              <a:t> y SQL/XML</a:t>
            </a:r>
            <a:endParaRPr sz="2800" dirty="0">
              <a:solidFill>
                <a:schemeClr val="accent1">
                  <a:lumMod val="10000"/>
                </a:schemeClr>
              </a:solidFill>
            </a:endParaRPr>
          </a:p>
        </p:txBody>
      </p:sp>
      <p:sp>
        <p:nvSpPr>
          <p:cNvPr id="1294" name="Google Shape;1294;p44">
            <a:extLst>
              <a:ext uri="{FF2B5EF4-FFF2-40B4-BE49-F238E27FC236}">
                <a16:creationId xmlns:a16="http://schemas.microsoft.com/office/drawing/2014/main" id="{1B3C1F88-D94E-3388-A95F-0C4F46885FF8}"/>
              </a:ext>
            </a:extLst>
          </p:cNvPr>
          <p:cNvSpPr txBox="1"/>
          <p:nvPr/>
        </p:nvSpPr>
        <p:spPr>
          <a:xfrm>
            <a:off x="713225" y="1333045"/>
            <a:ext cx="7579128" cy="495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¿Qué es XPATH?</a:t>
            </a:r>
          </a:p>
          <a:p>
            <a:pPr fontAlgn="t">
              <a:buNone/>
            </a:pPr>
            <a:r>
              <a:rPr lang="es-MX" sz="1800" dirty="0" err="1">
                <a:latin typeface="DM Sans" pitchFamily="2" charset="0"/>
              </a:rPr>
              <a:t>XPath</a:t>
            </a:r>
            <a:r>
              <a:rPr lang="es-MX" sz="1800" dirty="0">
                <a:latin typeface="DM Sans" pitchFamily="2" charset="0"/>
              </a:rPr>
              <a:t> (XML Path </a:t>
            </a:r>
            <a:r>
              <a:rPr lang="es-MX" sz="1800" dirty="0" err="1">
                <a:latin typeface="DM Sans" pitchFamily="2" charset="0"/>
              </a:rPr>
              <a:t>Language</a:t>
            </a:r>
            <a:r>
              <a:rPr lang="es-MX" sz="1800" dirty="0">
                <a:latin typeface="DM Sans" pitchFamily="2" charset="0"/>
              </a:rPr>
              <a:t>) es un lenguaje de navegación para localizar elementos y atributos dentro de un documento XML.</a:t>
            </a:r>
          </a:p>
          <a:p>
            <a:pPr fontAlgn="t">
              <a:buNone/>
            </a:pPr>
            <a:endParaRPr lang="es-MX" sz="1800" dirty="0">
              <a:latin typeface="DM Sans" pitchFamily="2" charset="0"/>
            </a:endParaRPr>
          </a:p>
          <a:p>
            <a:pPr fontAlgn="t">
              <a:buNone/>
            </a:pPr>
            <a:r>
              <a:rPr lang="es-MX" sz="1800" dirty="0">
                <a:latin typeface="DM Sans" pitchFamily="2" charset="0"/>
              </a:rPr>
              <a:t>Análogo a: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95" name="Google Shape;1295;p44">
            <a:extLst>
              <a:ext uri="{FF2B5EF4-FFF2-40B4-BE49-F238E27FC236}">
                <a16:creationId xmlns:a16="http://schemas.microsoft.com/office/drawing/2014/main" id="{89AFE172-5B04-5831-9B3A-BA09320500DB}"/>
              </a:ext>
            </a:extLst>
          </p:cNvPr>
          <p:cNvSpPr txBox="1"/>
          <p:nvPr/>
        </p:nvSpPr>
        <p:spPr>
          <a:xfrm>
            <a:off x="713225" y="2886636"/>
            <a:ext cx="5208900" cy="27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Lato"/>
              <a:buAutoNum type="arabicPeriod"/>
            </a:pPr>
            <a:r>
              <a:rPr lang="es-MX" sz="20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Rutas de carpetas en Windows</a:t>
            </a:r>
            <a:endParaRPr sz="2000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Lato"/>
              <a:buAutoNum type="arabicPeriod"/>
            </a:pPr>
            <a:r>
              <a:rPr lang="es-MX" sz="20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SELECT en SQL</a:t>
            </a:r>
            <a:endParaRPr sz="2000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5305266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2">
          <a:extLst>
            <a:ext uri="{FF2B5EF4-FFF2-40B4-BE49-F238E27FC236}">
              <a16:creationId xmlns:a16="http://schemas.microsoft.com/office/drawing/2014/main" id="{57F305E9-486D-B9BE-7EDB-F3250867F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44">
            <a:extLst>
              <a:ext uri="{FF2B5EF4-FFF2-40B4-BE49-F238E27FC236}">
                <a16:creationId xmlns:a16="http://schemas.microsoft.com/office/drawing/2014/main" id="{6715A8C3-D474-34C6-EB8F-528E79341E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sz="2800" b="1" dirty="0">
                <a:solidFill>
                  <a:schemeClr val="accent1">
                    <a:lumMod val="10000"/>
                  </a:schemeClr>
                </a:solidFill>
              </a:rPr>
              <a:t>Ejemplo</a:t>
            </a:r>
            <a:endParaRPr sz="2800" dirty="0">
              <a:solidFill>
                <a:schemeClr val="accent1">
                  <a:lumMod val="10000"/>
                </a:schemeClr>
              </a:solidFill>
            </a:endParaRPr>
          </a:p>
        </p:txBody>
      </p:sp>
      <p:sp>
        <p:nvSpPr>
          <p:cNvPr id="3" name="Marcador de contenido 5">
            <a:extLst>
              <a:ext uri="{FF2B5EF4-FFF2-40B4-BE49-F238E27FC236}">
                <a16:creationId xmlns:a16="http://schemas.microsoft.com/office/drawing/2014/main" id="{73ED29E8-CE82-9B0C-5696-FC5D99352F90}"/>
              </a:ext>
            </a:extLst>
          </p:cNvPr>
          <p:cNvSpPr txBox="1">
            <a:spLocks/>
          </p:cNvSpPr>
          <p:nvPr/>
        </p:nvSpPr>
        <p:spPr>
          <a:xfrm>
            <a:off x="839771" y="848607"/>
            <a:ext cx="10515600" cy="34462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MX" sz="2400" dirty="0">
                <a:solidFill>
                  <a:schemeClr val="accent1">
                    <a:lumMod val="25000"/>
                  </a:schemeClr>
                </a:solidFill>
                <a:latin typeface="DM Sans" pitchFamily="2" charset="0"/>
              </a:rPr>
              <a:t>&lt;pacientes&gt;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MX" sz="2400" dirty="0">
                <a:solidFill>
                  <a:schemeClr val="accent1">
                    <a:lumMod val="25000"/>
                  </a:schemeClr>
                </a:solidFill>
                <a:latin typeface="DM Sans" pitchFamily="2" charset="0"/>
              </a:rPr>
              <a:t>          &lt;paciente id="1001"&gt;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MX" sz="2400" dirty="0">
                <a:solidFill>
                  <a:schemeClr val="accent1">
                    <a:lumMod val="25000"/>
                  </a:schemeClr>
                </a:solidFill>
                <a:latin typeface="DM Sans" pitchFamily="2" charset="0"/>
              </a:rPr>
              <a:t>                 &lt;nombre&gt;Juan Pérez&lt;/nombre&gt;</a:t>
            </a:r>
            <a:br>
              <a:rPr lang="es-MX" sz="2400" dirty="0">
                <a:solidFill>
                  <a:schemeClr val="accent1">
                    <a:lumMod val="25000"/>
                  </a:schemeClr>
                </a:solidFill>
                <a:latin typeface="DM Sans" pitchFamily="2" charset="0"/>
              </a:rPr>
            </a:br>
            <a:r>
              <a:rPr lang="es-MX" sz="2400" dirty="0">
                <a:solidFill>
                  <a:schemeClr val="accent1">
                    <a:lumMod val="25000"/>
                  </a:schemeClr>
                </a:solidFill>
                <a:latin typeface="DM Sans" pitchFamily="2" charset="0"/>
              </a:rPr>
              <a:t>                 &lt;edad&gt;45&lt;/edad&gt;</a:t>
            </a:r>
            <a:br>
              <a:rPr lang="es-MX" sz="2400" dirty="0">
                <a:solidFill>
                  <a:schemeClr val="accent1">
                    <a:lumMod val="25000"/>
                  </a:schemeClr>
                </a:solidFill>
                <a:latin typeface="DM Sans" pitchFamily="2" charset="0"/>
              </a:rPr>
            </a:br>
            <a:r>
              <a:rPr lang="es-MX" sz="2400" dirty="0">
                <a:solidFill>
                  <a:schemeClr val="accent1">
                    <a:lumMod val="25000"/>
                  </a:schemeClr>
                </a:solidFill>
                <a:latin typeface="DM Sans" pitchFamily="2" charset="0"/>
              </a:rPr>
              <a:t>                 &lt;sexo&gt;M&lt;/sexo&gt;</a:t>
            </a:r>
            <a:br>
              <a:rPr lang="es-MX" sz="2400" dirty="0">
                <a:solidFill>
                  <a:schemeClr val="accent1">
                    <a:lumMod val="25000"/>
                  </a:schemeClr>
                </a:solidFill>
                <a:latin typeface="DM Sans" pitchFamily="2" charset="0"/>
              </a:rPr>
            </a:br>
            <a:r>
              <a:rPr lang="es-MX" sz="2400" dirty="0">
                <a:solidFill>
                  <a:schemeClr val="accent1">
                    <a:lumMod val="25000"/>
                  </a:schemeClr>
                </a:solidFill>
                <a:latin typeface="DM Sans" pitchFamily="2" charset="0"/>
              </a:rPr>
              <a:t>                 &lt;diagnostico&gt;Diabetes&lt;/diagnostico&gt;</a:t>
            </a:r>
            <a:br>
              <a:rPr lang="es-MX" sz="2400" dirty="0">
                <a:solidFill>
                  <a:schemeClr val="accent1">
                    <a:lumMod val="25000"/>
                  </a:schemeClr>
                </a:solidFill>
                <a:latin typeface="DM Sans" pitchFamily="2" charset="0"/>
              </a:rPr>
            </a:br>
            <a:r>
              <a:rPr lang="es-MX" sz="2400" dirty="0">
                <a:solidFill>
                  <a:schemeClr val="accent1">
                    <a:lumMod val="25000"/>
                  </a:schemeClr>
                </a:solidFill>
                <a:latin typeface="DM Sans" pitchFamily="2" charset="0"/>
              </a:rPr>
              <a:t>           &lt;/paciente&gt;</a:t>
            </a:r>
            <a:br>
              <a:rPr lang="es-MX" sz="2400" dirty="0">
                <a:solidFill>
                  <a:schemeClr val="accent1">
                    <a:lumMod val="25000"/>
                  </a:schemeClr>
                </a:solidFill>
                <a:latin typeface="DM Sans" pitchFamily="2" charset="0"/>
              </a:rPr>
            </a:br>
            <a:r>
              <a:rPr lang="es-MX" sz="2400" dirty="0">
                <a:solidFill>
                  <a:schemeClr val="accent1">
                    <a:lumMod val="25000"/>
                  </a:schemeClr>
                </a:solidFill>
                <a:latin typeface="DM Sans" pitchFamily="2" charset="0"/>
              </a:rPr>
              <a:t>&lt;/pacientes&gt;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332959E-F04E-FBDC-78DC-EA8B088A4E8E}"/>
              </a:ext>
            </a:extLst>
          </p:cNvPr>
          <p:cNvSpPr txBox="1"/>
          <p:nvPr/>
        </p:nvSpPr>
        <p:spPr>
          <a:xfrm>
            <a:off x="874905" y="4137548"/>
            <a:ext cx="73941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s-MX" sz="2400" b="1" i="0" dirty="0">
                <a:effectLst/>
                <a:latin typeface="DM Sans" pitchFamily="2" charset="0"/>
              </a:rPr>
              <a:t>XPATH = </a:t>
            </a:r>
            <a:r>
              <a:rPr lang="es-MX" sz="2400" b="0" i="0" dirty="0">
                <a:effectLst/>
                <a:latin typeface="DM Sans" pitchFamily="2" charset="0"/>
              </a:rPr>
              <a:t>/pacientes/paciente/nombre</a:t>
            </a:r>
          </a:p>
        </p:txBody>
      </p:sp>
    </p:spTree>
    <p:extLst>
      <p:ext uri="{BB962C8B-B14F-4D97-AF65-F5344CB8AC3E}">
        <p14:creationId xmlns:p14="http://schemas.microsoft.com/office/powerpoint/2010/main" val="11510033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2">
          <a:extLst>
            <a:ext uri="{FF2B5EF4-FFF2-40B4-BE49-F238E27FC236}">
              <a16:creationId xmlns:a16="http://schemas.microsoft.com/office/drawing/2014/main" id="{BC88D02D-CCE6-65BE-442B-D0A23C295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44">
            <a:extLst>
              <a:ext uri="{FF2B5EF4-FFF2-40B4-BE49-F238E27FC236}">
                <a16:creationId xmlns:a16="http://schemas.microsoft.com/office/drawing/2014/main" id="{6097DC95-EC84-E387-E1FD-16FBFC0AA6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sz="2800" b="1" dirty="0">
                <a:solidFill>
                  <a:schemeClr val="accent1">
                    <a:lumMod val="10000"/>
                  </a:schemeClr>
                </a:solidFill>
              </a:rPr>
              <a:t>Práctica 1</a:t>
            </a:r>
            <a:endParaRPr sz="2800" dirty="0">
              <a:solidFill>
                <a:schemeClr val="accent1">
                  <a:lumMod val="10000"/>
                </a:schemeClr>
              </a:solidFill>
            </a:endParaRPr>
          </a:p>
        </p:txBody>
      </p:sp>
      <p:sp>
        <p:nvSpPr>
          <p:cNvPr id="3" name="Marcador de contenido 5">
            <a:extLst>
              <a:ext uri="{FF2B5EF4-FFF2-40B4-BE49-F238E27FC236}">
                <a16:creationId xmlns:a16="http://schemas.microsoft.com/office/drawing/2014/main" id="{2CCC12F4-7F07-1328-7AA4-D38544446B3D}"/>
              </a:ext>
            </a:extLst>
          </p:cNvPr>
          <p:cNvSpPr txBox="1">
            <a:spLocks/>
          </p:cNvSpPr>
          <p:nvPr/>
        </p:nvSpPr>
        <p:spPr>
          <a:xfrm>
            <a:off x="874905" y="1152927"/>
            <a:ext cx="7555820" cy="34462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>
              <a:lnSpc>
                <a:spcPct val="100000"/>
              </a:lnSpc>
              <a:buNone/>
            </a:pPr>
            <a:r>
              <a:rPr lang="es-MX" sz="2000" b="1" dirty="0">
                <a:latin typeface="DM Sans" pitchFamily="2" charset="0"/>
              </a:rPr>
              <a:t>Paso 1. Instalación de bibliotecas</a:t>
            </a:r>
          </a:p>
          <a:p>
            <a:pPr fontAlgn="t">
              <a:lnSpc>
                <a:spcPct val="100000"/>
              </a:lnSpc>
              <a:buNone/>
            </a:pPr>
            <a:r>
              <a:rPr lang="es-MX" sz="2000" dirty="0">
                <a:latin typeface="DM Sans" pitchFamily="2" charset="0"/>
              </a:rPr>
              <a:t>Antes de comenzar, es necesario instalar las bibliotecas requeridas:</a:t>
            </a:r>
          </a:p>
          <a:p>
            <a:pPr marL="342900" lvl="0" indent="-342900" fontAlgn="t">
              <a:lnSpc>
                <a:spcPct val="100000"/>
              </a:lnSpc>
            </a:pPr>
            <a:r>
              <a:rPr lang="es-MX" sz="2000" b="1" dirty="0" err="1">
                <a:latin typeface="DM Sans" pitchFamily="2" charset="0"/>
              </a:rPr>
              <a:t>lxml</a:t>
            </a:r>
            <a:r>
              <a:rPr lang="es-MX" sz="2000" dirty="0">
                <a:latin typeface="DM Sans" pitchFamily="2" charset="0"/>
              </a:rPr>
              <a:t>: Permite leer y consultar documentos XML mediante </a:t>
            </a:r>
            <a:r>
              <a:rPr lang="es-MX" sz="2000" dirty="0" err="1">
                <a:latin typeface="DM Sans" pitchFamily="2" charset="0"/>
              </a:rPr>
              <a:t>XPath</a:t>
            </a:r>
            <a:r>
              <a:rPr lang="es-MX" sz="2000" dirty="0">
                <a:latin typeface="DM Sans" pitchFamily="2" charset="0"/>
              </a:rPr>
              <a:t>.</a:t>
            </a:r>
          </a:p>
          <a:p>
            <a:pPr marL="342900" lvl="0" indent="-342900" fontAlgn="t">
              <a:lnSpc>
                <a:spcPct val="100000"/>
              </a:lnSpc>
            </a:pPr>
            <a:r>
              <a:rPr lang="es-MX" sz="2000" b="1" dirty="0">
                <a:latin typeface="DM Sans" pitchFamily="2" charset="0"/>
              </a:rPr>
              <a:t>pandas</a:t>
            </a:r>
            <a:r>
              <a:rPr lang="es-MX" sz="2000" dirty="0">
                <a:latin typeface="DM Sans" pitchFamily="2" charset="0"/>
              </a:rPr>
              <a:t>: Facilita la manipulación y análisis de datos.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D67C22F-F256-B296-BDB7-C5D164FCE2CE}"/>
              </a:ext>
            </a:extLst>
          </p:cNvPr>
          <p:cNvSpPr txBox="1">
            <a:spLocks/>
          </p:cNvSpPr>
          <p:nvPr/>
        </p:nvSpPr>
        <p:spPr>
          <a:xfrm>
            <a:off x="874905" y="3849879"/>
            <a:ext cx="4352747" cy="848596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MX" sz="2400" dirty="0">
                <a:hlinkClick r:id="rId3" action="ppaction://hlinkpres?slideindex=1&amp;slidetitle="/>
              </a:rPr>
              <a:t>pacientes.xml</a:t>
            </a:r>
            <a:endParaRPr lang="es-MX" sz="2400" dirty="0"/>
          </a:p>
        </p:txBody>
      </p:sp>
    </p:spTree>
    <p:extLst>
      <p:ext uri="{BB962C8B-B14F-4D97-AF65-F5344CB8AC3E}">
        <p14:creationId xmlns:p14="http://schemas.microsoft.com/office/powerpoint/2010/main" val="36542410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9">
          <a:extLst>
            <a:ext uri="{FF2B5EF4-FFF2-40B4-BE49-F238E27FC236}">
              <a16:creationId xmlns:a16="http://schemas.microsoft.com/office/drawing/2014/main" id="{444E5AF2-E4EC-C7A5-39C2-7FE945F70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p43">
            <a:extLst>
              <a:ext uri="{FF2B5EF4-FFF2-40B4-BE49-F238E27FC236}">
                <a16:creationId xmlns:a16="http://schemas.microsoft.com/office/drawing/2014/main" id="{EEDC943C-49A0-380A-2130-55818C02EF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Siguiente Sección</a:t>
            </a:r>
            <a:endParaRPr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684C468-2964-4EF9-482A-3030D676F4DB}"/>
              </a:ext>
            </a:extLst>
          </p:cNvPr>
          <p:cNvSpPr txBox="1"/>
          <p:nvPr/>
        </p:nvSpPr>
        <p:spPr>
          <a:xfrm>
            <a:off x="925744" y="1159045"/>
            <a:ext cx="800863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fontAlgn="t">
              <a:lnSpc>
                <a:spcPct val="100000"/>
              </a:lnSpc>
              <a:buAutoNum type="arabicPeriod"/>
            </a:pPr>
            <a:r>
              <a:rPr lang="es-MX" sz="1600" dirty="0">
                <a:latin typeface="DM Sans" pitchFamily="2" charset="0"/>
              </a:rPr>
              <a:t>Bases de Datos </a:t>
            </a:r>
            <a:r>
              <a:rPr lang="es-MX" sz="1600" dirty="0" err="1">
                <a:latin typeface="DM Sans" pitchFamily="2" charset="0"/>
              </a:rPr>
              <a:t>Semi-estructuradas</a:t>
            </a:r>
            <a:r>
              <a:rPr lang="es-MX" sz="1600" dirty="0">
                <a:latin typeface="DM Sans" pitchFamily="2" charset="0"/>
              </a:rPr>
              <a:t> (XML).  (Continuación)</a:t>
            </a:r>
          </a:p>
          <a:p>
            <a:pPr fontAlgn="t">
              <a:lnSpc>
                <a:spcPct val="100000"/>
              </a:lnSpc>
            </a:pPr>
            <a:r>
              <a:rPr lang="es-MX" sz="1600" dirty="0">
                <a:latin typeface="DM Sans" pitchFamily="2" charset="0"/>
              </a:rPr>
              <a:t>       1.4 Motores de consulta XML. </a:t>
            </a:r>
          </a:p>
          <a:p>
            <a:pPr fontAlgn="t">
              <a:lnSpc>
                <a:spcPct val="100000"/>
              </a:lnSpc>
            </a:pPr>
            <a:endParaRPr lang="es-MX" sz="1600" b="0" i="0" dirty="0">
              <a:effectLst/>
              <a:latin typeface="DM Sans" pitchFamily="2" charset="0"/>
            </a:endParaRPr>
          </a:p>
          <a:p>
            <a:pPr fontAlgn="t">
              <a:lnSpc>
                <a:spcPct val="100000"/>
              </a:lnSpc>
            </a:pPr>
            <a:r>
              <a:rPr lang="es-MX" sz="1600" dirty="0">
                <a:latin typeface="DM Sans" pitchFamily="2" charset="0"/>
              </a:rPr>
              <a:t>2.    Cómputo en la nube </a:t>
            </a:r>
          </a:p>
          <a:p>
            <a:pPr fontAlgn="t">
              <a:lnSpc>
                <a:spcPct val="100000"/>
              </a:lnSpc>
            </a:pPr>
            <a:r>
              <a:rPr lang="es-MX" sz="1600" dirty="0">
                <a:latin typeface="DM Sans" pitchFamily="2" charset="0"/>
              </a:rPr>
              <a:t>       2.1 Introducción al cómputo en la nube</a:t>
            </a:r>
          </a:p>
          <a:p>
            <a:pPr fontAlgn="t">
              <a:lnSpc>
                <a:spcPct val="100000"/>
              </a:lnSpc>
            </a:pPr>
            <a:r>
              <a:rPr lang="es-MX" sz="1600" dirty="0">
                <a:latin typeface="DM Sans" pitchFamily="2" charset="0"/>
              </a:rPr>
              <a:t>               2.1.1 Características </a:t>
            </a:r>
          </a:p>
          <a:p>
            <a:pPr fontAlgn="t">
              <a:lnSpc>
                <a:spcPct val="100000"/>
              </a:lnSpc>
            </a:pPr>
            <a:r>
              <a:rPr lang="es-MX" sz="1600" dirty="0">
                <a:latin typeface="DM Sans" pitchFamily="2" charset="0"/>
              </a:rPr>
              <a:t>               2.1.2 Riesgos y beneficios </a:t>
            </a:r>
          </a:p>
          <a:p>
            <a:pPr fontAlgn="t">
              <a:lnSpc>
                <a:spcPct val="100000"/>
              </a:lnSpc>
            </a:pPr>
            <a:r>
              <a:rPr lang="es-MX" sz="1600" dirty="0">
                <a:latin typeface="DM Sans" pitchFamily="2" charset="0"/>
              </a:rPr>
              <a:t>               2.1.3 Cómputo en la nube en México y el mundo</a:t>
            </a:r>
          </a:p>
          <a:p>
            <a:pPr fontAlgn="t">
              <a:lnSpc>
                <a:spcPct val="100000"/>
              </a:lnSpc>
            </a:pPr>
            <a:endParaRPr lang="es-MX" sz="1600" dirty="0">
              <a:latin typeface="DM Sans" pitchFamily="2" charset="0"/>
            </a:endParaRPr>
          </a:p>
          <a:p>
            <a:pPr fontAlgn="t">
              <a:lnSpc>
                <a:spcPct val="100000"/>
              </a:lnSpc>
            </a:pPr>
            <a:r>
              <a:rPr lang="es-MX" sz="1600" dirty="0">
                <a:latin typeface="DM Sans" pitchFamily="2" charset="0"/>
              </a:rPr>
              <a:t>        2.2 Tipos de nube </a:t>
            </a:r>
          </a:p>
          <a:p>
            <a:pPr fontAlgn="t">
              <a:lnSpc>
                <a:spcPct val="100000"/>
              </a:lnSpc>
            </a:pPr>
            <a:r>
              <a:rPr lang="es-MX" sz="1600" dirty="0">
                <a:latin typeface="DM Sans" pitchFamily="2" charset="0"/>
              </a:rPr>
              <a:t>                2.2.1 Pública </a:t>
            </a:r>
          </a:p>
          <a:p>
            <a:pPr fontAlgn="t">
              <a:lnSpc>
                <a:spcPct val="100000"/>
              </a:lnSpc>
            </a:pPr>
            <a:r>
              <a:rPr lang="es-MX" sz="1600" dirty="0">
                <a:latin typeface="DM Sans" pitchFamily="2" charset="0"/>
              </a:rPr>
              <a:t>                2.2.2 Comunitaria </a:t>
            </a:r>
          </a:p>
          <a:p>
            <a:pPr fontAlgn="t">
              <a:lnSpc>
                <a:spcPct val="100000"/>
              </a:lnSpc>
            </a:pPr>
            <a:r>
              <a:rPr lang="es-MX" sz="1600" dirty="0">
                <a:latin typeface="DM Sans" pitchFamily="2" charset="0"/>
              </a:rPr>
              <a:t>                2.2.3 Privada </a:t>
            </a:r>
          </a:p>
          <a:p>
            <a:pPr fontAlgn="t">
              <a:lnSpc>
                <a:spcPct val="100000"/>
              </a:lnSpc>
            </a:pPr>
            <a:r>
              <a:rPr lang="es-MX" sz="1600" dirty="0">
                <a:latin typeface="DM Sans" pitchFamily="2" charset="0"/>
              </a:rPr>
              <a:t>                2.2.4 Hibrida</a:t>
            </a:r>
            <a:endParaRPr lang="es-MX" sz="1600" b="0" i="0" dirty="0">
              <a:effectLst/>
              <a:latin typeface="DM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77303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9">
          <a:extLst>
            <a:ext uri="{FF2B5EF4-FFF2-40B4-BE49-F238E27FC236}">
              <a16:creationId xmlns:a16="http://schemas.microsoft.com/office/drawing/2014/main" id="{3C018A7F-86CA-CC11-C21F-7308954B9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oogle Shape;1354;p46">
            <a:extLst>
              <a:ext uri="{FF2B5EF4-FFF2-40B4-BE49-F238E27FC236}">
                <a16:creationId xmlns:a16="http://schemas.microsoft.com/office/drawing/2014/main" id="{B6F7E859-1F5D-C24C-B98A-C0B3EB91F809}"/>
              </a:ext>
            </a:extLst>
          </p:cNvPr>
          <p:cNvGrpSpPr/>
          <p:nvPr/>
        </p:nvGrpSpPr>
        <p:grpSpPr>
          <a:xfrm>
            <a:off x="4984885" y="952956"/>
            <a:ext cx="3460669" cy="3679360"/>
            <a:chOff x="4977785" y="924631"/>
            <a:chExt cx="3460669" cy="3679360"/>
          </a:xfrm>
        </p:grpSpPr>
        <p:grpSp>
          <p:nvGrpSpPr>
            <p:cNvPr id="6" name="Google Shape;1355;p46">
              <a:extLst>
                <a:ext uri="{FF2B5EF4-FFF2-40B4-BE49-F238E27FC236}">
                  <a16:creationId xmlns:a16="http://schemas.microsoft.com/office/drawing/2014/main" id="{4148C724-38E2-A26F-23FE-1A2EA35D2E0D}"/>
                </a:ext>
              </a:extLst>
            </p:cNvPr>
            <p:cNvGrpSpPr/>
            <p:nvPr/>
          </p:nvGrpSpPr>
          <p:grpSpPr>
            <a:xfrm>
              <a:off x="5409492" y="1599100"/>
              <a:ext cx="1988668" cy="1400059"/>
              <a:chOff x="3622711" y="1331469"/>
              <a:chExt cx="959226" cy="675313"/>
            </a:xfrm>
          </p:grpSpPr>
          <p:sp>
            <p:nvSpPr>
              <p:cNvPr id="1216" name="Google Shape;1356;p46">
                <a:extLst>
                  <a:ext uri="{FF2B5EF4-FFF2-40B4-BE49-F238E27FC236}">
                    <a16:creationId xmlns:a16="http://schemas.microsoft.com/office/drawing/2014/main" id="{0462B8C8-25FA-AD3F-0540-BE2161A461C8}"/>
                  </a:ext>
                </a:extLst>
              </p:cNvPr>
              <p:cNvSpPr/>
              <p:nvPr/>
            </p:nvSpPr>
            <p:spPr>
              <a:xfrm>
                <a:off x="3622711" y="1331469"/>
                <a:ext cx="959226" cy="675313"/>
              </a:xfrm>
              <a:custGeom>
                <a:avLst/>
                <a:gdLst/>
                <a:ahLst/>
                <a:cxnLst/>
                <a:rect l="l" t="t" r="r" b="b"/>
                <a:pathLst>
                  <a:path w="517" h="365" extrusionOk="0">
                    <a:moveTo>
                      <a:pt x="503" y="365"/>
                    </a:moveTo>
                    <a:cubicBezTo>
                      <a:pt x="14" y="365"/>
                      <a:pt x="14" y="365"/>
                      <a:pt x="14" y="365"/>
                    </a:cubicBezTo>
                    <a:cubicBezTo>
                      <a:pt x="6" y="365"/>
                      <a:pt x="0" y="359"/>
                      <a:pt x="0" y="35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503" y="0"/>
                      <a:pt x="503" y="0"/>
                      <a:pt x="503" y="0"/>
                    </a:cubicBezTo>
                    <a:cubicBezTo>
                      <a:pt x="511" y="0"/>
                      <a:pt x="517" y="6"/>
                      <a:pt x="517" y="14"/>
                    </a:cubicBezTo>
                    <a:cubicBezTo>
                      <a:pt x="517" y="351"/>
                      <a:pt x="517" y="351"/>
                      <a:pt x="517" y="351"/>
                    </a:cubicBezTo>
                    <a:cubicBezTo>
                      <a:pt x="517" y="359"/>
                      <a:pt x="511" y="365"/>
                      <a:pt x="503" y="36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7" name="Google Shape;1357;p46">
                <a:extLst>
                  <a:ext uri="{FF2B5EF4-FFF2-40B4-BE49-F238E27FC236}">
                    <a16:creationId xmlns:a16="http://schemas.microsoft.com/office/drawing/2014/main" id="{83EEE7E0-056C-7608-2D91-27CC78FCB192}"/>
                  </a:ext>
                </a:extLst>
              </p:cNvPr>
              <p:cNvSpPr/>
              <p:nvPr/>
            </p:nvSpPr>
            <p:spPr>
              <a:xfrm>
                <a:off x="3728165" y="1367972"/>
                <a:ext cx="750345" cy="332586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64" extrusionOk="0">
                    <a:moveTo>
                      <a:pt x="1" y="164"/>
                    </a:moveTo>
                    <a:lnTo>
                      <a:pt x="125" y="82"/>
                    </a:lnTo>
                    <a:lnTo>
                      <a:pt x="184" y="125"/>
                    </a:lnTo>
                    <a:lnTo>
                      <a:pt x="247" y="47"/>
                    </a:lnTo>
                    <a:lnTo>
                      <a:pt x="308" y="86"/>
                    </a:lnTo>
                    <a:lnTo>
                      <a:pt x="370" y="2"/>
                    </a:lnTo>
                    <a:lnTo>
                      <a:pt x="368" y="0"/>
                    </a:lnTo>
                    <a:lnTo>
                      <a:pt x="308" y="84"/>
                    </a:lnTo>
                    <a:lnTo>
                      <a:pt x="246" y="45"/>
                    </a:lnTo>
                    <a:lnTo>
                      <a:pt x="183" y="123"/>
                    </a:lnTo>
                    <a:lnTo>
                      <a:pt x="125" y="80"/>
                    </a:lnTo>
                    <a:lnTo>
                      <a:pt x="0" y="162"/>
                    </a:lnTo>
                    <a:lnTo>
                      <a:pt x="1" y="164"/>
                    </a:lnTo>
                    <a:lnTo>
                      <a:pt x="1" y="164"/>
                    </a:lnTo>
                    <a:close/>
                  </a:path>
                </a:pathLst>
              </a:custGeom>
              <a:solidFill>
                <a:srgbClr val="41578B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8" name="Google Shape;1358;p46">
                <a:extLst>
                  <a:ext uri="{FF2B5EF4-FFF2-40B4-BE49-F238E27FC236}">
                    <a16:creationId xmlns:a16="http://schemas.microsoft.com/office/drawing/2014/main" id="{DAA0FD89-0AE7-8F03-3140-86925967CD09}"/>
                  </a:ext>
                </a:extLst>
              </p:cNvPr>
              <p:cNvSpPr/>
              <p:nvPr/>
            </p:nvSpPr>
            <p:spPr>
              <a:xfrm>
                <a:off x="3963408" y="1513985"/>
                <a:ext cx="363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9" name="Google Shape;1359;p46">
                <a:extLst>
                  <a:ext uri="{FF2B5EF4-FFF2-40B4-BE49-F238E27FC236}">
                    <a16:creationId xmlns:a16="http://schemas.microsoft.com/office/drawing/2014/main" id="{86DFD6AB-C92D-D786-2AE3-32FD68512759}"/>
                  </a:ext>
                </a:extLst>
              </p:cNvPr>
              <p:cNvSpPr/>
              <p:nvPr/>
            </p:nvSpPr>
            <p:spPr>
              <a:xfrm>
                <a:off x="4083059" y="1597131"/>
                <a:ext cx="36300" cy="387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0" name="Google Shape;1360;p46">
                <a:extLst>
                  <a:ext uri="{FF2B5EF4-FFF2-40B4-BE49-F238E27FC236}">
                    <a16:creationId xmlns:a16="http://schemas.microsoft.com/office/drawing/2014/main" id="{E78FB32E-88B8-F4BB-2801-3F2416C606B8}"/>
                  </a:ext>
                </a:extLst>
              </p:cNvPr>
              <p:cNvSpPr/>
              <p:nvPr/>
            </p:nvSpPr>
            <p:spPr>
              <a:xfrm>
                <a:off x="4208792" y="1445035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1" name="Google Shape;1361;p46">
                <a:extLst>
                  <a:ext uri="{FF2B5EF4-FFF2-40B4-BE49-F238E27FC236}">
                    <a16:creationId xmlns:a16="http://schemas.microsoft.com/office/drawing/2014/main" id="{61E2F593-CBAC-D375-B666-04DC4EBA3BE1}"/>
                  </a:ext>
                </a:extLst>
              </p:cNvPr>
              <p:cNvSpPr/>
              <p:nvPr/>
            </p:nvSpPr>
            <p:spPr>
              <a:xfrm>
                <a:off x="4332497" y="1516013"/>
                <a:ext cx="387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2" name="Google Shape;1362;p46">
                <a:extLst>
                  <a:ext uri="{FF2B5EF4-FFF2-40B4-BE49-F238E27FC236}">
                    <a16:creationId xmlns:a16="http://schemas.microsoft.com/office/drawing/2014/main" id="{7508BEDC-10F7-81F4-303C-22C6806F1BA0}"/>
                  </a:ext>
                </a:extLst>
              </p:cNvPr>
              <p:cNvSpPr/>
              <p:nvPr/>
            </p:nvSpPr>
            <p:spPr>
              <a:xfrm>
                <a:off x="4458231" y="1351748"/>
                <a:ext cx="36300" cy="363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3" name="Google Shape;1363;p46">
                <a:extLst>
                  <a:ext uri="{FF2B5EF4-FFF2-40B4-BE49-F238E27FC236}">
                    <a16:creationId xmlns:a16="http://schemas.microsoft.com/office/drawing/2014/main" id="{AD7142DB-8A50-8549-C071-69779F033E0F}"/>
                  </a:ext>
                </a:extLst>
              </p:cNvPr>
              <p:cNvSpPr/>
              <p:nvPr/>
            </p:nvSpPr>
            <p:spPr>
              <a:xfrm>
                <a:off x="3709914" y="1678250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4" name="Google Shape;1364;p46">
                <a:extLst>
                  <a:ext uri="{FF2B5EF4-FFF2-40B4-BE49-F238E27FC236}">
                    <a16:creationId xmlns:a16="http://schemas.microsoft.com/office/drawing/2014/main" id="{48EEE8B3-91B5-7CA0-EAC4-A1DEF97491DF}"/>
                  </a:ext>
                </a:extLst>
              </p:cNvPr>
              <p:cNvSpPr/>
              <p:nvPr/>
            </p:nvSpPr>
            <p:spPr>
              <a:xfrm>
                <a:off x="3701802" y="1765453"/>
                <a:ext cx="66923" cy="152098"/>
              </a:xfrm>
              <a:custGeom>
                <a:avLst/>
                <a:gdLst/>
                <a:ahLst/>
                <a:cxnLst/>
                <a:rect l="l" t="t" r="r" b="b"/>
                <a:pathLst>
                  <a:path w="36" h="83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73"/>
                      <a:pt x="8" y="83"/>
                      <a:pt x="18" y="83"/>
                    </a:cubicBezTo>
                    <a:cubicBezTo>
                      <a:pt x="28" y="83"/>
                      <a:pt x="36" y="73"/>
                      <a:pt x="36" y="60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5" name="Google Shape;1365;p46">
                <a:extLst>
                  <a:ext uri="{FF2B5EF4-FFF2-40B4-BE49-F238E27FC236}">
                    <a16:creationId xmlns:a16="http://schemas.microsoft.com/office/drawing/2014/main" id="{8B356F4F-A6E2-8782-8272-53F53283CE86}"/>
                  </a:ext>
                </a:extLst>
              </p:cNvPr>
              <p:cNvSpPr/>
              <p:nvPr/>
            </p:nvSpPr>
            <p:spPr>
              <a:xfrm>
                <a:off x="3825507" y="1694474"/>
                <a:ext cx="66923" cy="223076"/>
              </a:xfrm>
              <a:custGeom>
                <a:avLst/>
                <a:gdLst/>
                <a:ahLst/>
                <a:cxnLst/>
                <a:rect l="l" t="t" r="r" b="b"/>
                <a:pathLst>
                  <a:path w="36" h="121" extrusionOk="0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111"/>
                      <a:pt x="8" y="121"/>
                      <a:pt x="18" y="121"/>
                    </a:cubicBezTo>
                    <a:cubicBezTo>
                      <a:pt x="28" y="121"/>
                      <a:pt x="36" y="111"/>
                      <a:pt x="36" y="98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6" name="Google Shape;1366;p46">
                <a:extLst>
                  <a:ext uri="{FF2B5EF4-FFF2-40B4-BE49-F238E27FC236}">
                    <a16:creationId xmlns:a16="http://schemas.microsoft.com/office/drawing/2014/main" id="{61A27AEB-6F15-3C76-8026-F16234D4BD24}"/>
                  </a:ext>
                </a:extLst>
              </p:cNvPr>
              <p:cNvSpPr/>
              <p:nvPr/>
            </p:nvSpPr>
            <p:spPr>
              <a:xfrm>
                <a:off x="3947185" y="1621467"/>
                <a:ext cx="66923" cy="296083"/>
              </a:xfrm>
              <a:custGeom>
                <a:avLst/>
                <a:gdLst/>
                <a:ahLst/>
                <a:cxnLst/>
                <a:rect l="l" t="t" r="r" b="b"/>
                <a:pathLst>
                  <a:path w="36" h="160" extrusionOk="0">
                    <a:moveTo>
                      <a:pt x="36" y="23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3"/>
                    </a:cubicBezTo>
                    <a:cubicBezTo>
                      <a:pt x="0" y="137"/>
                      <a:pt x="0" y="137"/>
                      <a:pt x="0" y="137"/>
                    </a:cubicBezTo>
                    <a:cubicBezTo>
                      <a:pt x="0" y="150"/>
                      <a:pt x="8" y="160"/>
                      <a:pt x="18" y="160"/>
                    </a:cubicBezTo>
                    <a:cubicBezTo>
                      <a:pt x="28" y="160"/>
                      <a:pt x="36" y="150"/>
                      <a:pt x="36" y="137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7" name="Google Shape;1367;p46">
                <a:extLst>
                  <a:ext uri="{FF2B5EF4-FFF2-40B4-BE49-F238E27FC236}">
                    <a16:creationId xmlns:a16="http://schemas.microsoft.com/office/drawing/2014/main" id="{C83B03D7-71DB-1F74-6812-E0A765D4F752}"/>
                  </a:ext>
                </a:extLst>
              </p:cNvPr>
              <p:cNvSpPr/>
              <p:nvPr/>
            </p:nvSpPr>
            <p:spPr>
              <a:xfrm>
                <a:off x="4072918" y="1678250"/>
                <a:ext cx="64895" cy="239300"/>
              </a:xfrm>
              <a:custGeom>
                <a:avLst/>
                <a:gdLst/>
                <a:ahLst/>
                <a:cxnLst/>
                <a:rect l="l" t="t" r="r" b="b"/>
                <a:pathLst>
                  <a:path w="36" h="129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0" y="119"/>
                      <a:pt x="8" y="129"/>
                      <a:pt x="18" y="129"/>
                    </a:cubicBezTo>
                    <a:cubicBezTo>
                      <a:pt x="28" y="129"/>
                      <a:pt x="36" y="119"/>
                      <a:pt x="36" y="106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8" name="Google Shape;1368;p46">
                <a:extLst>
                  <a:ext uri="{FF2B5EF4-FFF2-40B4-BE49-F238E27FC236}">
                    <a16:creationId xmlns:a16="http://schemas.microsoft.com/office/drawing/2014/main" id="{5171E0D0-6A15-E06B-63E7-C5D4D14FED36}"/>
                  </a:ext>
                </a:extLst>
              </p:cNvPr>
              <p:cNvSpPr/>
              <p:nvPr/>
            </p:nvSpPr>
            <p:spPr>
              <a:xfrm>
                <a:off x="4196624" y="1548460"/>
                <a:ext cx="66923" cy="369089"/>
              </a:xfrm>
              <a:custGeom>
                <a:avLst/>
                <a:gdLst/>
                <a:ahLst/>
                <a:cxnLst/>
                <a:rect l="l" t="t" r="r" b="b"/>
                <a:pathLst>
                  <a:path w="36" h="199" extrusionOk="0">
                    <a:moveTo>
                      <a:pt x="36" y="24"/>
                    </a:moveTo>
                    <a:cubicBezTo>
                      <a:pt x="36" y="11"/>
                      <a:pt x="27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76"/>
                      <a:pt x="0" y="176"/>
                      <a:pt x="0" y="176"/>
                    </a:cubicBezTo>
                    <a:cubicBezTo>
                      <a:pt x="0" y="189"/>
                      <a:pt x="8" y="199"/>
                      <a:pt x="18" y="199"/>
                    </a:cubicBezTo>
                    <a:cubicBezTo>
                      <a:pt x="27" y="199"/>
                      <a:pt x="36" y="189"/>
                      <a:pt x="36" y="176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9" name="Google Shape;1369;p46">
                <a:extLst>
                  <a:ext uri="{FF2B5EF4-FFF2-40B4-BE49-F238E27FC236}">
                    <a16:creationId xmlns:a16="http://schemas.microsoft.com/office/drawing/2014/main" id="{C2B575A3-075F-5614-D49D-8FDBD8C10448}"/>
                  </a:ext>
                </a:extLst>
              </p:cNvPr>
              <p:cNvSpPr/>
              <p:nvPr/>
            </p:nvSpPr>
            <p:spPr>
              <a:xfrm>
                <a:off x="4318302" y="1609299"/>
                <a:ext cx="66923" cy="308250"/>
              </a:xfrm>
              <a:custGeom>
                <a:avLst/>
                <a:gdLst/>
                <a:ahLst/>
                <a:cxnLst/>
                <a:rect l="l" t="t" r="r" b="b"/>
                <a:pathLst>
                  <a:path w="36" h="167" extrusionOk="0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44"/>
                      <a:pt x="0" y="144"/>
                      <a:pt x="0" y="144"/>
                    </a:cubicBezTo>
                    <a:cubicBezTo>
                      <a:pt x="0" y="157"/>
                      <a:pt x="8" y="167"/>
                      <a:pt x="18" y="167"/>
                    </a:cubicBezTo>
                    <a:cubicBezTo>
                      <a:pt x="28" y="167"/>
                      <a:pt x="36" y="157"/>
                      <a:pt x="36" y="144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0" name="Google Shape;1370;p46">
                <a:extLst>
                  <a:ext uri="{FF2B5EF4-FFF2-40B4-BE49-F238E27FC236}">
                    <a16:creationId xmlns:a16="http://schemas.microsoft.com/office/drawing/2014/main" id="{123DC108-938B-AAA0-8B5F-E9544A768E36}"/>
                  </a:ext>
                </a:extLst>
              </p:cNvPr>
              <p:cNvSpPr/>
              <p:nvPr/>
            </p:nvSpPr>
            <p:spPr>
              <a:xfrm>
                <a:off x="4442007" y="1459230"/>
                <a:ext cx="66923" cy="458319"/>
              </a:xfrm>
              <a:custGeom>
                <a:avLst/>
                <a:gdLst/>
                <a:ahLst/>
                <a:cxnLst/>
                <a:rect l="l" t="t" r="r" b="b"/>
                <a:pathLst>
                  <a:path w="36" h="248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225"/>
                      <a:pt x="0" y="225"/>
                      <a:pt x="0" y="225"/>
                    </a:cubicBezTo>
                    <a:cubicBezTo>
                      <a:pt x="0" y="238"/>
                      <a:pt x="8" y="248"/>
                      <a:pt x="18" y="248"/>
                    </a:cubicBezTo>
                    <a:cubicBezTo>
                      <a:pt x="28" y="248"/>
                      <a:pt x="36" y="238"/>
                      <a:pt x="36" y="225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" name="Google Shape;1371;p46">
              <a:extLst>
                <a:ext uri="{FF2B5EF4-FFF2-40B4-BE49-F238E27FC236}">
                  <a16:creationId xmlns:a16="http://schemas.microsoft.com/office/drawing/2014/main" id="{8398CAFE-2EFD-059B-0901-819A09173DF8}"/>
                </a:ext>
              </a:extLst>
            </p:cNvPr>
            <p:cNvGrpSpPr/>
            <p:nvPr/>
          </p:nvGrpSpPr>
          <p:grpSpPr>
            <a:xfrm flipH="1">
              <a:off x="6979971" y="1968812"/>
              <a:ext cx="1458483" cy="2635179"/>
              <a:chOff x="5132143" y="1520276"/>
              <a:chExt cx="1241051" cy="2242324"/>
            </a:xfrm>
          </p:grpSpPr>
          <p:sp>
            <p:nvSpPr>
              <p:cNvPr id="37" name="Google Shape;1372;p46">
                <a:extLst>
                  <a:ext uri="{FF2B5EF4-FFF2-40B4-BE49-F238E27FC236}">
                    <a16:creationId xmlns:a16="http://schemas.microsoft.com/office/drawing/2014/main" id="{C14C5F47-0ED8-8738-5E9F-6A439D6EE3B0}"/>
                  </a:ext>
                </a:extLst>
              </p:cNvPr>
              <p:cNvSpPr/>
              <p:nvPr/>
            </p:nvSpPr>
            <p:spPr>
              <a:xfrm flipH="1">
                <a:off x="5171192" y="3562026"/>
                <a:ext cx="209023" cy="187554"/>
              </a:xfrm>
              <a:custGeom>
                <a:avLst/>
                <a:gdLst/>
                <a:ahLst/>
                <a:cxnLst/>
                <a:rect l="l" t="t" r="r" b="b"/>
                <a:pathLst>
                  <a:path w="273" h="245" extrusionOk="0">
                    <a:moveTo>
                      <a:pt x="0" y="10"/>
                    </a:moveTo>
                    <a:lnTo>
                      <a:pt x="14" y="190"/>
                    </a:lnTo>
                    <a:lnTo>
                      <a:pt x="273" y="245"/>
                    </a:lnTo>
                    <a:lnTo>
                      <a:pt x="141" y="111"/>
                    </a:lnTo>
                    <a:lnTo>
                      <a:pt x="109" y="0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" name="Google Shape;1373;p46">
                <a:extLst>
                  <a:ext uri="{FF2B5EF4-FFF2-40B4-BE49-F238E27FC236}">
                    <a16:creationId xmlns:a16="http://schemas.microsoft.com/office/drawing/2014/main" id="{A7DCAD31-82CC-A060-F7E4-2B137139DCCA}"/>
                  </a:ext>
                </a:extLst>
              </p:cNvPr>
              <p:cNvSpPr/>
              <p:nvPr/>
            </p:nvSpPr>
            <p:spPr>
              <a:xfrm flipH="1">
                <a:off x="5132143" y="3634751"/>
                <a:ext cx="265681" cy="127843"/>
              </a:xfrm>
              <a:custGeom>
                <a:avLst/>
                <a:gdLst/>
                <a:ahLst/>
                <a:cxnLst/>
                <a:rect l="l" t="t" r="r" b="b"/>
                <a:pathLst>
                  <a:path w="347" h="167" extrusionOk="0">
                    <a:moveTo>
                      <a:pt x="164" y="0"/>
                    </a:moveTo>
                    <a:lnTo>
                      <a:pt x="347" y="162"/>
                    </a:lnTo>
                    <a:lnTo>
                      <a:pt x="0" y="167"/>
                    </a:lnTo>
                    <a:lnTo>
                      <a:pt x="23" y="2"/>
                    </a:lnTo>
                    <a:lnTo>
                      <a:pt x="93" y="69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" name="Google Shape;1374;p46">
                <a:extLst>
                  <a:ext uri="{FF2B5EF4-FFF2-40B4-BE49-F238E27FC236}">
                    <a16:creationId xmlns:a16="http://schemas.microsoft.com/office/drawing/2014/main" id="{8E45C684-A95C-1908-EE5E-95A63D6CA7E9}"/>
                  </a:ext>
                </a:extLst>
              </p:cNvPr>
              <p:cNvSpPr/>
              <p:nvPr/>
            </p:nvSpPr>
            <p:spPr>
              <a:xfrm flipH="1">
                <a:off x="5245460" y="3649296"/>
                <a:ext cx="26798" cy="19138"/>
              </a:xfrm>
              <a:custGeom>
                <a:avLst/>
                <a:gdLst/>
                <a:ahLst/>
                <a:cxnLst/>
                <a:rect l="l" t="t" r="r" b="b"/>
                <a:pathLst>
                  <a:path w="35" h="25" extrusionOk="0">
                    <a:moveTo>
                      <a:pt x="3" y="25"/>
                    </a:moveTo>
                    <a:lnTo>
                      <a:pt x="0" y="20"/>
                    </a:lnTo>
                    <a:lnTo>
                      <a:pt x="33" y="0"/>
                    </a:lnTo>
                    <a:lnTo>
                      <a:pt x="35" y="4"/>
                    </a:lnTo>
                    <a:lnTo>
                      <a:pt x="3" y="2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" name="Google Shape;1375;p46">
                <a:extLst>
                  <a:ext uri="{FF2B5EF4-FFF2-40B4-BE49-F238E27FC236}">
                    <a16:creationId xmlns:a16="http://schemas.microsoft.com/office/drawing/2014/main" id="{166E036A-5527-5B38-5977-D1832179CF83}"/>
                  </a:ext>
                </a:extLst>
              </p:cNvPr>
              <p:cNvSpPr/>
              <p:nvPr/>
            </p:nvSpPr>
            <p:spPr>
              <a:xfrm flipH="1">
                <a:off x="5224021" y="3660013"/>
                <a:ext cx="26798" cy="19138"/>
              </a:xfrm>
              <a:custGeom>
                <a:avLst/>
                <a:gdLst/>
                <a:ahLst/>
                <a:cxnLst/>
                <a:rect l="l" t="t" r="r" b="b"/>
                <a:pathLst>
                  <a:path w="35" h="25" extrusionOk="0">
                    <a:moveTo>
                      <a:pt x="5" y="25"/>
                    </a:moveTo>
                    <a:lnTo>
                      <a:pt x="0" y="20"/>
                    </a:lnTo>
                    <a:lnTo>
                      <a:pt x="32" y="0"/>
                    </a:lnTo>
                    <a:lnTo>
                      <a:pt x="35" y="4"/>
                    </a:lnTo>
                    <a:lnTo>
                      <a:pt x="5" y="2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1376;p46">
                <a:extLst>
                  <a:ext uri="{FF2B5EF4-FFF2-40B4-BE49-F238E27FC236}">
                    <a16:creationId xmlns:a16="http://schemas.microsoft.com/office/drawing/2014/main" id="{9CB8F72A-9AFE-F109-FAB0-CA6C03A0F18E}"/>
                  </a:ext>
                </a:extLst>
              </p:cNvPr>
              <p:cNvSpPr/>
              <p:nvPr/>
            </p:nvSpPr>
            <p:spPr>
              <a:xfrm flipH="1">
                <a:off x="5749192" y="3588825"/>
                <a:ext cx="205194" cy="168415"/>
              </a:xfrm>
              <a:custGeom>
                <a:avLst/>
                <a:gdLst/>
                <a:ahLst/>
                <a:cxnLst/>
                <a:rect l="l" t="t" r="r" b="b"/>
                <a:pathLst>
                  <a:path w="268" h="220" extrusionOk="0">
                    <a:moveTo>
                      <a:pt x="245" y="7"/>
                    </a:moveTo>
                    <a:lnTo>
                      <a:pt x="268" y="160"/>
                    </a:lnTo>
                    <a:lnTo>
                      <a:pt x="0" y="220"/>
                    </a:lnTo>
                    <a:lnTo>
                      <a:pt x="144" y="84"/>
                    </a:lnTo>
                    <a:lnTo>
                      <a:pt x="134" y="0"/>
                    </a:lnTo>
                    <a:lnTo>
                      <a:pt x="245" y="7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1377;p46">
                <a:extLst>
                  <a:ext uri="{FF2B5EF4-FFF2-40B4-BE49-F238E27FC236}">
                    <a16:creationId xmlns:a16="http://schemas.microsoft.com/office/drawing/2014/main" id="{03EC219F-E730-B5CD-4013-8CFC27DD5344}"/>
                  </a:ext>
                </a:extLst>
              </p:cNvPr>
              <p:cNvSpPr/>
              <p:nvPr/>
            </p:nvSpPr>
            <p:spPr>
              <a:xfrm flipH="1">
                <a:off x="5738472" y="3645474"/>
                <a:ext cx="236587" cy="117125"/>
              </a:xfrm>
              <a:custGeom>
                <a:avLst/>
                <a:gdLst/>
                <a:ahLst/>
                <a:cxnLst/>
                <a:rect l="l" t="t" r="r" b="b"/>
                <a:pathLst>
                  <a:path w="309" h="153" extrusionOk="0">
                    <a:moveTo>
                      <a:pt x="159" y="0"/>
                    </a:moveTo>
                    <a:lnTo>
                      <a:pt x="0" y="153"/>
                    </a:lnTo>
                    <a:lnTo>
                      <a:pt x="309" y="151"/>
                    </a:lnTo>
                    <a:lnTo>
                      <a:pt x="286" y="7"/>
                    </a:lnTo>
                    <a:lnTo>
                      <a:pt x="238" y="72"/>
                    </a:lnTo>
                    <a:lnTo>
                      <a:pt x="1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1378;p46">
                <a:extLst>
                  <a:ext uri="{FF2B5EF4-FFF2-40B4-BE49-F238E27FC236}">
                    <a16:creationId xmlns:a16="http://schemas.microsoft.com/office/drawing/2014/main" id="{B2F80C91-F831-71EC-7F7C-2C18F480B640}"/>
                  </a:ext>
                </a:extLst>
              </p:cNvPr>
              <p:cNvSpPr/>
              <p:nvPr/>
            </p:nvSpPr>
            <p:spPr>
              <a:xfrm flipH="1">
                <a:off x="5851789" y="3660019"/>
                <a:ext cx="26032" cy="17607"/>
              </a:xfrm>
              <a:custGeom>
                <a:avLst/>
                <a:gdLst/>
                <a:ahLst/>
                <a:cxnLst/>
                <a:rect l="l" t="t" r="r" b="b"/>
                <a:pathLst>
                  <a:path w="34" h="23" extrusionOk="0">
                    <a:moveTo>
                      <a:pt x="32" y="23"/>
                    </a:moveTo>
                    <a:lnTo>
                      <a:pt x="0" y="4"/>
                    </a:lnTo>
                    <a:lnTo>
                      <a:pt x="2" y="0"/>
                    </a:lnTo>
                    <a:lnTo>
                      <a:pt x="34" y="18"/>
                    </a:lnTo>
                    <a:lnTo>
                      <a:pt x="32" y="2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1379;p46">
                <a:extLst>
                  <a:ext uri="{FF2B5EF4-FFF2-40B4-BE49-F238E27FC236}">
                    <a16:creationId xmlns:a16="http://schemas.microsoft.com/office/drawing/2014/main" id="{A29E9C3A-2C45-072E-4100-8EEAA8BC9950}"/>
                  </a:ext>
                </a:extLst>
              </p:cNvPr>
              <p:cNvSpPr/>
              <p:nvPr/>
            </p:nvSpPr>
            <p:spPr>
              <a:xfrm flipH="1">
                <a:off x="5872461" y="3670737"/>
                <a:ext cx="26798" cy="17607"/>
              </a:xfrm>
              <a:custGeom>
                <a:avLst/>
                <a:gdLst/>
                <a:ahLst/>
                <a:cxnLst/>
                <a:rect l="l" t="t" r="r" b="b"/>
                <a:pathLst>
                  <a:path w="35" h="23" extrusionOk="0">
                    <a:moveTo>
                      <a:pt x="32" y="23"/>
                    </a:moveTo>
                    <a:lnTo>
                      <a:pt x="0" y="4"/>
                    </a:lnTo>
                    <a:lnTo>
                      <a:pt x="2" y="0"/>
                    </a:lnTo>
                    <a:lnTo>
                      <a:pt x="35" y="18"/>
                    </a:lnTo>
                    <a:lnTo>
                      <a:pt x="32" y="2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1380;p46">
                <a:extLst>
                  <a:ext uri="{FF2B5EF4-FFF2-40B4-BE49-F238E27FC236}">
                    <a16:creationId xmlns:a16="http://schemas.microsoft.com/office/drawing/2014/main" id="{BB3CEB69-135C-D6D5-7F3B-44A10DD33B06}"/>
                  </a:ext>
                </a:extLst>
              </p:cNvPr>
              <p:cNvSpPr/>
              <p:nvPr/>
            </p:nvSpPr>
            <p:spPr>
              <a:xfrm rot="-633488" flipH="1">
                <a:off x="5673471" y="1766217"/>
                <a:ext cx="128195" cy="253687"/>
              </a:xfrm>
              <a:custGeom>
                <a:avLst/>
                <a:gdLst/>
                <a:ahLst/>
                <a:cxnLst/>
                <a:rect l="l" t="t" r="r" b="b"/>
                <a:pathLst>
                  <a:path w="145" h="287" extrusionOk="0">
                    <a:moveTo>
                      <a:pt x="145" y="0"/>
                    </a:moveTo>
                    <a:cubicBezTo>
                      <a:pt x="144" y="45"/>
                      <a:pt x="144" y="45"/>
                      <a:pt x="144" y="45"/>
                    </a:cubicBezTo>
                    <a:cubicBezTo>
                      <a:pt x="144" y="46"/>
                      <a:pt x="144" y="46"/>
                      <a:pt x="144" y="46"/>
                    </a:cubicBezTo>
                    <a:cubicBezTo>
                      <a:pt x="142" y="140"/>
                      <a:pt x="142" y="140"/>
                      <a:pt x="142" y="140"/>
                    </a:cubicBezTo>
                    <a:cubicBezTo>
                      <a:pt x="138" y="156"/>
                      <a:pt x="90" y="287"/>
                      <a:pt x="37" y="284"/>
                    </a:cubicBezTo>
                    <a:cubicBezTo>
                      <a:pt x="5" y="283"/>
                      <a:pt x="0" y="232"/>
                      <a:pt x="2" y="194"/>
                    </a:cubicBezTo>
                    <a:cubicBezTo>
                      <a:pt x="2" y="187"/>
                      <a:pt x="2" y="180"/>
                      <a:pt x="3" y="174"/>
                    </a:cubicBezTo>
                    <a:cubicBezTo>
                      <a:pt x="4" y="161"/>
                      <a:pt x="5" y="152"/>
                      <a:pt x="5" y="152"/>
                    </a:cubicBezTo>
                    <a:cubicBezTo>
                      <a:pt x="6" y="148"/>
                      <a:pt x="6" y="148"/>
                      <a:pt x="6" y="148"/>
                    </a:cubicBezTo>
                    <a:cubicBezTo>
                      <a:pt x="19" y="95"/>
                      <a:pt x="19" y="95"/>
                      <a:pt x="19" y="95"/>
                    </a:cubicBezTo>
                    <a:cubicBezTo>
                      <a:pt x="20" y="93"/>
                      <a:pt x="21" y="90"/>
                      <a:pt x="22" y="87"/>
                    </a:cubicBezTo>
                    <a:cubicBezTo>
                      <a:pt x="29" y="75"/>
                      <a:pt x="39" y="64"/>
                      <a:pt x="51" y="54"/>
                    </a:cubicBezTo>
                    <a:cubicBezTo>
                      <a:pt x="89" y="24"/>
                      <a:pt x="145" y="0"/>
                      <a:pt x="145" y="0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" name="Google Shape;1381;p46">
                <a:extLst>
                  <a:ext uri="{FF2B5EF4-FFF2-40B4-BE49-F238E27FC236}">
                    <a16:creationId xmlns:a16="http://schemas.microsoft.com/office/drawing/2014/main" id="{83D178A0-798A-E74C-B78B-A0450D078925}"/>
                  </a:ext>
                </a:extLst>
              </p:cNvPr>
              <p:cNvSpPr/>
              <p:nvPr/>
            </p:nvSpPr>
            <p:spPr>
              <a:xfrm>
                <a:off x="5738480" y="1670962"/>
                <a:ext cx="0" cy="172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</a:path>
                </a:pathLst>
              </a:custGeom>
              <a:solidFill>
                <a:srgbClr val="FFBF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1382;p46">
                <a:extLst>
                  <a:ext uri="{FF2B5EF4-FFF2-40B4-BE49-F238E27FC236}">
                    <a16:creationId xmlns:a16="http://schemas.microsoft.com/office/drawing/2014/main" id="{F0E96067-4FDB-7E95-A614-E9FAAB524F98}"/>
                  </a:ext>
                </a:extLst>
              </p:cNvPr>
              <p:cNvSpPr/>
              <p:nvPr/>
            </p:nvSpPr>
            <p:spPr>
              <a:xfrm rot="-633489" flipH="1">
                <a:off x="5671050" y="1807722"/>
                <a:ext cx="125496" cy="130217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48" extrusionOk="0">
                    <a:moveTo>
                      <a:pt x="142" y="0"/>
                    </a:moveTo>
                    <a:cubicBezTo>
                      <a:pt x="119" y="40"/>
                      <a:pt x="59" y="105"/>
                      <a:pt x="10" y="108"/>
                    </a:cubicBezTo>
                    <a:cubicBezTo>
                      <a:pt x="9" y="108"/>
                      <a:pt x="8" y="108"/>
                      <a:pt x="7" y="108"/>
                    </a:cubicBezTo>
                    <a:cubicBezTo>
                      <a:pt x="6" y="108"/>
                      <a:pt x="5" y="108"/>
                      <a:pt x="3" y="108"/>
                    </a:cubicBezTo>
                    <a:cubicBezTo>
                      <a:pt x="3" y="111"/>
                      <a:pt x="2" y="118"/>
                      <a:pt x="1" y="128"/>
                    </a:cubicBezTo>
                    <a:cubicBezTo>
                      <a:pt x="0" y="134"/>
                      <a:pt x="0" y="141"/>
                      <a:pt x="0" y="148"/>
                    </a:cubicBezTo>
                    <a:cubicBezTo>
                      <a:pt x="103" y="112"/>
                      <a:pt x="138" y="12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1383;p46">
                <a:extLst>
                  <a:ext uri="{FF2B5EF4-FFF2-40B4-BE49-F238E27FC236}">
                    <a16:creationId xmlns:a16="http://schemas.microsoft.com/office/drawing/2014/main" id="{89133B83-1F9B-41E6-C1B2-BA10BE43C910}"/>
                  </a:ext>
                </a:extLst>
              </p:cNvPr>
              <p:cNvSpPr/>
              <p:nvPr/>
            </p:nvSpPr>
            <p:spPr>
              <a:xfrm rot="-633481" flipH="1">
                <a:off x="5635960" y="1614358"/>
                <a:ext cx="237497" cy="284723"/>
              </a:xfrm>
              <a:custGeom>
                <a:avLst/>
                <a:gdLst/>
                <a:ahLst/>
                <a:cxnLst/>
                <a:rect l="l" t="t" r="r" b="b"/>
                <a:pathLst>
                  <a:path w="269" h="322" extrusionOk="0">
                    <a:moveTo>
                      <a:pt x="257" y="204"/>
                    </a:moveTo>
                    <a:cubicBezTo>
                      <a:pt x="238" y="243"/>
                      <a:pt x="173" y="317"/>
                      <a:pt x="121" y="320"/>
                    </a:cubicBezTo>
                    <a:cubicBezTo>
                      <a:pt x="98" y="322"/>
                      <a:pt x="48" y="292"/>
                      <a:pt x="21" y="259"/>
                    </a:cubicBezTo>
                    <a:cubicBezTo>
                      <a:pt x="15" y="251"/>
                      <a:pt x="10" y="236"/>
                      <a:pt x="8" y="218"/>
                    </a:cubicBezTo>
                    <a:cubicBezTo>
                      <a:pt x="7" y="213"/>
                      <a:pt x="6" y="208"/>
                      <a:pt x="5" y="203"/>
                    </a:cubicBezTo>
                    <a:cubicBezTo>
                      <a:pt x="0" y="151"/>
                      <a:pt x="4" y="86"/>
                      <a:pt x="5" y="75"/>
                    </a:cubicBezTo>
                    <a:cubicBezTo>
                      <a:pt x="11" y="46"/>
                      <a:pt x="55" y="22"/>
                      <a:pt x="104" y="15"/>
                    </a:cubicBezTo>
                    <a:cubicBezTo>
                      <a:pt x="202" y="0"/>
                      <a:pt x="223" y="46"/>
                      <a:pt x="223" y="46"/>
                    </a:cubicBezTo>
                    <a:cubicBezTo>
                      <a:pt x="228" y="57"/>
                      <a:pt x="234" y="59"/>
                      <a:pt x="245" y="87"/>
                    </a:cubicBezTo>
                    <a:cubicBezTo>
                      <a:pt x="264" y="133"/>
                      <a:pt x="269" y="180"/>
                      <a:pt x="257" y="20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1384;p46">
                <a:extLst>
                  <a:ext uri="{FF2B5EF4-FFF2-40B4-BE49-F238E27FC236}">
                    <a16:creationId xmlns:a16="http://schemas.microsoft.com/office/drawing/2014/main" id="{DC093138-E0EE-1E57-86EC-4869A4A42E3B}"/>
                  </a:ext>
                </a:extLst>
              </p:cNvPr>
              <p:cNvSpPr/>
              <p:nvPr/>
            </p:nvSpPr>
            <p:spPr>
              <a:xfrm rot="-633479" flipH="1">
                <a:off x="5700559" y="1773589"/>
                <a:ext cx="39808" cy="22265"/>
              </a:xfrm>
              <a:custGeom>
                <a:avLst/>
                <a:gdLst/>
                <a:ahLst/>
                <a:cxnLst/>
                <a:rect l="l" t="t" r="r" b="b"/>
                <a:pathLst>
                  <a:path w="45" h="25" extrusionOk="0">
                    <a:moveTo>
                      <a:pt x="27" y="0"/>
                    </a:moveTo>
                    <a:cubicBezTo>
                      <a:pt x="24" y="0"/>
                      <a:pt x="21" y="1"/>
                      <a:pt x="18" y="2"/>
                    </a:cubicBezTo>
                    <a:cubicBezTo>
                      <a:pt x="6" y="7"/>
                      <a:pt x="0" y="21"/>
                      <a:pt x="0" y="21"/>
                    </a:cubicBezTo>
                    <a:cubicBezTo>
                      <a:pt x="0" y="21"/>
                      <a:pt x="8" y="25"/>
                      <a:pt x="17" y="25"/>
                    </a:cubicBezTo>
                    <a:cubicBezTo>
                      <a:pt x="20" y="25"/>
                      <a:pt x="23" y="25"/>
                      <a:pt x="26" y="24"/>
                    </a:cubicBezTo>
                    <a:cubicBezTo>
                      <a:pt x="39" y="19"/>
                      <a:pt x="45" y="4"/>
                      <a:pt x="45" y="4"/>
                    </a:cubicBezTo>
                    <a:cubicBezTo>
                      <a:pt x="45" y="4"/>
                      <a:pt x="37" y="0"/>
                      <a:pt x="27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" name="Google Shape;1385;p46">
                <a:extLst>
                  <a:ext uri="{FF2B5EF4-FFF2-40B4-BE49-F238E27FC236}">
                    <a16:creationId xmlns:a16="http://schemas.microsoft.com/office/drawing/2014/main" id="{D7BD1217-94F1-5EC9-9158-E01EAD898E31}"/>
                  </a:ext>
                </a:extLst>
              </p:cNvPr>
              <p:cNvSpPr/>
              <p:nvPr/>
            </p:nvSpPr>
            <p:spPr>
              <a:xfrm rot="-633483" flipH="1">
                <a:off x="5851296" y="1772282"/>
                <a:ext cx="24290" cy="16193"/>
              </a:xfrm>
              <a:custGeom>
                <a:avLst/>
                <a:gdLst/>
                <a:ahLst/>
                <a:cxnLst/>
                <a:rect l="l" t="t" r="r" b="b"/>
                <a:pathLst>
                  <a:path w="27" h="18" extrusionOk="0">
                    <a:moveTo>
                      <a:pt x="8" y="0"/>
                    </a:moveTo>
                    <a:cubicBezTo>
                      <a:pt x="5" y="0"/>
                      <a:pt x="3" y="1"/>
                      <a:pt x="0" y="2"/>
                    </a:cubicBezTo>
                    <a:cubicBezTo>
                      <a:pt x="1" y="7"/>
                      <a:pt x="2" y="12"/>
                      <a:pt x="3" y="17"/>
                    </a:cubicBezTo>
                    <a:cubicBezTo>
                      <a:pt x="4" y="18"/>
                      <a:pt x="6" y="18"/>
                      <a:pt x="8" y="18"/>
                    </a:cubicBezTo>
                    <a:cubicBezTo>
                      <a:pt x="8" y="18"/>
                      <a:pt x="9" y="18"/>
                      <a:pt x="9" y="18"/>
                    </a:cubicBezTo>
                    <a:cubicBezTo>
                      <a:pt x="19" y="18"/>
                      <a:pt x="27" y="10"/>
                      <a:pt x="27" y="10"/>
                    </a:cubicBezTo>
                    <a:cubicBezTo>
                      <a:pt x="27" y="10"/>
                      <a:pt x="20" y="1"/>
                      <a:pt x="9" y="0"/>
                    </a:cubicBezTo>
                    <a:cubicBezTo>
                      <a:pt x="9" y="0"/>
                      <a:pt x="8" y="0"/>
                      <a:pt x="8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1386;p46">
                <a:extLst>
                  <a:ext uri="{FF2B5EF4-FFF2-40B4-BE49-F238E27FC236}">
                    <a16:creationId xmlns:a16="http://schemas.microsoft.com/office/drawing/2014/main" id="{5DDAA9E5-2DD5-756C-63FB-0955B9A7726B}"/>
                  </a:ext>
                </a:extLst>
              </p:cNvPr>
              <p:cNvSpPr/>
              <p:nvPr/>
            </p:nvSpPr>
            <p:spPr>
              <a:xfrm rot="-633483" flipH="1">
                <a:off x="5827115" y="1742475"/>
                <a:ext cx="18892" cy="37783"/>
              </a:xfrm>
              <a:custGeom>
                <a:avLst/>
                <a:gdLst/>
                <a:ahLst/>
                <a:cxnLst/>
                <a:rect l="l" t="t" r="r" b="b"/>
                <a:pathLst>
                  <a:path w="21" h="43" extrusionOk="0">
                    <a:moveTo>
                      <a:pt x="19" y="20"/>
                    </a:moveTo>
                    <a:cubicBezTo>
                      <a:pt x="21" y="31"/>
                      <a:pt x="18" y="41"/>
                      <a:pt x="14" y="42"/>
                    </a:cubicBezTo>
                    <a:cubicBezTo>
                      <a:pt x="9" y="43"/>
                      <a:pt x="4" y="34"/>
                      <a:pt x="2" y="23"/>
                    </a:cubicBezTo>
                    <a:cubicBezTo>
                      <a:pt x="0" y="12"/>
                      <a:pt x="2" y="2"/>
                      <a:pt x="7" y="1"/>
                    </a:cubicBezTo>
                    <a:cubicBezTo>
                      <a:pt x="11" y="0"/>
                      <a:pt x="17" y="9"/>
                      <a:pt x="19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" name="Google Shape;1387;p46">
                <a:extLst>
                  <a:ext uri="{FF2B5EF4-FFF2-40B4-BE49-F238E27FC236}">
                    <a16:creationId xmlns:a16="http://schemas.microsoft.com/office/drawing/2014/main" id="{047C6C6D-0008-9CB5-E76E-5378ADCE2949}"/>
                  </a:ext>
                </a:extLst>
              </p:cNvPr>
              <p:cNvSpPr/>
              <p:nvPr/>
            </p:nvSpPr>
            <p:spPr>
              <a:xfrm rot="-633483" flipH="1">
                <a:off x="5761344" y="1743130"/>
                <a:ext cx="18217" cy="37783"/>
              </a:xfrm>
              <a:custGeom>
                <a:avLst/>
                <a:gdLst/>
                <a:ahLst/>
                <a:cxnLst/>
                <a:rect l="l" t="t" r="r" b="b"/>
                <a:pathLst>
                  <a:path w="20" h="43" extrusionOk="0">
                    <a:moveTo>
                      <a:pt x="18" y="20"/>
                    </a:moveTo>
                    <a:cubicBezTo>
                      <a:pt x="20" y="31"/>
                      <a:pt x="18" y="41"/>
                      <a:pt x="13" y="42"/>
                    </a:cubicBezTo>
                    <a:cubicBezTo>
                      <a:pt x="9" y="43"/>
                      <a:pt x="3" y="34"/>
                      <a:pt x="2" y="23"/>
                    </a:cubicBezTo>
                    <a:cubicBezTo>
                      <a:pt x="0" y="12"/>
                      <a:pt x="2" y="2"/>
                      <a:pt x="6" y="1"/>
                    </a:cubicBezTo>
                    <a:cubicBezTo>
                      <a:pt x="11" y="0"/>
                      <a:pt x="16" y="9"/>
                      <a:pt x="18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" name="Google Shape;1388;p46">
                <a:extLst>
                  <a:ext uri="{FF2B5EF4-FFF2-40B4-BE49-F238E27FC236}">
                    <a16:creationId xmlns:a16="http://schemas.microsoft.com/office/drawing/2014/main" id="{48FA3305-0CF5-558F-C19B-F9DAECB67E7B}"/>
                  </a:ext>
                </a:extLst>
              </p:cNvPr>
              <p:cNvSpPr/>
              <p:nvPr/>
            </p:nvSpPr>
            <p:spPr>
              <a:xfrm rot="-633481" flipH="1">
                <a:off x="5716394" y="1692684"/>
                <a:ext cx="62073" cy="57349"/>
              </a:xfrm>
              <a:custGeom>
                <a:avLst/>
                <a:gdLst/>
                <a:ahLst/>
                <a:cxnLst/>
                <a:rect l="l" t="t" r="r" b="b"/>
                <a:pathLst>
                  <a:path w="70" h="65" extrusionOk="0">
                    <a:moveTo>
                      <a:pt x="0" y="51"/>
                    </a:moveTo>
                    <a:cubicBezTo>
                      <a:pt x="0" y="51"/>
                      <a:pt x="36" y="30"/>
                      <a:pt x="70" y="65"/>
                    </a:cubicBezTo>
                    <a:cubicBezTo>
                      <a:pt x="70" y="65"/>
                      <a:pt x="32" y="0"/>
                      <a:pt x="0" y="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" name="Google Shape;1389;p46">
                <a:extLst>
                  <a:ext uri="{FF2B5EF4-FFF2-40B4-BE49-F238E27FC236}">
                    <a16:creationId xmlns:a16="http://schemas.microsoft.com/office/drawing/2014/main" id="{81212920-DC06-4270-C3D4-733E916062FE}"/>
                  </a:ext>
                </a:extLst>
              </p:cNvPr>
              <p:cNvSpPr/>
              <p:nvPr/>
            </p:nvSpPr>
            <p:spPr>
              <a:xfrm rot="-633480" flipH="1">
                <a:off x="5819509" y="1698490"/>
                <a:ext cx="43181" cy="49253"/>
              </a:xfrm>
              <a:custGeom>
                <a:avLst/>
                <a:gdLst/>
                <a:ahLst/>
                <a:cxnLst/>
                <a:rect l="l" t="t" r="r" b="b"/>
                <a:pathLst>
                  <a:path w="49" h="56" extrusionOk="0">
                    <a:moveTo>
                      <a:pt x="49" y="30"/>
                    </a:moveTo>
                    <a:cubicBezTo>
                      <a:pt x="49" y="30"/>
                      <a:pt x="16" y="24"/>
                      <a:pt x="0" y="56"/>
                    </a:cubicBezTo>
                    <a:cubicBezTo>
                      <a:pt x="0" y="56"/>
                      <a:pt x="14" y="0"/>
                      <a:pt x="49" y="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1390;p46">
                <a:extLst>
                  <a:ext uri="{FF2B5EF4-FFF2-40B4-BE49-F238E27FC236}">
                    <a16:creationId xmlns:a16="http://schemas.microsoft.com/office/drawing/2014/main" id="{EE2D83C4-3762-1087-AD37-B85738F5E4F9}"/>
                  </a:ext>
                </a:extLst>
              </p:cNvPr>
              <p:cNvSpPr/>
              <p:nvPr/>
            </p:nvSpPr>
            <p:spPr>
              <a:xfrm rot="-633491" flipH="1">
                <a:off x="5600603" y="1703363"/>
                <a:ext cx="85216" cy="148277"/>
              </a:xfrm>
              <a:custGeom>
                <a:avLst/>
                <a:gdLst/>
                <a:ahLst/>
                <a:cxnLst/>
                <a:rect l="l" t="t" r="r" b="b"/>
                <a:pathLst>
                  <a:path w="76" h="133" extrusionOk="0">
                    <a:moveTo>
                      <a:pt x="0" y="50"/>
                    </a:moveTo>
                    <a:cubicBezTo>
                      <a:pt x="0" y="50"/>
                      <a:pt x="7" y="8"/>
                      <a:pt x="32" y="4"/>
                    </a:cubicBezTo>
                    <a:cubicBezTo>
                      <a:pt x="58" y="0"/>
                      <a:pt x="76" y="133"/>
                      <a:pt x="6" y="92"/>
                    </a:cubicBezTo>
                    <a:lnTo>
                      <a:pt x="0" y="5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1391;p46">
                <a:extLst>
                  <a:ext uri="{FF2B5EF4-FFF2-40B4-BE49-F238E27FC236}">
                    <a16:creationId xmlns:a16="http://schemas.microsoft.com/office/drawing/2014/main" id="{E1CF7B8B-AD8D-33FE-0CB8-7CC69F7E4858}"/>
                  </a:ext>
                </a:extLst>
              </p:cNvPr>
              <p:cNvSpPr/>
              <p:nvPr/>
            </p:nvSpPr>
            <p:spPr>
              <a:xfrm rot="-633480" flipH="1">
                <a:off x="5591390" y="1546767"/>
                <a:ext cx="311041" cy="236819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284" y="209"/>
                    </a:moveTo>
                    <a:cubicBezTo>
                      <a:pt x="284" y="209"/>
                      <a:pt x="240" y="202"/>
                      <a:pt x="234" y="166"/>
                    </a:cubicBezTo>
                    <a:cubicBezTo>
                      <a:pt x="219" y="176"/>
                      <a:pt x="149" y="190"/>
                      <a:pt x="103" y="173"/>
                    </a:cubicBezTo>
                    <a:cubicBezTo>
                      <a:pt x="113" y="185"/>
                      <a:pt x="145" y="206"/>
                      <a:pt x="145" y="206"/>
                    </a:cubicBezTo>
                    <a:cubicBezTo>
                      <a:pt x="18" y="221"/>
                      <a:pt x="0" y="135"/>
                      <a:pt x="0" y="135"/>
                    </a:cubicBezTo>
                    <a:cubicBezTo>
                      <a:pt x="0" y="135"/>
                      <a:pt x="77" y="30"/>
                      <a:pt x="170" y="18"/>
                    </a:cubicBezTo>
                    <a:cubicBezTo>
                      <a:pt x="276" y="0"/>
                      <a:pt x="276" y="51"/>
                      <a:pt x="276" y="51"/>
                    </a:cubicBezTo>
                    <a:cubicBezTo>
                      <a:pt x="276" y="51"/>
                      <a:pt x="301" y="49"/>
                      <a:pt x="326" y="68"/>
                    </a:cubicBezTo>
                    <a:cubicBezTo>
                      <a:pt x="352" y="88"/>
                      <a:pt x="323" y="169"/>
                      <a:pt x="323" y="169"/>
                    </a:cubicBezTo>
                    <a:cubicBezTo>
                      <a:pt x="323" y="169"/>
                      <a:pt x="302" y="186"/>
                      <a:pt x="302" y="206"/>
                    </a:cubicBezTo>
                    <a:cubicBezTo>
                      <a:pt x="301" y="268"/>
                      <a:pt x="301" y="268"/>
                      <a:pt x="301" y="268"/>
                    </a:cubicBezTo>
                    <a:cubicBezTo>
                      <a:pt x="301" y="268"/>
                      <a:pt x="281" y="231"/>
                      <a:pt x="284" y="2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1392;p46">
                <a:extLst>
                  <a:ext uri="{FF2B5EF4-FFF2-40B4-BE49-F238E27FC236}">
                    <a16:creationId xmlns:a16="http://schemas.microsoft.com/office/drawing/2014/main" id="{B06FDDC6-4A35-FE1C-845C-C875A7762795}"/>
                  </a:ext>
                </a:extLst>
              </p:cNvPr>
              <p:cNvSpPr/>
              <p:nvPr/>
            </p:nvSpPr>
            <p:spPr>
              <a:xfrm flipH="1">
                <a:off x="6014420" y="2256924"/>
                <a:ext cx="358774" cy="165973"/>
              </a:xfrm>
              <a:custGeom>
                <a:avLst/>
                <a:gdLst/>
                <a:ahLst/>
                <a:cxnLst/>
                <a:rect l="l" t="t" r="r" b="b"/>
                <a:pathLst>
                  <a:path w="350879" h="162321" extrusionOk="0">
                    <a:moveTo>
                      <a:pt x="350880" y="72485"/>
                    </a:moveTo>
                    <a:cubicBezTo>
                      <a:pt x="320971" y="49244"/>
                      <a:pt x="291634" y="25146"/>
                      <a:pt x="263154" y="0"/>
                    </a:cubicBezTo>
                    <a:lnTo>
                      <a:pt x="154188" y="57912"/>
                    </a:lnTo>
                    <a:lnTo>
                      <a:pt x="146283" y="61531"/>
                    </a:lnTo>
                    <a:cubicBezTo>
                      <a:pt x="145616" y="62103"/>
                      <a:pt x="144854" y="62674"/>
                      <a:pt x="144187" y="63246"/>
                    </a:cubicBezTo>
                    <a:lnTo>
                      <a:pt x="133519" y="68866"/>
                    </a:lnTo>
                    <a:cubicBezTo>
                      <a:pt x="132567" y="69247"/>
                      <a:pt x="131805" y="69818"/>
                      <a:pt x="131043" y="70485"/>
                    </a:cubicBezTo>
                    <a:cubicBezTo>
                      <a:pt x="118184" y="73628"/>
                      <a:pt x="49604" y="90869"/>
                      <a:pt x="39412" y="98298"/>
                    </a:cubicBezTo>
                    <a:cubicBezTo>
                      <a:pt x="22077" y="102203"/>
                      <a:pt x="1788" y="107251"/>
                      <a:pt x="74" y="111442"/>
                    </a:cubicBezTo>
                    <a:cubicBezTo>
                      <a:pt x="-2212" y="117157"/>
                      <a:pt x="49223" y="113824"/>
                      <a:pt x="62558" y="114300"/>
                    </a:cubicBezTo>
                    <a:lnTo>
                      <a:pt x="65034" y="115633"/>
                    </a:lnTo>
                    <a:cubicBezTo>
                      <a:pt x="60939" y="118777"/>
                      <a:pt x="37317" y="126873"/>
                      <a:pt x="37317" y="126873"/>
                    </a:cubicBezTo>
                    <a:cubicBezTo>
                      <a:pt x="36174" y="127349"/>
                      <a:pt x="3503" y="140779"/>
                      <a:pt x="8646" y="145066"/>
                    </a:cubicBezTo>
                    <a:cubicBezTo>
                      <a:pt x="13790" y="149447"/>
                      <a:pt x="87323" y="125063"/>
                      <a:pt x="71892" y="130302"/>
                    </a:cubicBezTo>
                    <a:cubicBezTo>
                      <a:pt x="70845" y="130683"/>
                      <a:pt x="9408" y="148209"/>
                      <a:pt x="15123" y="155829"/>
                    </a:cubicBezTo>
                    <a:cubicBezTo>
                      <a:pt x="18933" y="160877"/>
                      <a:pt x="73702" y="144113"/>
                      <a:pt x="76274" y="144685"/>
                    </a:cubicBezTo>
                    <a:cubicBezTo>
                      <a:pt x="78846" y="145256"/>
                      <a:pt x="29697" y="154972"/>
                      <a:pt x="34173" y="161449"/>
                    </a:cubicBezTo>
                    <a:cubicBezTo>
                      <a:pt x="36174" y="164211"/>
                      <a:pt x="60748" y="159734"/>
                      <a:pt x="68749" y="157448"/>
                    </a:cubicBezTo>
                    <a:cubicBezTo>
                      <a:pt x="75702" y="155448"/>
                      <a:pt x="98277" y="149542"/>
                      <a:pt x="133233" y="138113"/>
                    </a:cubicBezTo>
                    <a:cubicBezTo>
                      <a:pt x="172476" y="129254"/>
                      <a:pt x="266774" y="106013"/>
                      <a:pt x="350880" y="72485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1393;p46">
                <a:extLst>
                  <a:ext uri="{FF2B5EF4-FFF2-40B4-BE49-F238E27FC236}">
                    <a16:creationId xmlns:a16="http://schemas.microsoft.com/office/drawing/2014/main" id="{B7F0253B-A97F-80D4-D252-513927151861}"/>
                  </a:ext>
                </a:extLst>
              </p:cNvPr>
              <p:cNvSpPr/>
              <p:nvPr/>
            </p:nvSpPr>
            <p:spPr>
              <a:xfrm flipH="1">
                <a:off x="5807241" y="1918418"/>
                <a:ext cx="314098" cy="447837"/>
              </a:xfrm>
              <a:custGeom>
                <a:avLst/>
                <a:gdLst/>
                <a:ahLst/>
                <a:cxnLst/>
                <a:rect l="l" t="t" r="r" b="b"/>
                <a:pathLst>
                  <a:path w="307186" h="437982" extrusionOk="0">
                    <a:moveTo>
                      <a:pt x="206026" y="37552"/>
                    </a:moveTo>
                    <a:cubicBezTo>
                      <a:pt x="183070" y="84415"/>
                      <a:pt x="98965" y="280725"/>
                      <a:pt x="98965" y="280725"/>
                    </a:cubicBezTo>
                    <a:lnTo>
                      <a:pt x="0" y="336066"/>
                    </a:lnTo>
                    <a:lnTo>
                      <a:pt x="65532" y="437983"/>
                    </a:lnTo>
                    <a:cubicBezTo>
                      <a:pt x="65532" y="437983"/>
                      <a:pt x="158687" y="416171"/>
                      <a:pt x="205264" y="373880"/>
                    </a:cubicBezTo>
                    <a:cubicBezTo>
                      <a:pt x="250222" y="333208"/>
                      <a:pt x="307848" y="64984"/>
                      <a:pt x="307181" y="976"/>
                    </a:cubicBezTo>
                    <a:cubicBezTo>
                      <a:pt x="307181" y="976"/>
                      <a:pt x="228981" y="-9406"/>
                      <a:pt x="206026" y="3755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1394;p46">
                <a:extLst>
                  <a:ext uri="{FF2B5EF4-FFF2-40B4-BE49-F238E27FC236}">
                    <a16:creationId xmlns:a16="http://schemas.microsoft.com/office/drawing/2014/main" id="{614A94F6-6AB0-EBEB-D9FB-D399BF9E4A2B}"/>
                  </a:ext>
                </a:extLst>
              </p:cNvPr>
              <p:cNvSpPr/>
              <p:nvPr/>
            </p:nvSpPr>
            <p:spPr>
              <a:xfrm flipH="1">
                <a:off x="5256844" y="2341951"/>
                <a:ext cx="706081" cy="1266029"/>
              </a:xfrm>
              <a:custGeom>
                <a:avLst/>
                <a:gdLst/>
                <a:ahLst/>
                <a:cxnLst/>
                <a:rect l="l" t="t" r="r" b="b"/>
                <a:pathLst>
                  <a:path w="690544" h="1529945" extrusionOk="0">
                    <a:moveTo>
                      <a:pt x="380506" y="10668"/>
                    </a:moveTo>
                    <a:cubicBezTo>
                      <a:pt x="423845" y="87344"/>
                      <a:pt x="446800" y="143542"/>
                      <a:pt x="471755" y="241078"/>
                    </a:cubicBezTo>
                    <a:cubicBezTo>
                      <a:pt x="500711" y="354139"/>
                      <a:pt x="676924" y="1310830"/>
                      <a:pt x="690545" y="1516475"/>
                    </a:cubicBezTo>
                    <a:cubicBezTo>
                      <a:pt x="654921" y="1525048"/>
                      <a:pt x="554909" y="1523810"/>
                      <a:pt x="532334" y="1522571"/>
                    </a:cubicBezTo>
                    <a:cubicBezTo>
                      <a:pt x="460706" y="1317307"/>
                      <a:pt x="303163" y="639128"/>
                      <a:pt x="272492" y="509778"/>
                    </a:cubicBezTo>
                    <a:cubicBezTo>
                      <a:pt x="267730" y="489871"/>
                      <a:pt x="237059" y="494252"/>
                      <a:pt x="239441" y="514540"/>
                    </a:cubicBezTo>
                    <a:cubicBezTo>
                      <a:pt x="256871" y="662273"/>
                      <a:pt x="168670" y="1295781"/>
                      <a:pt x="215438" y="1522952"/>
                    </a:cubicBezTo>
                    <a:cubicBezTo>
                      <a:pt x="196769" y="1532477"/>
                      <a:pt x="83802" y="1530382"/>
                      <a:pt x="62180" y="1527620"/>
                    </a:cubicBezTo>
                    <a:cubicBezTo>
                      <a:pt x="38749" y="1274254"/>
                      <a:pt x="-85933" y="315278"/>
                      <a:pt x="102185" y="4381"/>
                    </a:cubicBezTo>
                    <a:cubicBezTo>
                      <a:pt x="188291" y="-7430"/>
                      <a:pt x="293257" y="8096"/>
                      <a:pt x="380506" y="1066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1395;p46">
                <a:extLst>
                  <a:ext uri="{FF2B5EF4-FFF2-40B4-BE49-F238E27FC236}">
                    <a16:creationId xmlns:a16="http://schemas.microsoft.com/office/drawing/2014/main" id="{92714F7C-4FCE-E2B7-1E7B-17A4FAC947B6}"/>
                  </a:ext>
                </a:extLst>
              </p:cNvPr>
              <p:cNvSpPr/>
              <p:nvPr/>
            </p:nvSpPr>
            <p:spPr>
              <a:xfrm flipH="1">
                <a:off x="5468122" y="1896751"/>
                <a:ext cx="437178" cy="613196"/>
              </a:xfrm>
              <a:custGeom>
                <a:avLst/>
                <a:gdLst/>
                <a:ahLst/>
                <a:cxnLst/>
                <a:rect l="l" t="t" r="r" b="b"/>
                <a:pathLst>
                  <a:path w="427558" h="457609" extrusionOk="0">
                    <a:moveTo>
                      <a:pt x="83135" y="23717"/>
                    </a:moveTo>
                    <a:cubicBezTo>
                      <a:pt x="85611" y="29813"/>
                      <a:pt x="-2971" y="218599"/>
                      <a:pt x="77" y="278130"/>
                    </a:cubicBezTo>
                    <a:cubicBezTo>
                      <a:pt x="3125" y="338137"/>
                      <a:pt x="44082" y="439102"/>
                      <a:pt x="40844" y="448056"/>
                    </a:cubicBezTo>
                    <a:cubicBezTo>
                      <a:pt x="40844" y="448056"/>
                      <a:pt x="170765" y="476250"/>
                      <a:pt x="427559" y="435769"/>
                    </a:cubicBezTo>
                    <a:cubicBezTo>
                      <a:pt x="411176" y="289465"/>
                      <a:pt x="353740" y="140494"/>
                      <a:pt x="327261" y="66199"/>
                    </a:cubicBezTo>
                    <a:cubicBezTo>
                      <a:pt x="327261" y="66199"/>
                      <a:pt x="245250" y="1619"/>
                      <a:pt x="223533" y="0"/>
                    </a:cubicBezTo>
                    <a:cubicBezTo>
                      <a:pt x="223438" y="0"/>
                      <a:pt x="184386" y="53816"/>
                      <a:pt x="83135" y="2371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1396;p46">
                <a:extLst>
                  <a:ext uri="{FF2B5EF4-FFF2-40B4-BE49-F238E27FC236}">
                    <a16:creationId xmlns:a16="http://schemas.microsoft.com/office/drawing/2014/main" id="{6CE1C778-7E61-CB94-F907-4440CE75DE73}"/>
                  </a:ext>
                </a:extLst>
              </p:cNvPr>
              <p:cNvSpPr/>
              <p:nvPr/>
            </p:nvSpPr>
            <p:spPr>
              <a:xfrm flipH="1">
                <a:off x="5880077" y="2029496"/>
                <a:ext cx="379532" cy="276607"/>
              </a:xfrm>
              <a:custGeom>
                <a:avLst/>
                <a:gdLst/>
                <a:ahLst/>
                <a:cxnLst/>
                <a:rect l="l" t="t" r="r" b="b"/>
                <a:pathLst>
                  <a:path w="371180" h="270520" extrusionOk="0">
                    <a:moveTo>
                      <a:pt x="371180" y="270521"/>
                    </a:moveTo>
                    <a:lnTo>
                      <a:pt x="310030" y="68877"/>
                    </a:lnTo>
                    <a:cubicBezTo>
                      <a:pt x="304981" y="52208"/>
                      <a:pt x="291265" y="39730"/>
                      <a:pt x="274216" y="36111"/>
                    </a:cubicBezTo>
                    <a:lnTo>
                      <a:pt x="26470" y="487"/>
                    </a:lnTo>
                    <a:cubicBezTo>
                      <a:pt x="10183" y="-2942"/>
                      <a:pt x="-3819" y="12298"/>
                      <a:pt x="943" y="28300"/>
                    </a:cubicBezTo>
                    <a:lnTo>
                      <a:pt x="52664" y="201750"/>
                    </a:lnTo>
                    <a:cubicBezTo>
                      <a:pt x="54950" y="209371"/>
                      <a:pt x="61046" y="215086"/>
                      <a:pt x="68761" y="216895"/>
                    </a:cubicBezTo>
                    <a:lnTo>
                      <a:pt x="371180" y="27052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1397;p46">
                <a:extLst>
                  <a:ext uri="{FF2B5EF4-FFF2-40B4-BE49-F238E27FC236}">
                    <a16:creationId xmlns:a16="http://schemas.microsoft.com/office/drawing/2014/main" id="{13FAFA99-5DFC-07A9-B4A9-F2F41147C1A1}"/>
                  </a:ext>
                </a:extLst>
              </p:cNvPr>
              <p:cNvSpPr/>
              <p:nvPr/>
            </p:nvSpPr>
            <p:spPr>
              <a:xfrm flipH="1">
                <a:off x="5793761" y="2148459"/>
                <a:ext cx="242121" cy="229775"/>
              </a:xfrm>
              <a:custGeom>
                <a:avLst/>
                <a:gdLst/>
                <a:ahLst/>
                <a:cxnLst/>
                <a:rect l="l" t="t" r="r" b="b"/>
                <a:pathLst>
                  <a:path w="236793" h="224719" extrusionOk="0">
                    <a:moveTo>
                      <a:pt x="204980" y="224720"/>
                    </a:moveTo>
                    <a:cubicBezTo>
                      <a:pt x="99158" y="152235"/>
                      <a:pt x="39626" y="95371"/>
                      <a:pt x="28292" y="85369"/>
                    </a:cubicBezTo>
                    <a:cubicBezTo>
                      <a:pt x="21815" y="79654"/>
                      <a:pt x="4098" y="60319"/>
                      <a:pt x="5527" y="57080"/>
                    </a:cubicBezTo>
                    <a:cubicBezTo>
                      <a:pt x="8861" y="49650"/>
                      <a:pt x="44865" y="87750"/>
                      <a:pt x="44008" y="85179"/>
                    </a:cubicBezTo>
                    <a:cubicBezTo>
                      <a:pt x="43055" y="82702"/>
                      <a:pt x="-2379" y="43269"/>
                      <a:pt x="98" y="37268"/>
                    </a:cubicBezTo>
                    <a:cubicBezTo>
                      <a:pt x="3908" y="28124"/>
                      <a:pt x="53819" y="72891"/>
                      <a:pt x="54676" y="73654"/>
                    </a:cubicBezTo>
                    <a:cubicBezTo>
                      <a:pt x="67916" y="84512"/>
                      <a:pt x="5241" y="32696"/>
                      <a:pt x="6289" y="25743"/>
                    </a:cubicBezTo>
                    <a:cubicBezTo>
                      <a:pt x="7337" y="18885"/>
                      <a:pt x="37626" y="40506"/>
                      <a:pt x="38674" y="41269"/>
                    </a:cubicBezTo>
                    <a:cubicBezTo>
                      <a:pt x="38674" y="41269"/>
                      <a:pt x="63439" y="61366"/>
                      <a:pt x="65344" y="59842"/>
                    </a:cubicBezTo>
                    <a:cubicBezTo>
                      <a:pt x="67154" y="58318"/>
                      <a:pt x="24672" y="1168"/>
                      <a:pt x="32102" y="25"/>
                    </a:cubicBezTo>
                    <a:cubicBezTo>
                      <a:pt x="39531" y="-1118"/>
                      <a:pt x="74393" y="36982"/>
                      <a:pt x="82965" y="45079"/>
                    </a:cubicBezTo>
                    <a:cubicBezTo>
                      <a:pt x="91538" y="53175"/>
                      <a:pt x="106587" y="61080"/>
                      <a:pt x="111445" y="60319"/>
                    </a:cubicBezTo>
                    <a:cubicBezTo>
                      <a:pt x="115541" y="59652"/>
                      <a:pt x="118970" y="41745"/>
                      <a:pt x="114874" y="32601"/>
                    </a:cubicBezTo>
                    <a:cubicBezTo>
                      <a:pt x="114874" y="32601"/>
                      <a:pt x="135829" y="54604"/>
                      <a:pt x="142211" y="73082"/>
                    </a:cubicBezTo>
                    <a:cubicBezTo>
                      <a:pt x="145544" y="82797"/>
                      <a:pt x="147640" y="95180"/>
                      <a:pt x="147640" y="95180"/>
                    </a:cubicBezTo>
                    <a:lnTo>
                      <a:pt x="236794" y="154045"/>
                    </a:lnTo>
                    <a:lnTo>
                      <a:pt x="204980" y="22472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1398;p46">
                <a:extLst>
                  <a:ext uri="{FF2B5EF4-FFF2-40B4-BE49-F238E27FC236}">
                    <a16:creationId xmlns:a16="http://schemas.microsoft.com/office/drawing/2014/main" id="{B0EEF9CB-971A-0B2C-8188-F6EF7FE9351B}"/>
                  </a:ext>
                </a:extLst>
              </p:cNvPr>
              <p:cNvSpPr/>
              <p:nvPr/>
            </p:nvSpPr>
            <p:spPr>
              <a:xfrm flipH="1">
                <a:off x="5512087" y="1963933"/>
                <a:ext cx="419411" cy="509509"/>
              </a:xfrm>
              <a:custGeom>
                <a:avLst/>
                <a:gdLst/>
                <a:ahLst/>
                <a:cxnLst/>
                <a:rect l="l" t="t" r="r" b="b"/>
                <a:pathLst>
                  <a:path w="410182" h="498297" extrusionOk="0">
                    <a:moveTo>
                      <a:pt x="283369" y="73313"/>
                    </a:moveTo>
                    <a:cubicBezTo>
                      <a:pt x="283369" y="73313"/>
                      <a:pt x="306419" y="-21556"/>
                      <a:pt x="348996" y="4543"/>
                    </a:cubicBezTo>
                    <a:cubicBezTo>
                      <a:pt x="421100" y="48644"/>
                      <a:pt x="449866" y="263051"/>
                      <a:pt x="319564" y="482984"/>
                    </a:cubicBezTo>
                    <a:cubicBezTo>
                      <a:pt x="277273" y="554326"/>
                      <a:pt x="0" y="353253"/>
                      <a:pt x="0" y="353253"/>
                    </a:cubicBezTo>
                    <a:lnTo>
                      <a:pt x="65627" y="250288"/>
                    </a:lnTo>
                    <a:lnTo>
                      <a:pt x="215360" y="343252"/>
                    </a:lnTo>
                    <a:lnTo>
                      <a:pt x="283369" y="7331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" name="Google Shape;1399;p46">
              <a:extLst>
                <a:ext uri="{FF2B5EF4-FFF2-40B4-BE49-F238E27FC236}">
                  <a16:creationId xmlns:a16="http://schemas.microsoft.com/office/drawing/2014/main" id="{B6090973-C71C-E6E6-DAB1-0C7838AD2094}"/>
                </a:ext>
              </a:extLst>
            </p:cNvPr>
            <p:cNvGrpSpPr/>
            <p:nvPr/>
          </p:nvGrpSpPr>
          <p:grpSpPr>
            <a:xfrm>
              <a:off x="4977785" y="1035662"/>
              <a:ext cx="676370" cy="1142272"/>
              <a:chOff x="2757910" y="1240337"/>
              <a:chExt cx="676370" cy="1142272"/>
            </a:xfrm>
          </p:grpSpPr>
          <p:sp>
            <p:nvSpPr>
              <p:cNvPr id="29" name="Google Shape;1400;p46">
                <a:extLst>
                  <a:ext uri="{FF2B5EF4-FFF2-40B4-BE49-F238E27FC236}">
                    <a16:creationId xmlns:a16="http://schemas.microsoft.com/office/drawing/2014/main" id="{F59D9D9E-E510-6AD8-7E5A-024E6B5DF6E1}"/>
                  </a:ext>
                </a:extLst>
              </p:cNvPr>
              <p:cNvSpPr/>
              <p:nvPr/>
            </p:nvSpPr>
            <p:spPr>
              <a:xfrm>
                <a:off x="2757910" y="1240337"/>
                <a:ext cx="676370" cy="870576"/>
              </a:xfrm>
              <a:custGeom>
                <a:avLst/>
                <a:gdLst/>
                <a:ahLst/>
                <a:cxnLst/>
                <a:rect l="l" t="t" r="r" b="b"/>
                <a:pathLst>
                  <a:path w="774" h="996" extrusionOk="0">
                    <a:moveTo>
                      <a:pt x="774" y="387"/>
                    </a:moveTo>
                    <a:cubicBezTo>
                      <a:pt x="774" y="173"/>
                      <a:pt x="601" y="0"/>
                      <a:pt x="387" y="0"/>
                    </a:cubicBezTo>
                    <a:cubicBezTo>
                      <a:pt x="173" y="0"/>
                      <a:pt x="0" y="173"/>
                      <a:pt x="0" y="387"/>
                    </a:cubicBezTo>
                    <a:cubicBezTo>
                      <a:pt x="0" y="462"/>
                      <a:pt x="22" y="533"/>
                      <a:pt x="59" y="592"/>
                    </a:cubicBezTo>
                    <a:cubicBezTo>
                      <a:pt x="59" y="592"/>
                      <a:pt x="59" y="592"/>
                      <a:pt x="59" y="592"/>
                    </a:cubicBezTo>
                    <a:cubicBezTo>
                      <a:pt x="59" y="592"/>
                      <a:pt x="61" y="595"/>
                      <a:pt x="64" y="600"/>
                    </a:cubicBezTo>
                    <a:cubicBezTo>
                      <a:pt x="65" y="602"/>
                      <a:pt x="66" y="603"/>
                      <a:pt x="67" y="605"/>
                    </a:cubicBezTo>
                    <a:cubicBezTo>
                      <a:pt x="99" y="654"/>
                      <a:pt x="211" y="835"/>
                      <a:pt x="211" y="996"/>
                    </a:cubicBezTo>
                    <a:cubicBezTo>
                      <a:pt x="334" y="996"/>
                      <a:pt x="334" y="996"/>
                      <a:pt x="334" y="996"/>
                    </a:cubicBezTo>
                    <a:cubicBezTo>
                      <a:pt x="464" y="996"/>
                      <a:pt x="464" y="996"/>
                      <a:pt x="464" y="996"/>
                    </a:cubicBezTo>
                    <a:cubicBezTo>
                      <a:pt x="563" y="996"/>
                      <a:pt x="563" y="996"/>
                      <a:pt x="563" y="996"/>
                    </a:cubicBezTo>
                    <a:cubicBezTo>
                      <a:pt x="563" y="808"/>
                      <a:pt x="716" y="592"/>
                      <a:pt x="716" y="592"/>
                    </a:cubicBezTo>
                    <a:cubicBezTo>
                      <a:pt x="716" y="592"/>
                      <a:pt x="716" y="592"/>
                      <a:pt x="716" y="592"/>
                    </a:cubicBezTo>
                    <a:cubicBezTo>
                      <a:pt x="753" y="533"/>
                      <a:pt x="774" y="462"/>
                      <a:pt x="774" y="3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1401;p46">
                <a:extLst>
                  <a:ext uri="{FF2B5EF4-FFF2-40B4-BE49-F238E27FC236}">
                    <a16:creationId xmlns:a16="http://schemas.microsoft.com/office/drawing/2014/main" id="{491A1871-F3E0-DB91-7EAD-2AA522F5F8B3}"/>
                  </a:ext>
                </a:extLst>
              </p:cNvPr>
              <p:cNvSpPr/>
              <p:nvPr/>
            </p:nvSpPr>
            <p:spPr>
              <a:xfrm>
                <a:off x="2940636" y="2078385"/>
                <a:ext cx="320487" cy="227689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38" extrusionOk="0">
                    <a:moveTo>
                      <a:pt x="196" y="0"/>
                    </a:moveTo>
                    <a:lnTo>
                      <a:pt x="139" y="0"/>
                    </a:lnTo>
                    <a:lnTo>
                      <a:pt x="0" y="0"/>
                    </a:lnTo>
                    <a:lnTo>
                      <a:pt x="0" y="165"/>
                    </a:lnTo>
                    <a:lnTo>
                      <a:pt x="90" y="238"/>
                    </a:lnTo>
                    <a:lnTo>
                      <a:pt x="139" y="238"/>
                    </a:lnTo>
                    <a:lnTo>
                      <a:pt x="196" y="238"/>
                    </a:lnTo>
                    <a:lnTo>
                      <a:pt x="245" y="238"/>
                    </a:lnTo>
                    <a:lnTo>
                      <a:pt x="335" y="165"/>
                    </a:lnTo>
                    <a:lnTo>
                      <a:pt x="335" y="0"/>
                    </a:lnTo>
                    <a:lnTo>
                      <a:pt x="19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1402;p46">
                <a:extLst>
                  <a:ext uri="{FF2B5EF4-FFF2-40B4-BE49-F238E27FC236}">
                    <a16:creationId xmlns:a16="http://schemas.microsoft.com/office/drawing/2014/main" id="{00905705-CEA8-1252-5599-E945E08A7EB3}"/>
                  </a:ext>
                </a:extLst>
              </p:cNvPr>
              <p:cNvSpPr/>
              <p:nvPr/>
            </p:nvSpPr>
            <p:spPr>
              <a:xfrm>
                <a:off x="2924372" y="1697628"/>
                <a:ext cx="322400" cy="369276"/>
              </a:xfrm>
              <a:custGeom>
                <a:avLst/>
                <a:gdLst/>
                <a:ahLst/>
                <a:cxnLst/>
                <a:rect l="l" t="t" r="r" b="b"/>
                <a:pathLst>
                  <a:path w="369" h="422" extrusionOk="0">
                    <a:moveTo>
                      <a:pt x="103" y="422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10" y="49"/>
                      <a:pt x="10" y="49"/>
                      <a:pt x="10" y="49"/>
                    </a:cubicBezTo>
                    <a:cubicBezTo>
                      <a:pt x="11" y="50"/>
                      <a:pt x="66" y="92"/>
                      <a:pt x="109" y="87"/>
                    </a:cubicBezTo>
                    <a:cubicBezTo>
                      <a:pt x="86" y="49"/>
                      <a:pt x="96" y="27"/>
                      <a:pt x="103" y="18"/>
                    </a:cubicBezTo>
                    <a:cubicBezTo>
                      <a:pt x="114" y="4"/>
                      <a:pt x="135" y="0"/>
                      <a:pt x="150" y="8"/>
                    </a:cubicBezTo>
                    <a:cubicBezTo>
                      <a:pt x="164" y="16"/>
                      <a:pt x="168" y="33"/>
                      <a:pt x="160" y="54"/>
                    </a:cubicBezTo>
                    <a:cubicBezTo>
                      <a:pt x="152" y="73"/>
                      <a:pt x="140" y="86"/>
                      <a:pt x="123" y="92"/>
                    </a:cubicBezTo>
                    <a:cubicBezTo>
                      <a:pt x="128" y="98"/>
                      <a:pt x="133" y="105"/>
                      <a:pt x="139" y="111"/>
                    </a:cubicBezTo>
                    <a:cubicBezTo>
                      <a:pt x="168" y="143"/>
                      <a:pt x="196" y="138"/>
                      <a:pt x="214" y="128"/>
                    </a:cubicBezTo>
                    <a:cubicBezTo>
                      <a:pt x="230" y="119"/>
                      <a:pt x="243" y="104"/>
                      <a:pt x="253" y="88"/>
                    </a:cubicBezTo>
                    <a:cubicBezTo>
                      <a:pt x="246" y="85"/>
                      <a:pt x="241" y="82"/>
                      <a:pt x="238" y="80"/>
                    </a:cubicBezTo>
                    <a:cubicBezTo>
                      <a:pt x="216" y="67"/>
                      <a:pt x="204" y="45"/>
                      <a:pt x="209" y="27"/>
                    </a:cubicBezTo>
                    <a:cubicBezTo>
                      <a:pt x="213" y="15"/>
                      <a:pt x="225" y="8"/>
                      <a:pt x="242" y="7"/>
                    </a:cubicBezTo>
                    <a:cubicBezTo>
                      <a:pt x="259" y="7"/>
                      <a:pt x="270" y="15"/>
                      <a:pt x="274" y="29"/>
                    </a:cubicBezTo>
                    <a:cubicBezTo>
                      <a:pt x="278" y="43"/>
                      <a:pt x="274" y="63"/>
                      <a:pt x="265" y="83"/>
                    </a:cubicBezTo>
                    <a:cubicBezTo>
                      <a:pt x="307" y="92"/>
                      <a:pt x="347" y="61"/>
                      <a:pt x="360" y="49"/>
                    </a:cubicBezTo>
                    <a:cubicBezTo>
                      <a:pt x="369" y="41"/>
                      <a:pt x="369" y="41"/>
                      <a:pt x="369" y="41"/>
                    </a:cubicBezTo>
                    <a:cubicBezTo>
                      <a:pt x="293" y="422"/>
                      <a:pt x="293" y="422"/>
                      <a:pt x="293" y="422"/>
                    </a:cubicBezTo>
                    <a:cubicBezTo>
                      <a:pt x="285" y="420"/>
                      <a:pt x="285" y="420"/>
                      <a:pt x="285" y="420"/>
                    </a:cubicBezTo>
                    <a:cubicBezTo>
                      <a:pt x="356" y="63"/>
                      <a:pt x="356" y="63"/>
                      <a:pt x="356" y="63"/>
                    </a:cubicBezTo>
                    <a:cubicBezTo>
                      <a:pt x="316" y="94"/>
                      <a:pt x="283" y="95"/>
                      <a:pt x="261" y="90"/>
                    </a:cubicBezTo>
                    <a:cubicBezTo>
                      <a:pt x="251" y="108"/>
                      <a:pt x="236" y="125"/>
                      <a:pt x="218" y="135"/>
                    </a:cubicBezTo>
                    <a:cubicBezTo>
                      <a:pt x="189" y="151"/>
                      <a:pt x="159" y="145"/>
                      <a:pt x="133" y="117"/>
                    </a:cubicBezTo>
                    <a:cubicBezTo>
                      <a:pt x="125" y="109"/>
                      <a:pt x="119" y="101"/>
                      <a:pt x="114" y="94"/>
                    </a:cubicBezTo>
                    <a:cubicBezTo>
                      <a:pt x="77" y="101"/>
                      <a:pt x="34" y="76"/>
                      <a:pt x="15" y="63"/>
                    </a:cubicBezTo>
                    <a:cubicBezTo>
                      <a:pt x="111" y="420"/>
                      <a:pt x="111" y="420"/>
                      <a:pt x="111" y="420"/>
                    </a:cubicBezTo>
                    <a:cubicBezTo>
                      <a:pt x="103" y="422"/>
                      <a:pt x="103" y="422"/>
                      <a:pt x="103" y="422"/>
                    </a:cubicBezTo>
                    <a:moveTo>
                      <a:pt x="133" y="12"/>
                    </a:moveTo>
                    <a:cubicBezTo>
                      <a:pt x="125" y="12"/>
                      <a:pt x="115" y="16"/>
                      <a:pt x="110" y="23"/>
                    </a:cubicBezTo>
                    <a:cubicBezTo>
                      <a:pt x="99" y="37"/>
                      <a:pt x="102" y="59"/>
                      <a:pt x="118" y="85"/>
                    </a:cubicBezTo>
                    <a:cubicBezTo>
                      <a:pt x="133" y="80"/>
                      <a:pt x="145" y="69"/>
                      <a:pt x="152" y="51"/>
                    </a:cubicBezTo>
                    <a:cubicBezTo>
                      <a:pt x="159" y="34"/>
                      <a:pt x="156" y="21"/>
                      <a:pt x="146" y="15"/>
                    </a:cubicBezTo>
                    <a:cubicBezTo>
                      <a:pt x="142" y="13"/>
                      <a:pt x="138" y="12"/>
                      <a:pt x="133" y="12"/>
                    </a:cubicBezTo>
                    <a:moveTo>
                      <a:pt x="244" y="16"/>
                    </a:moveTo>
                    <a:cubicBezTo>
                      <a:pt x="243" y="16"/>
                      <a:pt x="243" y="16"/>
                      <a:pt x="243" y="16"/>
                    </a:cubicBezTo>
                    <a:cubicBezTo>
                      <a:pt x="229" y="16"/>
                      <a:pt x="220" y="21"/>
                      <a:pt x="217" y="30"/>
                    </a:cubicBezTo>
                    <a:cubicBezTo>
                      <a:pt x="214" y="43"/>
                      <a:pt x="224" y="62"/>
                      <a:pt x="242" y="73"/>
                    </a:cubicBezTo>
                    <a:cubicBezTo>
                      <a:pt x="247" y="76"/>
                      <a:pt x="252" y="79"/>
                      <a:pt x="257" y="80"/>
                    </a:cubicBezTo>
                    <a:cubicBezTo>
                      <a:pt x="265" y="62"/>
                      <a:pt x="269" y="44"/>
                      <a:pt x="266" y="31"/>
                    </a:cubicBezTo>
                    <a:cubicBezTo>
                      <a:pt x="263" y="21"/>
                      <a:pt x="255" y="16"/>
                      <a:pt x="244" y="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1403;p46">
                <a:extLst>
                  <a:ext uri="{FF2B5EF4-FFF2-40B4-BE49-F238E27FC236}">
                    <a16:creationId xmlns:a16="http://schemas.microsoft.com/office/drawing/2014/main" id="{EAA14F6C-DA39-8233-109D-2FEE3BD42030}"/>
                  </a:ext>
                </a:extLst>
              </p:cNvPr>
              <p:cNvSpPr/>
              <p:nvPr/>
            </p:nvSpPr>
            <p:spPr>
              <a:xfrm>
                <a:off x="2942549" y="1733025"/>
                <a:ext cx="304223" cy="323357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69" extrusionOk="0">
                    <a:moveTo>
                      <a:pt x="0" y="77"/>
                    </a:moveTo>
                    <a:cubicBezTo>
                      <a:pt x="78" y="369"/>
                      <a:pt x="78" y="369"/>
                      <a:pt x="78" y="369"/>
                    </a:cubicBezTo>
                    <a:cubicBezTo>
                      <a:pt x="87" y="369"/>
                      <a:pt x="87" y="369"/>
                      <a:pt x="87" y="36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6" y="77"/>
                      <a:pt x="3" y="77"/>
                      <a:pt x="0" y="77"/>
                    </a:cubicBezTo>
                    <a:moveTo>
                      <a:pt x="348" y="0"/>
                    </a:moveTo>
                    <a:cubicBezTo>
                      <a:pt x="339" y="8"/>
                      <a:pt x="339" y="8"/>
                      <a:pt x="339" y="8"/>
                    </a:cubicBezTo>
                    <a:cubicBezTo>
                      <a:pt x="328" y="18"/>
                      <a:pt x="295" y="43"/>
                      <a:pt x="260" y="43"/>
                    </a:cubicBezTo>
                    <a:cubicBezTo>
                      <a:pt x="254" y="43"/>
                      <a:pt x="249" y="43"/>
                      <a:pt x="244" y="42"/>
                    </a:cubicBezTo>
                    <a:cubicBezTo>
                      <a:pt x="248" y="34"/>
                      <a:pt x="250" y="26"/>
                      <a:pt x="252" y="18"/>
                    </a:cubicBezTo>
                    <a:cubicBezTo>
                      <a:pt x="249" y="20"/>
                      <a:pt x="245" y="22"/>
                      <a:pt x="242" y="24"/>
                    </a:cubicBezTo>
                    <a:cubicBezTo>
                      <a:pt x="240" y="29"/>
                      <a:pt x="238" y="34"/>
                      <a:pt x="236" y="39"/>
                    </a:cubicBezTo>
                    <a:cubicBezTo>
                      <a:pt x="232" y="38"/>
                      <a:pt x="228" y="36"/>
                      <a:pt x="224" y="34"/>
                    </a:cubicBezTo>
                    <a:cubicBezTo>
                      <a:pt x="221" y="35"/>
                      <a:pt x="218" y="37"/>
                      <a:pt x="215" y="38"/>
                    </a:cubicBezTo>
                    <a:cubicBezTo>
                      <a:pt x="215" y="38"/>
                      <a:pt x="216" y="39"/>
                      <a:pt x="217" y="39"/>
                    </a:cubicBezTo>
                    <a:cubicBezTo>
                      <a:pt x="220" y="41"/>
                      <a:pt x="225" y="44"/>
                      <a:pt x="232" y="47"/>
                    </a:cubicBezTo>
                    <a:cubicBezTo>
                      <a:pt x="222" y="63"/>
                      <a:pt x="209" y="78"/>
                      <a:pt x="193" y="87"/>
                    </a:cubicBezTo>
                    <a:cubicBezTo>
                      <a:pt x="185" y="91"/>
                      <a:pt x="176" y="94"/>
                      <a:pt x="165" y="94"/>
                    </a:cubicBezTo>
                    <a:cubicBezTo>
                      <a:pt x="151" y="94"/>
                      <a:pt x="135" y="88"/>
                      <a:pt x="118" y="70"/>
                    </a:cubicBezTo>
                    <a:cubicBezTo>
                      <a:pt x="117" y="70"/>
                      <a:pt x="117" y="69"/>
                      <a:pt x="116" y="68"/>
                    </a:cubicBezTo>
                    <a:cubicBezTo>
                      <a:pt x="113" y="69"/>
                      <a:pt x="110" y="69"/>
                      <a:pt x="107" y="70"/>
                    </a:cubicBezTo>
                    <a:cubicBezTo>
                      <a:pt x="108" y="72"/>
                      <a:pt x="110" y="74"/>
                      <a:pt x="112" y="76"/>
                    </a:cubicBezTo>
                    <a:cubicBezTo>
                      <a:pt x="128" y="94"/>
                      <a:pt x="147" y="103"/>
                      <a:pt x="165" y="103"/>
                    </a:cubicBezTo>
                    <a:cubicBezTo>
                      <a:pt x="176" y="103"/>
                      <a:pt x="186" y="100"/>
                      <a:pt x="197" y="94"/>
                    </a:cubicBezTo>
                    <a:cubicBezTo>
                      <a:pt x="215" y="84"/>
                      <a:pt x="230" y="67"/>
                      <a:pt x="240" y="49"/>
                    </a:cubicBezTo>
                    <a:cubicBezTo>
                      <a:pt x="246" y="51"/>
                      <a:pt x="253" y="52"/>
                      <a:pt x="261" y="52"/>
                    </a:cubicBezTo>
                    <a:cubicBezTo>
                      <a:pt x="281" y="52"/>
                      <a:pt x="306" y="45"/>
                      <a:pt x="335" y="22"/>
                    </a:cubicBezTo>
                    <a:cubicBezTo>
                      <a:pt x="266" y="369"/>
                      <a:pt x="266" y="369"/>
                      <a:pt x="266" y="369"/>
                    </a:cubicBezTo>
                    <a:cubicBezTo>
                      <a:pt x="275" y="369"/>
                      <a:pt x="275" y="369"/>
                      <a:pt x="275" y="369"/>
                    </a:cubicBezTo>
                    <a:cubicBezTo>
                      <a:pt x="348" y="0"/>
                      <a:pt x="348" y="0"/>
                      <a:pt x="3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1404;p46">
                <a:extLst>
                  <a:ext uri="{FF2B5EF4-FFF2-40B4-BE49-F238E27FC236}">
                    <a16:creationId xmlns:a16="http://schemas.microsoft.com/office/drawing/2014/main" id="{F82F3270-C693-2903-595D-DF89F1B45207}"/>
                  </a:ext>
                </a:extLst>
              </p:cNvPr>
              <p:cNvSpPr/>
              <p:nvPr/>
            </p:nvSpPr>
            <p:spPr>
              <a:xfrm>
                <a:off x="2904282" y="2056382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1405;p46">
                <a:extLst>
                  <a:ext uri="{FF2B5EF4-FFF2-40B4-BE49-F238E27FC236}">
                    <a16:creationId xmlns:a16="http://schemas.microsoft.com/office/drawing/2014/main" id="{D0C5E55C-5136-B7D2-8E76-7C39F8B31961}"/>
                  </a:ext>
                </a:extLst>
              </p:cNvPr>
              <p:cNvSpPr/>
              <p:nvPr/>
            </p:nvSpPr>
            <p:spPr>
              <a:xfrm>
                <a:off x="2904282" y="2118566"/>
                <a:ext cx="393194" cy="41137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7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1"/>
                      <a:pt x="0" y="23"/>
                    </a:cubicBezTo>
                    <a:cubicBezTo>
                      <a:pt x="0" y="36"/>
                      <a:pt x="12" y="47"/>
                      <a:pt x="25" y="47"/>
                    </a:cubicBezTo>
                    <a:cubicBezTo>
                      <a:pt x="425" y="47"/>
                      <a:pt x="425" y="47"/>
                      <a:pt x="425" y="47"/>
                    </a:cubicBezTo>
                    <a:cubicBezTo>
                      <a:pt x="438" y="47"/>
                      <a:pt x="450" y="36"/>
                      <a:pt x="450" y="23"/>
                    </a:cubicBezTo>
                    <a:cubicBezTo>
                      <a:pt x="450" y="11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" name="Google Shape;1406;p46">
                <a:extLst>
                  <a:ext uri="{FF2B5EF4-FFF2-40B4-BE49-F238E27FC236}">
                    <a16:creationId xmlns:a16="http://schemas.microsoft.com/office/drawing/2014/main" id="{90E0E0FF-B54E-CA3B-2DAD-16CA815C91BF}"/>
                  </a:ext>
                </a:extLst>
              </p:cNvPr>
              <p:cNvSpPr/>
              <p:nvPr/>
            </p:nvSpPr>
            <p:spPr>
              <a:xfrm>
                <a:off x="2904282" y="2181706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" name="Google Shape;1407;p46">
                <a:extLst>
                  <a:ext uri="{FF2B5EF4-FFF2-40B4-BE49-F238E27FC236}">
                    <a16:creationId xmlns:a16="http://schemas.microsoft.com/office/drawing/2014/main" id="{83491743-2F50-1ADD-96AB-3F3B011E610B}"/>
                  </a:ext>
                </a:extLst>
              </p:cNvPr>
              <p:cNvSpPr/>
              <p:nvPr/>
            </p:nvSpPr>
            <p:spPr>
              <a:xfrm>
                <a:off x="3026737" y="2306074"/>
                <a:ext cx="148285" cy="76534"/>
              </a:xfrm>
              <a:custGeom>
                <a:avLst/>
                <a:gdLst/>
                <a:ahLst/>
                <a:cxnLst/>
                <a:rect l="l" t="t" r="r" b="b"/>
                <a:pathLst>
                  <a:path w="170" h="87" extrusionOk="0">
                    <a:moveTo>
                      <a:pt x="0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49"/>
                      <a:pt x="38" y="87"/>
                      <a:pt x="85" y="87"/>
                    </a:cubicBezTo>
                    <a:cubicBezTo>
                      <a:pt x="132" y="87"/>
                      <a:pt x="170" y="49"/>
                      <a:pt x="170" y="2"/>
                    </a:cubicBezTo>
                    <a:cubicBezTo>
                      <a:pt x="170" y="0"/>
                      <a:pt x="170" y="0"/>
                      <a:pt x="17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" name="Google Shape;1408;p46">
              <a:extLst>
                <a:ext uri="{FF2B5EF4-FFF2-40B4-BE49-F238E27FC236}">
                  <a16:creationId xmlns:a16="http://schemas.microsoft.com/office/drawing/2014/main" id="{608B1A4A-E7D0-B59B-AA6A-4DBB9E9CE6BE}"/>
                </a:ext>
              </a:extLst>
            </p:cNvPr>
            <p:cNvGrpSpPr/>
            <p:nvPr/>
          </p:nvGrpSpPr>
          <p:grpSpPr>
            <a:xfrm>
              <a:off x="5954721" y="2930236"/>
              <a:ext cx="821542" cy="769820"/>
              <a:chOff x="1932280" y="1331475"/>
              <a:chExt cx="637200" cy="597084"/>
            </a:xfrm>
          </p:grpSpPr>
          <p:sp>
            <p:nvSpPr>
              <p:cNvPr id="17" name="Google Shape;1409;p46">
                <a:extLst>
                  <a:ext uri="{FF2B5EF4-FFF2-40B4-BE49-F238E27FC236}">
                    <a16:creationId xmlns:a16="http://schemas.microsoft.com/office/drawing/2014/main" id="{252EA5D4-D44B-632B-E23A-E05D7B45BA5C}"/>
                  </a:ext>
                </a:extLst>
              </p:cNvPr>
              <p:cNvSpPr/>
              <p:nvPr/>
            </p:nvSpPr>
            <p:spPr>
              <a:xfrm>
                <a:off x="1932280" y="1393658"/>
                <a:ext cx="637200" cy="534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" name="Google Shape;1410;p46">
                <a:extLst>
                  <a:ext uri="{FF2B5EF4-FFF2-40B4-BE49-F238E27FC236}">
                    <a16:creationId xmlns:a16="http://schemas.microsoft.com/office/drawing/2014/main" id="{7D050D22-8E01-F794-E59E-9C118AF41680}"/>
                  </a:ext>
                </a:extLst>
              </p:cNvPr>
              <p:cNvSpPr/>
              <p:nvPr/>
            </p:nvSpPr>
            <p:spPr>
              <a:xfrm>
                <a:off x="2033687" y="1869127"/>
                <a:ext cx="993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411;p46">
                <a:extLst>
                  <a:ext uri="{FF2B5EF4-FFF2-40B4-BE49-F238E27FC236}">
                    <a16:creationId xmlns:a16="http://schemas.microsoft.com/office/drawing/2014/main" id="{AF6FA0F5-1F8E-103E-976A-E57AEF711EDB}"/>
                  </a:ext>
                </a:extLst>
              </p:cNvPr>
              <p:cNvSpPr/>
              <p:nvPr/>
            </p:nvSpPr>
            <p:spPr>
              <a:xfrm>
                <a:off x="1977243" y="1857647"/>
                <a:ext cx="38400" cy="39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1412;p46">
                <a:extLst>
                  <a:ext uri="{FF2B5EF4-FFF2-40B4-BE49-F238E27FC236}">
                    <a16:creationId xmlns:a16="http://schemas.microsoft.com/office/drawing/2014/main" id="{EB31B3A7-2ADF-ADD7-DE69-5B5D4FAB069A}"/>
                  </a:ext>
                </a:extLst>
              </p:cNvPr>
              <p:cNvSpPr/>
              <p:nvPr/>
            </p:nvSpPr>
            <p:spPr>
              <a:xfrm>
                <a:off x="2432621" y="1869127"/>
                <a:ext cx="1005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1413;p46">
                <a:extLst>
                  <a:ext uri="{FF2B5EF4-FFF2-40B4-BE49-F238E27FC236}">
                    <a16:creationId xmlns:a16="http://schemas.microsoft.com/office/drawing/2014/main" id="{15085929-E205-145D-56C9-D3D5C5E8697B}"/>
                  </a:ext>
                </a:extLst>
              </p:cNvPr>
              <p:cNvSpPr/>
              <p:nvPr/>
            </p:nvSpPr>
            <p:spPr>
              <a:xfrm>
                <a:off x="2377133" y="1857647"/>
                <a:ext cx="39300" cy="39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" name="Google Shape;1414;p46">
                <a:extLst>
                  <a:ext uri="{FF2B5EF4-FFF2-40B4-BE49-F238E27FC236}">
                    <a16:creationId xmlns:a16="http://schemas.microsoft.com/office/drawing/2014/main" id="{A3E4CA8D-F6D9-2721-74BE-65E393AD2754}"/>
                  </a:ext>
                </a:extLst>
              </p:cNvPr>
              <p:cNvSpPr/>
              <p:nvPr/>
            </p:nvSpPr>
            <p:spPr>
              <a:xfrm>
                <a:off x="1932280" y="1331475"/>
                <a:ext cx="637146" cy="62184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1415;p46">
                <a:extLst>
                  <a:ext uri="{FF2B5EF4-FFF2-40B4-BE49-F238E27FC236}">
                    <a16:creationId xmlns:a16="http://schemas.microsoft.com/office/drawing/2014/main" id="{C16FAA2A-CA7F-A464-AACE-EC0BEDBFE0FB}"/>
                  </a:ext>
                </a:extLst>
              </p:cNvPr>
              <p:cNvSpPr/>
              <p:nvPr/>
            </p:nvSpPr>
            <p:spPr>
              <a:xfrm>
                <a:off x="1959067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1416;p46">
                <a:extLst>
                  <a:ext uri="{FF2B5EF4-FFF2-40B4-BE49-F238E27FC236}">
                    <a16:creationId xmlns:a16="http://schemas.microsoft.com/office/drawing/2014/main" id="{C800C152-99B9-DFC2-2FF2-E7D13ECA0EF1}"/>
                  </a:ext>
                </a:extLst>
              </p:cNvPr>
              <p:cNvSpPr/>
              <p:nvPr/>
            </p:nvSpPr>
            <p:spPr>
              <a:xfrm>
                <a:off x="2003074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" name="Google Shape;1417;p46">
                <a:extLst>
                  <a:ext uri="{FF2B5EF4-FFF2-40B4-BE49-F238E27FC236}">
                    <a16:creationId xmlns:a16="http://schemas.microsoft.com/office/drawing/2014/main" id="{BC04A0BA-BDC8-A2A2-3871-3D17F83EF3B4}"/>
                  </a:ext>
                </a:extLst>
              </p:cNvPr>
              <p:cNvSpPr/>
              <p:nvPr/>
            </p:nvSpPr>
            <p:spPr>
              <a:xfrm>
                <a:off x="2047081" y="1348695"/>
                <a:ext cx="297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1418;p46">
                <a:extLst>
                  <a:ext uri="{FF2B5EF4-FFF2-40B4-BE49-F238E27FC236}">
                    <a16:creationId xmlns:a16="http://schemas.microsoft.com/office/drawing/2014/main" id="{4B2CF7A3-5262-049A-024C-E006B415AA33}"/>
                  </a:ext>
                </a:extLst>
              </p:cNvPr>
              <p:cNvSpPr/>
              <p:nvPr/>
            </p:nvSpPr>
            <p:spPr>
              <a:xfrm>
                <a:off x="2045167" y="1431925"/>
                <a:ext cx="411300" cy="411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1419;p46">
                <a:extLst>
                  <a:ext uri="{FF2B5EF4-FFF2-40B4-BE49-F238E27FC236}">
                    <a16:creationId xmlns:a16="http://schemas.microsoft.com/office/drawing/2014/main" id="{A2649871-B104-066B-3AF7-4A922A0FD631}"/>
                  </a:ext>
                </a:extLst>
              </p:cNvPr>
              <p:cNvSpPr/>
              <p:nvPr/>
            </p:nvSpPr>
            <p:spPr>
              <a:xfrm>
                <a:off x="2115004" y="1502719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" name="Google Shape;1420;p46">
                <a:extLst>
                  <a:ext uri="{FF2B5EF4-FFF2-40B4-BE49-F238E27FC236}">
                    <a16:creationId xmlns:a16="http://schemas.microsoft.com/office/drawing/2014/main" id="{1CE89A9D-CA6E-EAE6-E328-A03E571F4D5D}"/>
                  </a:ext>
                </a:extLst>
              </p:cNvPr>
              <p:cNvSpPr/>
              <p:nvPr/>
            </p:nvSpPr>
            <p:spPr>
              <a:xfrm>
                <a:off x="2093958" y="1495066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" name="Google Shape;1421;p46">
              <a:extLst>
                <a:ext uri="{FF2B5EF4-FFF2-40B4-BE49-F238E27FC236}">
                  <a16:creationId xmlns:a16="http://schemas.microsoft.com/office/drawing/2014/main" id="{06F0C393-B191-67A2-411A-F22BFC9856F2}"/>
                </a:ext>
              </a:extLst>
            </p:cNvPr>
            <p:cNvSpPr/>
            <p:nvPr/>
          </p:nvSpPr>
          <p:spPr>
            <a:xfrm>
              <a:off x="6979977" y="3349174"/>
              <a:ext cx="232055" cy="382764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422;p46">
              <a:extLst>
                <a:ext uri="{FF2B5EF4-FFF2-40B4-BE49-F238E27FC236}">
                  <a16:creationId xmlns:a16="http://schemas.microsoft.com/office/drawing/2014/main" id="{D2407A61-1ADC-5061-D38B-5D2DE11BEF0E}"/>
                </a:ext>
              </a:extLst>
            </p:cNvPr>
            <p:cNvSpPr/>
            <p:nvPr/>
          </p:nvSpPr>
          <p:spPr>
            <a:xfrm>
              <a:off x="6594533" y="924631"/>
              <a:ext cx="301600" cy="49757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423;p46">
              <a:extLst>
                <a:ext uri="{FF2B5EF4-FFF2-40B4-BE49-F238E27FC236}">
                  <a16:creationId xmlns:a16="http://schemas.microsoft.com/office/drawing/2014/main" id="{2C71B788-7155-DFCC-3FD8-5CB8A5C2E4E0}"/>
                </a:ext>
              </a:extLst>
            </p:cNvPr>
            <p:cNvSpPr/>
            <p:nvPr/>
          </p:nvSpPr>
          <p:spPr>
            <a:xfrm>
              <a:off x="5875411" y="1319404"/>
              <a:ext cx="200575" cy="197948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424;p46">
              <a:extLst>
                <a:ext uri="{FF2B5EF4-FFF2-40B4-BE49-F238E27FC236}">
                  <a16:creationId xmlns:a16="http://schemas.microsoft.com/office/drawing/2014/main" id="{FB80BE75-881A-707C-BDA9-E7C606967DF1}"/>
                </a:ext>
              </a:extLst>
            </p:cNvPr>
            <p:cNvSpPr/>
            <p:nvPr/>
          </p:nvSpPr>
          <p:spPr>
            <a:xfrm>
              <a:off x="5619684" y="3111425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" name="Google Shape;1425;p46">
              <a:extLst>
                <a:ext uri="{FF2B5EF4-FFF2-40B4-BE49-F238E27FC236}">
                  <a16:creationId xmlns:a16="http://schemas.microsoft.com/office/drawing/2014/main" id="{390D9617-27E0-D812-4957-28B3BB5F02CC}"/>
                </a:ext>
              </a:extLst>
            </p:cNvPr>
            <p:cNvGrpSpPr/>
            <p:nvPr/>
          </p:nvGrpSpPr>
          <p:grpSpPr>
            <a:xfrm>
              <a:off x="7530569" y="1422202"/>
              <a:ext cx="415198" cy="415198"/>
              <a:chOff x="1404969" y="1106377"/>
              <a:chExt cx="415198" cy="415198"/>
            </a:xfrm>
          </p:grpSpPr>
          <p:sp>
            <p:nvSpPr>
              <p:cNvPr id="15" name="Google Shape;1426;p46">
                <a:extLst>
                  <a:ext uri="{FF2B5EF4-FFF2-40B4-BE49-F238E27FC236}">
                    <a16:creationId xmlns:a16="http://schemas.microsoft.com/office/drawing/2014/main" id="{D2463554-BABF-92E9-8043-1EFE60D67739}"/>
                  </a:ext>
                </a:extLst>
              </p:cNvPr>
              <p:cNvSpPr/>
              <p:nvPr/>
            </p:nvSpPr>
            <p:spPr>
              <a:xfrm>
                <a:off x="1404969" y="1106377"/>
                <a:ext cx="415198" cy="415198"/>
              </a:xfrm>
              <a:custGeom>
                <a:avLst/>
                <a:gdLst/>
                <a:ahLst/>
                <a:cxnLst/>
                <a:rect l="l" t="t" r="r" b="b"/>
                <a:pathLst>
                  <a:path w="474" h="474" extrusionOk="0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" name="Google Shape;1427;p46">
                <a:extLst>
                  <a:ext uri="{FF2B5EF4-FFF2-40B4-BE49-F238E27FC236}">
                    <a16:creationId xmlns:a16="http://schemas.microsoft.com/office/drawing/2014/main" id="{AC7E0C2B-E0C3-1F4F-5E7E-D116CFE7A733}"/>
                  </a:ext>
                </a:extLst>
              </p:cNvPr>
              <p:cNvSpPr/>
              <p:nvPr/>
            </p:nvSpPr>
            <p:spPr>
              <a:xfrm>
                <a:off x="1460456" y="1163778"/>
                <a:ext cx="304223" cy="29944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43" extrusionOk="0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31" name="Google Shape;1340;p46">
            <a:extLst>
              <a:ext uri="{FF2B5EF4-FFF2-40B4-BE49-F238E27FC236}">
                <a16:creationId xmlns:a16="http://schemas.microsoft.com/office/drawing/2014/main" id="{0A424EE2-24A4-E718-B16A-FAF20D0569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14156" y="2203897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 dirty="0"/>
              <a:t>Gracias</a:t>
            </a:r>
            <a:endParaRPr sz="8000" dirty="0"/>
          </a:p>
        </p:txBody>
      </p:sp>
    </p:spTree>
    <p:extLst>
      <p:ext uri="{BB962C8B-B14F-4D97-AF65-F5344CB8AC3E}">
        <p14:creationId xmlns:p14="http://schemas.microsoft.com/office/powerpoint/2010/main" val="16660164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45"/>
          <p:cNvSpPr txBox="1">
            <a:spLocks noGrp="1"/>
          </p:cNvSpPr>
          <p:nvPr>
            <p:ph type="title"/>
          </p:nvPr>
        </p:nvSpPr>
        <p:spPr>
          <a:xfrm>
            <a:off x="505171" y="43489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Análisis de la estructura XML</a:t>
            </a:r>
            <a:endParaRPr dirty="0"/>
          </a:p>
        </p:txBody>
      </p:sp>
      <p:grpSp>
        <p:nvGrpSpPr>
          <p:cNvPr id="1309" name="Google Shape;1309;p45"/>
          <p:cNvGrpSpPr/>
          <p:nvPr/>
        </p:nvGrpSpPr>
        <p:grpSpPr>
          <a:xfrm>
            <a:off x="123704" y="4642597"/>
            <a:ext cx="381467" cy="382570"/>
            <a:chOff x="3161893" y="3833511"/>
            <a:chExt cx="381467" cy="382570"/>
          </a:xfrm>
        </p:grpSpPr>
        <p:sp>
          <p:nvSpPr>
            <p:cNvPr id="1310" name="Google Shape;1310;p45"/>
            <p:cNvSpPr/>
            <p:nvPr/>
          </p:nvSpPr>
          <p:spPr>
            <a:xfrm>
              <a:off x="3365857" y="3833511"/>
              <a:ext cx="177504" cy="180811"/>
            </a:xfrm>
            <a:custGeom>
              <a:avLst/>
              <a:gdLst/>
              <a:ahLst/>
              <a:cxnLst/>
              <a:rect l="l" t="t" r="r" b="b"/>
              <a:pathLst>
                <a:path w="68" h="69" extrusionOk="0">
                  <a:moveTo>
                    <a:pt x="68" y="35"/>
                  </a:moveTo>
                  <a:cubicBezTo>
                    <a:pt x="68" y="16"/>
                    <a:pt x="53" y="0"/>
                    <a:pt x="33" y="0"/>
                  </a:cubicBezTo>
                  <a:cubicBezTo>
                    <a:pt x="15" y="1"/>
                    <a:pt x="0" y="16"/>
                    <a:pt x="0" y="35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33" y="69"/>
                    <a:pt x="33" y="69"/>
                    <a:pt x="33" y="69"/>
                  </a:cubicBezTo>
                  <a:cubicBezTo>
                    <a:pt x="52" y="69"/>
                    <a:pt x="68" y="54"/>
                    <a:pt x="68" y="35"/>
                  </a:cubicBezTo>
                  <a:close/>
                  <a:moveTo>
                    <a:pt x="8" y="35"/>
                  </a:moveTo>
                  <a:cubicBezTo>
                    <a:pt x="8" y="19"/>
                    <a:pt x="23" y="6"/>
                    <a:pt x="39" y="10"/>
                  </a:cubicBezTo>
                  <a:cubicBezTo>
                    <a:pt x="49" y="12"/>
                    <a:pt x="57" y="19"/>
                    <a:pt x="59" y="29"/>
                  </a:cubicBezTo>
                  <a:cubicBezTo>
                    <a:pt x="62" y="45"/>
                    <a:pt x="50" y="60"/>
                    <a:pt x="34" y="60"/>
                  </a:cubicBezTo>
                  <a:cubicBezTo>
                    <a:pt x="8" y="60"/>
                    <a:pt x="8" y="60"/>
                    <a:pt x="8" y="60"/>
                  </a:cubicBezTo>
                  <a:lnTo>
                    <a:pt x="8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1" name="Google Shape;1311;p45"/>
            <p:cNvSpPr/>
            <p:nvPr/>
          </p:nvSpPr>
          <p:spPr>
            <a:xfrm>
              <a:off x="3161893" y="3833511"/>
              <a:ext cx="180811" cy="180811"/>
            </a:xfrm>
            <a:custGeom>
              <a:avLst/>
              <a:gdLst/>
              <a:ahLst/>
              <a:cxnLst/>
              <a:rect l="l" t="t" r="r" b="b"/>
              <a:pathLst>
                <a:path w="69" h="69" extrusionOk="0">
                  <a:moveTo>
                    <a:pt x="35" y="0"/>
                  </a:moveTo>
                  <a:cubicBezTo>
                    <a:pt x="16" y="0"/>
                    <a:pt x="0" y="16"/>
                    <a:pt x="1" y="35"/>
                  </a:cubicBezTo>
                  <a:cubicBezTo>
                    <a:pt x="1" y="54"/>
                    <a:pt x="16" y="69"/>
                    <a:pt x="35" y="69"/>
                  </a:cubicBezTo>
                  <a:cubicBezTo>
                    <a:pt x="69" y="69"/>
                    <a:pt x="69" y="69"/>
                    <a:pt x="69" y="69"/>
                  </a:cubicBezTo>
                  <a:cubicBezTo>
                    <a:pt x="69" y="35"/>
                    <a:pt x="69" y="35"/>
                    <a:pt x="69" y="35"/>
                  </a:cubicBezTo>
                  <a:cubicBezTo>
                    <a:pt x="69" y="16"/>
                    <a:pt x="54" y="1"/>
                    <a:pt x="35" y="0"/>
                  </a:cubicBezTo>
                  <a:close/>
                  <a:moveTo>
                    <a:pt x="60" y="60"/>
                  </a:moveTo>
                  <a:cubicBezTo>
                    <a:pt x="35" y="60"/>
                    <a:pt x="35" y="60"/>
                    <a:pt x="35" y="60"/>
                  </a:cubicBezTo>
                  <a:cubicBezTo>
                    <a:pt x="21" y="60"/>
                    <a:pt x="10" y="49"/>
                    <a:pt x="9" y="36"/>
                  </a:cubicBezTo>
                  <a:cubicBezTo>
                    <a:pt x="8" y="21"/>
                    <a:pt x="21" y="8"/>
                    <a:pt x="36" y="9"/>
                  </a:cubicBezTo>
                  <a:cubicBezTo>
                    <a:pt x="49" y="10"/>
                    <a:pt x="60" y="21"/>
                    <a:pt x="60" y="35"/>
                  </a:cubicBezTo>
                  <a:lnTo>
                    <a:pt x="60" y="6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2" name="Google Shape;1312;p45"/>
            <p:cNvSpPr/>
            <p:nvPr/>
          </p:nvSpPr>
          <p:spPr>
            <a:xfrm>
              <a:off x="3365857" y="4037474"/>
              <a:ext cx="177504" cy="178606"/>
            </a:xfrm>
            <a:custGeom>
              <a:avLst/>
              <a:gdLst/>
              <a:ahLst/>
              <a:cxnLst/>
              <a:rect l="l" t="t" r="r" b="b"/>
              <a:pathLst>
                <a:path w="68" h="68" extrusionOk="0">
                  <a:moveTo>
                    <a:pt x="3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52"/>
                    <a:pt x="15" y="68"/>
                    <a:pt x="33" y="68"/>
                  </a:cubicBezTo>
                  <a:cubicBezTo>
                    <a:pt x="53" y="68"/>
                    <a:pt x="68" y="52"/>
                    <a:pt x="68" y="33"/>
                  </a:cubicBezTo>
                  <a:cubicBezTo>
                    <a:pt x="68" y="15"/>
                    <a:pt x="52" y="0"/>
                    <a:pt x="33" y="0"/>
                  </a:cubicBezTo>
                  <a:close/>
                  <a:moveTo>
                    <a:pt x="8" y="33"/>
                  </a:moveTo>
                  <a:cubicBezTo>
                    <a:pt x="8" y="8"/>
                    <a:pt x="8" y="8"/>
                    <a:pt x="8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47" y="8"/>
                    <a:pt x="59" y="19"/>
                    <a:pt x="59" y="33"/>
                  </a:cubicBezTo>
                  <a:cubicBezTo>
                    <a:pt x="60" y="48"/>
                    <a:pt x="48" y="60"/>
                    <a:pt x="33" y="59"/>
                  </a:cubicBezTo>
                  <a:cubicBezTo>
                    <a:pt x="19" y="59"/>
                    <a:pt x="8" y="47"/>
                    <a:pt x="8" y="3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3" name="Google Shape;1313;p45"/>
            <p:cNvSpPr/>
            <p:nvPr/>
          </p:nvSpPr>
          <p:spPr>
            <a:xfrm>
              <a:off x="3161893" y="4037474"/>
              <a:ext cx="180811" cy="178606"/>
            </a:xfrm>
            <a:custGeom>
              <a:avLst/>
              <a:gdLst/>
              <a:ahLst/>
              <a:cxnLst/>
              <a:rect l="l" t="t" r="r" b="b"/>
              <a:pathLst>
                <a:path w="69" h="68" extrusionOk="0">
                  <a:moveTo>
                    <a:pt x="1" y="33"/>
                  </a:moveTo>
                  <a:cubicBezTo>
                    <a:pt x="0" y="52"/>
                    <a:pt x="16" y="68"/>
                    <a:pt x="35" y="68"/>
                  </a:cubicBezTo>
                  <a:cubicBezTo>
                    <a:pt x="54" y="68"/>
                    <a:pt x="69" y="52"/>
                    <a:pt x="69" y="33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16" y="0"/>
                    <a:pt x="1" y="15"/>
                    <a:pt x="1" y="33"/>
                  </a:cubicBezTo>
                  <a:close/>
                  <a:moveTo>
                    <a:pt x="60" y="34"/>
                  </a:moveTo>
                  <a:cubicBezTo>
                    <a:pt x="60" y="50"/>
                    <a:pt x="46" y="62"/>
                    <a:pt x="29" y="59"/>
                  </a:cubicBezTo>
                  <a:cubicBezTo>
                    <a:pt x="19" y="57"/>
                    <a:pt x="12" y="49"/>
                    <a:pt x="10" y="39"/>
                  </a:cubicBezTo>
                  <a:cubicBezTo>
                    <a:pt x="6" y="23"/>
                    <a:pt x="19" y="8"/>
                    <a:pt x="35" y="8"/>
                  </a:cubicBezTo>
                  <a:cubicBezTo>
                    <a:pt x="60" y="8"/>
                    <a:pt x="60" y="8"/>
                    <a:pt x="60" y="8"/>
                  </a:cubicBezTo>
                  <a:lnTo>
                    <a:pt x="60" y="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4" name="Google Shape;1314;p45"/>
            <p:cNvSpPr/>
            <p:nvPr/>
          </p:nvSpPr>
          <p:spPr>
            <a:xfrm>
              <a:off x="3420982" y="3890841"/>
              <a:ext cx="67200" cy="21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5" name="Google Shape;1315;p45"/>
            <p:cNvSpPr/>
            <p:nvPr/>
          </p:nvSpPr>
          <p:spPr>
            <a:xfrm>
              <a:off x="3420982" y="3936044"/>
              <a:ext cx="67200" cy="21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6" name="Google Shape;1316;p45"/>
            <p:cNvSpPr/>
            <p:nvPr/>
          </p:nvSpPr>
          <p:spPr>
            <a:xfrm>
              <a:off x="3420982" y="4092600"/>
              <a:ext cx="67200" cy="24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7" name="Google Shape;1317;p45"/>
            <p:cNvSpPr/>
            <p:nvPr/>
          </p:nvSpPr>
          <p:spPr>
            <a:xfrm>
              <a:off x="3420982" y="4137803"/>
              <a:ext cx="67200" cy="23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8" name="Google Shape;1318;p45"/>
            <p:cNvSpPr/>
            <p:nvPr/>
          </p:nvSpPr>
          <p:spPr>
            <a:xfrm>
              <a:off x="3219224" y="4092600"/>
              <a:ext cx="65100" cy="24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9" name="Google Shape;1319;p45"/>
            <p:cNvSpPr/>
            <p:nvPr/>
          </p:nvSpPr>
          <p:spPr>
            <a:xfrm>
              <a:off x="3219224" y="4137803"/>
              <a:ext cx="65100" cy="23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0" name="Google Shape;1320;p45"/>
            <p:cNvSpPr/>
            <p:nvPr/>
          </p:nvSpPr>
          <p:spPr>
            <a:xfrm>
              <a:off x="3219224" y="3890841"/>
              <a:ext cx="65100" cy="21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1" name="Google Shape;1321;p45"/>
            <p:cNvSpPr/>
            <p:nvPr/>
          </p:nvSpPr>
          <p:spPr>
            <a:xfrm>
              <a:off x="3219224" y="3936044"/>
              <a:ext cx="65100" cy="21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5F132D1-7845-02D0-99B2-B4DC209BA3F4}"/>
              </a:ext>
            </a:extLst>
          </p:cNvPr>
          <p:cNvSpPr txBox="1">
            <a:spLocks/>
          </p:cNvSpPr>
          <p:nvPr/>
        </p:nvSpPr>
        <p:spPr>
          <a:xfrm>
            <a:off x="505171" y="1726196"/>
            <a:ext cx="11115675" cy="3591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 algn="l" fontAlgn="base"/>
            <a:r>
              <a:rPr lang="en-US" sz="2000" b="1" dirty="0" err="1">
                <a:latin typeface="DM Sans" pitchFamily="2" charset="0"/>
              </a:rPr>
              <a:t>Raíz</a:t>
            </a:r>
            <a:r>
              <a:rPr lang="en-US" sz="2000" b="1" dirty="0">
                <a:latin typeface="DM Sans" pitchFamily="2" charset="0"/>
              </a:rPr>
              <a:t>: </a:t>
            </a:r>
            <a:r>
              <a:rPr lang="en-US" sz="2000" dirty="0" err="1">
                <a:latin typeface="DM Sans" pitchFamily="2" charset="0"/>
              </a:rPr>
              <a:t>universidad</a:t>
            </a:r>
            <a:r>
              <a:rPr lang="en-US" sz="2000" dirty="0">
                <a:latin typeface="DM Sans" pitchFamily="2" charset="0"/>
              </a:rPr>
              <a:t>​</a:t>
            </a:r>
          </a:p>
          <a:p>
            <a:pPr marL="0" indent="0" algn="l" fontAlgn="base"/>
            <a:r>
              <a:rPr lang="en-US" sz="2000" b="1" dirty="0">
                <a:latin typeface="DM Sans" pitchFamily="2" charset="0"/>
              </a:rPr>
              <a:t>Elemento: </a:t>
            </a:r>
            <a:r>
              <a:rPr lang="en-US" sz="2000" dirty="0" err="1">
                <a:latin typeface="DM Sans" pitchFamily="2" charset="0"/>
              </a:rPr>
              <a:t>alumno</a:t>
            </a:r>
            <a:r>
              <a:rPr lang="en-US" sz="2000" dirty="0">
                <a:latin typeface="DM Sans" pitchFamily="2" charset="0"/>
              </a:rPr>
              <a:t>​</a:t>
            </a:r>
          </a:p>
          <a:p>
            <a:pPr marL="0" indent="0" algn="l" fontAlgn="base"/>
            <a:r>
              <a:rPr lang="en-US" sz="2000" b="1" dirty="0" err="1">
                <a:latin typeface="DM Sans" pitchFamily="2" charset="0"/>
              </a:rPr>
              <a:t>Atributo</a:t>
            </a:r>
            <a:r>
              <a:rPr lang="en-US" sz="2000" b="1" dirty="0">
                <a:latin typeface="DM Sans" pitchFamily="2" charset="0"/>
              </a:rPr>
              <a:t>: </a:t>
            </a:r>
            <a:r>
              <a:rPr lang="en-US" sz="2000" dirty="0">
                <a:latin typeface="DM Sans" pitchFamily="2" charset="0"/>
              </a:rPr>
              <a:t>matricula="1001"​</a:t>
            </a:r>
          </a:p>
          <a:p>
            <a:pPr marL="0" indent="0" algn="l" fontAlgn="base"/>
            <a:r>
              <a:rPr lang="en-US" sz="2000" b="1" dirty="0">
                <a:latin typeface="DM Sans" pitchFamily="2" charset="0"/>
              </a:rPr>
              <a:t>Hijos: </a:t>
            </a:r>
            <a:r>
              <a:rPr lang="en-US" sz="2000" dirty="0" err="1">
                <a:latin typeface="DM Sans" pitchFamily="2" charset="0"/>
              </a:rPr>
              <a:t>nombre</a:t>
            </a:r>
            <a:r>
              <a:rPr lang="en-US" sz="2000" dirty="0">
                <a:latin typeface="DM Sans" pitchFamily="2" charset="0"/>
              </a:rPr>
              <a:t>, </a:t>
            </a:r>
            <a:r>
              <a:rPr lang="en-US" sz="2000" dirty="0" err="1">
                <a:latin typeface="DM Sans" pitchFamily="2" charset="0"/>
              </a:rPr>
              <a:t>carrera</a:t>
            </a:r>
            <a:r>
              <a:rPr lang="en-US" sz="2000" dirty="0">
                <a:latin typeface="DM Sans" pitchFamily="2" charset="0"/>
              </a:rPr>
              <a:t>​</a:t>
            </a:r>
          </a:p>
          <a:p>
            <a:pPr marL="0" indent="0" algn="l" fontAlgn="base"/>
            <a:r>
              <a:rPr lang="en-US" sz="2000" b="1" dirty="0" err="1">
                <a:latin typeface="DM Sans" pitchFamily="2" charset="0"/>
              </a:rPr>
              <a:t>Contenido</a:t>
            </a:r>
            <a:r>
              <a:rPr lang="en-US" sz="2000" b="1" dirty="0">
                <a:latin typeface="DM Sans" pitchFamily="2" charset="0"/>
              </a:rPr>
              <a:t>: </a:t>
            </a:r>
            <a:r>
              <a:rPr lang="en-US" sz="2000" dirty="0">
                <a:latin typeface="DM Sans" pitchFamily="2" charset="0"/>
              </a:rPr>
              <a:t>Ana López, Sistemas​</a:t>
            </a:r>
          </a:p>
          <a:p>
            <a:pPr marL="0" indent="0" algn="l" fontAlgn="base"/>
            <a:r>
              <a:rPr lang="en-US" sz="2000" dirty="0">
                <a:latin typeface="DM Sans" pitchFamily="2" charset="0"/>
              </a:rPr>
              <a:t>​</a:t>
            </a:r>
          </a:p>
          <a:p>
            <a:pPr marL="0" indent="0" algn="l" fontAlgn="base"/>
            <a:r>
              <a:rPr lang="en-US" sz="2000" b="1" dirty="0" err="1">
                <a:latin typeface="DM Sans" pitchFamily="2" charset="0"/>
              </a:rPr>
              <a:t>Ventaja</a:t>
            </a:r>
            <a:r>
              <a:rPr lang="en-US" sz="2000" b="1" dirty="0">
                <a:latin typeface="DM Sans" pitchFamily="2" charset="0"/>
              </a:rPr>
              <a:t>: </a:t>
            </a:r>
            <a:r>
              <a:rPr lang="en-US" sz="2000" dirty="0" err="1">
                <a:latin typeface="DM Sans" pitchFamily="2" charset="0"/>
              </a:rPr>
              <a:t>admite</a:t>
            </a:r>
            <a:r>
              <a:rPr lang="en-US" sz="2000" dirty="0">
                <a:latin typeface="DM Sans" pitchFamily="2" charset="0"/>
              </a:rPr>
              <a:t> </a:t>
            </a:r>
            <a:r>
              <a:rPr lang="en-US" sz="2000" dirty="0" err="1">
                <a:latin typeface="DM Sans" pitchFamily="2" charset="0"/>
              </a:rPr>
              <a:t>metadatos</a:t>
            </a:r>
            <a:r>
              <a:rPr lang="en-US" sz="2000" dirty="0">
                <a:latin typeface="DM Sans" pitchFamily="2" charset="0"/>
              </a:rPr>
              <a:t> y </a:t>
            </a:r>
            <a:r>
              <a:rPr lang="en-US" sz="2000" dirty="0" err="1">
                <a:latin typeface="DM Sans" pitchFamily="2" charset="0"/>
              </a:rPr>
              <a:t>validación</a:t>
            </a:r>
            <a:r>
              <a:rPr lang="en-US" sz="2000" dirty="0">
                <a:latin typeface="DM Sans" pitchFamily="2" charset="0"/>
              </a:rPr>
              <a:t> formal (DTD/XSD).​</a:t>
            </a:r>
          </a:p>
          <a:p>
            <a:pPr marL="0" indent="0" algn="l">
              <a:spcAft>
                <a:spcPts val="1200"/>
              </a:spcAft>
              <a:defRPr sz="2400"/>
            </a:pPr>
            <a:endParaRPr lang="es-MX" sz="2000" dirty="0">
              <a:latin typeface="DM Sans" pitchFamily="2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6CBB633-4896-40EA-D22B-5E1BA293A3F5}"/>
              </a:ext>
            </a:extLst>
          </p:cNvPr>
          <p:cNvSpPr txBox="1"/>
          <p:nvPr/>
        </p:nvSpPr>
        <p:spPr>
          <a:xfrm>
            <a:off x="505171" y="1028595"/>
            <a:ext cx="8559864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latin typeface="DM Sans" pitchFamily="2" charset="0"/>
              </a:rPr>
              <a:t>En el siguiente ejemplo se muestra un documento XML correspondiente a una universidad, donde se registra la información de un alumno mediante elementos, atributos y contenido organizados de forma estructurada.</a:t>
            </a:r>
          </a:p>
          <a:p>
            <a:endParaRPr lang="es-MX" sz="2000" dirty="0">
              <a:latin typeface="DM Sans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tistics and Data Analysis - 6th Grade by Slidesgo">
  <a:themeElements>
    <a:clrScheme name="Simple Light">
      <a:dk1>
        <a:srgbClr val="334157"/>
      </a:dk1>
      <a:lt1>
        <a:srgbClr val="4C69B2"/>
      </a:lt1>
      <a:dk2>
        <a:srgbClr val="FDFDFD"/>
      </a:dk2>
      <a:lt2>
        <a:srgbClr val="6389EB"/>
      </a:lt2>
      <a:accent1>
        <a:srgbClr val="CBDDFA"/>
      </a:accent1>
      <a:accent2>
        <a:srgbClr val="FF4949"/>
      </a:accent2>
      <a:accent3>
        <a:srgbClr val="FF7A78"/>
      </a:accent3>
      <a:accent4>
        <a:srgbClr val="FF9D35"/>
      </a:accent4>
      <a:accent5>
        <a:srgbClr val="FFC53A"/>
      </a:accent5>
      <a:accent6>
        <a:srgbClr val="EBEBEB"/>
      </a:accent6>
      <a:hlink>
        <a:srgbClr val="33415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</TotalTime>
  <Words>1216</Words>
  <Application>Microsoft Office PowerPoint</Application>
  <PresentationFormat>Presentación en pantalla (16:9)</PresentationFormat>
  <Paragraphs>229</Paragraphs>
  <Slides>30</Slides>
  <Notes>30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9" baseType="lpstr">
      <vt:lpstr>Calibri</vt:lpstr>
      <vt:lpstr>Baloo 2 ExtraBold</vt:lpstr>
      <vt:lpstr>Nunito Light</vt:lpstr>
      <vt:lpstr>DM Sans</vt:lpstr>
      <vt:lpstr>Lato</vt:lpstr>
      <vt:lpstr>Aptos</vt:lpstr>
      <vt:lpstr>Anaheim</vt:lpstr>
      <vt:lpstr>Arial</vt:lpstr>
      <vt:lpstr>Statistics and Data Analysis - 6th Grade by Slidesgo</vt:lpstr>
      <vt:lpstr>Base de datos para Ciencia de Datos</vt:lpstr>
      <vt:lpstr>01</vt:lpstr>
      <vt:lpstr>Pregunta</vt:lpstr>
      <vt:lpstr>1.1 Definición de datos semiestructurados </vt:lpstr>
      <vt:lpstr>Características</vt:lpstr>
      <vt:lpstr>Definición de Datos Semiestructurados </vt:lpstr>
      <vt:lpstr>Estructura de datos estructurados y semiestructurados</vt:lpstr>
      <vt:lpstr>Presentación de PowerPoint</vt:lpstr>
      <vt:lpstr>Ventajas de los datos semiestructurados</vt:lpstr>
      <vt:lpstr>Presentación de PowerPoint</vt:lpstr>
      <vt:lpstr>Desventajas de los datos semiestructurados</vt:lpstr>
      <vt:lpstr>Presentación de PowerPoint</vt:lpstr>
      <vt:lpstr>Ejemplos</vt:lpstr>
      <vt:lpstr>Ejemplos</vt:lpstr>
      <vt:lpstr>Práctica</vt:lpstr>
      <vt:lpstr>1.2 Introducción a XML</vt:lpstr>
      <vt:lpstr>¿Cómo se conforma un XML?</vt:lpstr>
      <vt:lpstr>Relaciones padre-hijo en XML</vt:lpstr>
      <vt:lpstr>Estructura jerárquica XML</vt:lpstr>
      <vt:lpstr>¿Cómo se conforma un JSON?</vt:lpstr>
      <vt:lpstr>Estructura JSON</vt:lpstr>
      <vt:lpstr>Estructura jerárquica JSON</vt:lpstr>
      <vt:lpstr>Presentación de PowerPoint</vt:lpstr>
      <vt:lpstr>Equivalencias XML vs JSON</vt:lpstr>
      <vt:lpstr>1.3. Consultando datos con XPath, XQuery y SQL/XML</vt:lpstr>
      <vt:lpstr>Ejemplo</vt:lpstr>
      <vt:lpstr>Práctica 1</vt:lpstr>
      <vt:lpstr>Siguiente Sección</vt:lpstr>
      <vt:lpstr>Gracias</vt:lpstr>
      <vt:lpstr>Análisis de la estructura XML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TORRES RAMIREZ BLANCA ESTHELA</dc:creator>
  <cp:lastModifiedBy>TORRES RAMIREZ BLANCA ESTHELA</cp:lastModifiedBy>
  <cp:revision>30</cp:revision>
  <dcterms:modified xsi:type="dcterms:W3CDTF">2026-10-14T23:52:06Z</dcterms:modified>
</cp:coreProperties>
</file>